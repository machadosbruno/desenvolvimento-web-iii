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8"/>
  </p:notesMasterIdLst>
  <p:sldIdLst>
    <p:sldId id="256" r:id="rId2"/>
    <p:sldId id="258" r:id="rId3"/>
    <p:sldId id="321" r:id="rId4"/>
    <p:sldId id="322" r:id="rId5"/>
    <p:sldId id="257" r:id="rId6"/>
    <p:sldId id="323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2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9E39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41C043-8A99-6678-AA3B-3767E928102C}" v="603" dt="2022-07-06T01:12:02.6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949C9-9CE7-4F3E-9D45-43DA33BA51FD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682CE-1854-4397-8FED-D567AEDD37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634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682CE-1854-4397-8FED-D567AEDD370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0423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463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859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948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2130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084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33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812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2336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9482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3797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54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390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10D64-6AAB-4E3A-AE90-701163AD6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341" y="637953"/>
            <a:ext cx="10417155" cy="3189507"/>
          </a:xfrm>
        </p:spPr>
        <p:txBody>
          <a:bodyPr>
            <a:normAutofit/>
          </a:bodyPr>
          <a:lstStyle/>
          <a:p>
            <a:pPr algn="l"/>
            <a:r>
              <a:rPr lang="pt-BR" sz="8000" dirty="0">
                <a:solidFill>
                  <a:srgbClr val="FFFFFF"/>
                </a:solidFill>
              </a:rPr>
              <a:t>Desenvolvimento </a:t>
            </a:r>
            <a:r>
              <a:rPr lang="pt-BR" sz="8000" i="1" dirty="0">
                <a:solidFill>
                  <a:srgbClr val="FFFFFF"/>
                </a:solidFill>
              </a:rPr>
              <a:t>Web</a:t>
            </a:r>
            <a:r>
              <a:rPr lang="pt-BR" sz="8000" dirty="0">
                <a:solidFill>
                  <a:srgbClr val="FFFFFF"/>
                </a:solidFill>
              </a:rPr>
              <a:t>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49E26A-A090-4D30-87AD-C7DEA044D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342" y="4377268"/>
            <a:ext cx="10559198" cy="443307"/>
          </a:xfrm>
        </p:spPr>
        <p:txBody>
          <a:bodyPr anchor="t">
            <a:normAutofit lnSpcReduction="10000"/>
          </a:bodyPr>
          <a:lstStyle/>
          <a:p>
            <a:pPr algn="l"/>
            <a:r>
              <a:rPr lang="pt-BR" sz="2800" dirty="0">
                <a:solidFill>
                  <a:srgbClr val="FEFFFF"/>
                </a:solidFill>
              </a:rPr>
              <a:t>Tecnologia em Análise e Desenvolvimento de Sistemas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89F292C6-BDFD-42AC-8D23-A1D71C6BB608}"/>
              </a:ext>
            </a:extLst>
          </p:cNvPr>
          <p:cNvSpPr txBox="1">
            <a:spLocks/>
          </p:cNvSpPr>
          <p:nvPr/>
        </p:nvSpPr>
        <p:spPr>
          <a:xfrm>
            <a:off x="4624575" y="5998393"/>
            <a:ext cx="4362407" cy="44330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rgbClr val="26262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rgbClr val="FEFFFF"/>
                </a:solidFill>
              </a:rPr>
              <a:t>Aula 3 – Renderização condicional</a:t>
            </a:r>
          </a:p>
        </p:txBody>
      </p:sp>
    </p:spTree>
    <p:extLst>
      <p:ext uri="{BB962C8B-B14F-4D97-AF65-F5344CB8AC3E}">
        <p14:creationId xmlns:p14="http://schemas.microsoft.com/office/powerpoint/2010/main" val="184547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19376-A5F2-0844-F349-2EB698316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Exemplo 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0C2F57-16DC-6792-D221-A647985DF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70288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Crie um aplicativo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 para "ajustar o volume" de três entradas de áudio de um equipamento. Cada entrada de áudio possui volume mínimo de zero e máximo de 10, sendo que o incremento/decremento utilizado é de 1. Exibir o volume de cada entrada de áudio juntamente com o seu nome (usar nomes fictícios).</a:t>
            </a:r>
            <a:endParaRPr lang="en-US" sz="3200" b="0" strike="noStrike" spc="-1" dirty="0">
              <a:solidFill>
                <a:srgbClr val="0070C0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561948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E82AAE-1865-E179-CA83-F6C14DF82398}"/>
              </a:ext>
            </a:extLst>
          </p:cNvPr>
          <p:cNvSpPr txBox="1"/>
          <p:nvPr/>
        </p:nvSpPr>
        <p:spPr>
          <a:xfrm>
            <a:off x="840509" y="1089891"/>
            <a:ext cx="868218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Entrada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"./Entrada"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 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   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     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Entrada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"Microfone"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     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Entrada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"Guitarra"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     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Entrada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"Baixo"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     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Entrada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"Bateria"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   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  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21967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E82AAE-1865-E179-CA83-F6C14DF82398}"/>
              </a:ext>
            </a:extLst>
          </p:cNvPr>
          <p:cNvSpPr txBox="1"/>
          <p:nvPr/>
        </p:nvSpPr>
        <p:spPr>
          <a:xfrm>
            <a:off x="0" y="0"/>
            <a:ext cx="12192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Entrada({ nome }) {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[volume,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setVolume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(0);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handleVolumeDown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() =&gt;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(volume &gt; 0)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setVolume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(volume - 1);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handleVolumeUp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() =&gt;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(volume &lt; 10)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setVolume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(volume + 1);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my-2 py-2 px-2 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font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-mono"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{nome}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space-x-1 items-center"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Volume atual: 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{volume}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={volume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0}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 py-2 bg-red-600 hover:bg-red-700 active:bg-red-800 disabled:bg-red-200 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cursor-pointer 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disabled:cursor-not-allowed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handleVolumeDown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={volume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10}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 py-2 bg-green-600 hover:bg-green-700 active:bg-green-800 disabled:bg-green-200 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cursor-pointer 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disabled:cursor-not-allowed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handleVolumeUp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641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87FF0-E090-98DC-E745-33C1BD86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Renderização condicional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26137-BA4E-08DD-E411-8BA4E839A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3600" dirty="0"/>
              <a:t>Utilizamos o </a:t>
            </a:r>
            <a:r>
              <a:rPr lang="pt-BR" sz="3600" dirty="0" err="1"/>
              <a:t>React</a:t>
            </a:r>
            <a:r>
              <a:rPr lang="pt-BR" sz="3600" dirty="0"/>
              <a:t> para encapsular características e comportamentos dos nossos componentes;</a:t>
            </a:r>
            <a:endParaRPr lang="pt-BR" sz="2800" dirty="0"/>
          </a:p>
          <a:p>
            <a:r>
              <a:rPr lang="pt-BR" sz="3600" dirty="0">
                <a:cs typeface="Calibri Light"/>
              </a:rPr>
              <a:t>É possível também renderizar apenas algumas partes dos componentes, de acordo com alguma condição.</a:t>
            </a:r>
          </a:p>
          <a:p>
            <a:endParaRPr lang="pt-BR" sz="3600" dirty="0"/>
          </a:p>
          <a:p>
            <a:endParaRPr lang="pt-BR" sz="3600" dirty="0"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929830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87FF0-E090-98DC-E745-33C1BD86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Renderização condicional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26137-BA4E-08DD-E411-8BA4E839A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736436"/>
            <a:ext cx="10753725" cy="40414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3600" dirty="0"/>
              <a:t>Exemplo: criar um componente que recebe um número e exibe se o número é par ou ímpar.</a:t>
            </a:r>
            <a:endParaRPr lang="pt-BR" sz="3600" dirty="0">
              <a:cs typeface="Calibri Light"/>
            </a:endParaRPr>
          </a:p>
          <a:p>
            <a:endParaRPr lang="pt-BR" sz="3600" dirty="0"/>
          </a:p>
          <a:p>
            <a:endParaRPr lang="pt-BR" sz="3600" dirty="0">
              <a:cs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F439309-23D5-DC0B-E693-B9C81B9904A9}"/>
              </a:ext>
            </a:extLst>
          </p:cNvPr>
          <p:cNvSpPr txBox="1"/>
          <p:nvPr/>
        </p:nvSpPr>
        <p:spPr>
          <a:xfrm>
            <a:off x="761619" y="3072348"/>
            <a:ext cx="963352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ParOuImpar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ParImpar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ParOuImpar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numero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={2}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ParOuImpar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numero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={3}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6784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87FF0-E090-98DC-E745-33C1BD86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Renderização condicional: Opção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26137-BA4E-08DD-E411-8BA4E839A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3600" dirty="0"/>
              <a:t>Utilizar mais de um comando </a:t>
            </a:r>
            <a:r>
              <a:rPr lang="pt-BR" sz="3600" i="1" dirty="0" err="1"/>
              <a:t>return</a:t>
            </a:r>
            <a:r>
              <a:rPr lang="pt-BR" sz="3600" dirty="0"/>
              <a:t>.</a:t>
            </a:r>
            <a:endParaRPr lang="pt-BR" sz="3600" dirty="0">
              <a:cs typeface="Calibri Light"/>
            </a:endParaRPr>
          </a:p>
          <a:p>
            <a:endParaRPr lang="pt-BR" sz="3600" dirty="0"/>
          </a:p>
          <a:p>
            <a:endParaRPr lang="pt-BR" sz="3600" dirty="0">
              <a:cs typeface="Calibri Light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D4D36C9-70F3-61CD-8CC2-C25EA408DBED}"/>
              </a:ext>
            </a:extLst>
          </p:cNvPr>
          <p:cNvSpPr txBox="1"/>
          <p:nvPr/>
        </p:nvSpPr>
        <p:spPr>
          <a:xfrm>
            <a:off x="761619" y="2807444"/>
            <a:ext cx="106683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ParOuImpar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numero })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(numero % 2 === 0)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 número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{numero}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é par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 número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{numero}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é ímpar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3536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87FF0-E090-98DC-E745-33C1BD86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Renderização condicional: Opção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26137-BA4E-08DD-E411-8BA4E839A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81018"/>
            <a:ext cx="10753725" cy="40968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3600" dirty="0"/>
              <a:t>Criar uma variável e a renderizar conforme a condição.</a:t>
            </a:r>
            <a:endParaRPr lang="pt-BR" sz="3600" dirty="0">
              <a:cs typeface="Calibri Light"/>
            </a:endParaRPr>
          </a:p>
          <a:p>
            <a:endParaRPr lang="pt-BR" sz="3600" dirty="0"/>
          </a:p>
          <a:p>
            <a:endParaRPr lang="pt-BR" sz="3600" dirty="0">
              <a:cs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F29D8CB-888A-40BC-27CA-2F8BF47ADA92}"/>
              </a:ext>
            </a:extLst>
          </p:cNvPr>
          <p:cNvSpPr txBox="1"/>
          <p:nvPr/>
        </p:nvSpPr>
        <p:spPr>
          <a:xfrm>
            <a:off x="761619" y="2499667"/>
            <a:ext cx="967011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ParOuImpar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numero })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mensagem =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(numero % 2 === 0)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mensagem =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 número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{numero}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é par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mensagem =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 número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{numero}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é ímpar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{mensagem}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63569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87FF0-E090-98DC-E745-33C1BD86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Renderização condicional: Opção 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26137-BA4E-08DD-E411-8BA4E839A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727200"/>
            <a:ext cx="10753725" cy="40506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3600" dirty="0"/>
              <a:t>Utilizar o operador ternário </a:t>
            </a:r>
            <a:r>
              <a:rPr lang="pt-BR" sz="3600" b="1" dirty="0"/>
              <a:t>?</a:t>
            </a:r>
            <a:endParaRPr lang="pt-BR" sz="3600" b="1" dirty="0">
              <a:cs typeface="Calibri Light"/>
            </a:endParaRPr>
          </a:p>
          <a:p>
            <a:endParaRPr lang="pt-BR" sz="3600" dirty="0"/>
          </a:p>
          <a:p>
            <a:endParaRPr lang="pt-BR" sz="3600" dirty="0">
              <a:cs typeface="Calibri Ligh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DDFEA6F-39AB-17DC-22A1-E461191AFCBF}"/>
              </a:ext>
            </a:extLst>
          </p:cNvPr>
          <p:cNvSpPr txBox="1"/>
          <p:nvPr/>
        </p:nvSpPr>
        <p:spPr>
          <a:xfrm>
            <a:off x="761619" y="2325714"/>
            <a:ext cx="1095932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ParOuImpar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numero })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numero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%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===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0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 número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{numero}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é par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 número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{numero}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é ímpar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8570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87FF0-E090-98DC-E745-33C1BD86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Renderização condicional: Opção 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26137-BA4E-08DD-E411-8BA4E839A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3600" dirty="0"/>
              <a:t>Utilizar os operadores &amp;&amp; e/ou ||.</a:t>
            </a:r>
            <a:endParaRPr lang="pt-BR" sz="3600" b="1" dirty="0">
              <a:cs typeface="Calibri Light"/>
            </a:endParaRPr>
          </a:p>
          <a:p>
            <a:endParaRPr lang="pt-BR" sz="3600" dirty="0"/>
          </a:p>
          <a:p>
            <a:endParaRPr lang="pt-BR" sz="3600" dirty="0">
              <a:cs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252881F-8947-E3AF-31DD-180D63938186}"/>
              </a:ext>
            </a:extLst>
          </p:cNvPr>
          <p:cNvSpPr txBox="1"/>
          <p:nvPr/>
        </p:nvSpPr>
        <p:spPr>
          <a:xfrm>
            <a:off x="0" y="2937683"/>
            <a:ext cx="1219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ParOuImpar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numero })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{numero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%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===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0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&amp;&amp;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 número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{numero}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é par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{numero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%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===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0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||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 número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{numero}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é ímpar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27889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87FF0-E090-98DC-E745-33C1BD86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Renderização condicional: Opção 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26137-BA4E-08DD-E411-8BA4E839A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782618"/>
            <a:ext cx="10753725" cy="39952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3600" dirty="0"/>
              <a:t>Utilizar uma função anônima.</a:t>
            </a:r>
            <a:endParaRPr lang="pt-BR" sz="3600" b="1" dirty="0">
              <a:cs typeface="Calibri Light"/>
            </a:endParaRPr>
          </a:p>
          <a:p>
            <a:endParaRPr lang="pt-BR" sz="3600" dirty="0"/>
          </a:p>
          <a:p>
            <a:endParaRPr lang="pt-BR" sz="3600" dirty="0">
              <a:cs typeface="Calibri Ligh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8AAAD08-8333-7501-1CC3-21690E26B293}"/>
              </a:ext>
            </a:extLst>
          </p:cNvPr>
          <p:cNvSpPr txBox="1"/>
          <p:nvPr/>
        </p:nvSpPr>
        <p:spPr>
          <a:xfrm>
            <a:off x="761619" y="2499667"/>
            <a:ext cx="1012153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ParOuImpar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numero })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(()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(numero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%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===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0)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 número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{numero}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é par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 número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{numero}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é ímpar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})()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07035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87FF0-E090-98DC-E745-33C1BD86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Renderização condicional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26137-BA4E-08DD-E411-8BA4E839A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3600" dirty="0"/>
              <a:t>Quando o componente deixa de ser renderizado, não é garantido que ele será removido do DOM.</a:t>
            </a:r>
          </a:p>
          <a:p>
            <a:r>
              <a:rPr lang="pt-BR" sz="3600" dirty="0">
                <a:cs typeface="Calibri Light"/>
              </a:rPr>
              <a:t>Para garantir que ele seja removido do DOM, podemos atribuir a ele o valor </a:t>
            </a:r>
            <a:r>
              <a:rPr lang="pt-BR" sz="3600" b="1" dirty="0" err="1">
                <a:cs typeface="Calibri Light"/>
              </a:rPr>
              <a:t>null</a:t>
            </a:r>
            <a:r>
              <a:rPr lang="pt-BR" sz="3600" dirty="0">
                <a:cs typeface="Calibri Light"/>
              </a:rPr>
              <a:t>.</a:t>
            </a:r>
          </a:p>
          <a:p>
            <a:endParaRPr lang="pt-BR" sz="3600" dirty="0"/>
          </a:p>
          <a:p>
            <a:endParaRPr lang="pt-BR" sz="3600" dirty="0"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1980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87FF0-E090-98DC-E745-33C1BD86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Renderização condicional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26137-BA4E-08DD-E411-8BA4E839A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t-BR" sz="3600" dirty="0"/>
          </a:p>
          <a:p>
            <a:endParaRPr lang="pt-BR" sz="3600" dirty="0">
              <a:cs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76E109B-DCE3-D68B-25AC-F25A22731B50}"/>
              </a:ext>
            </a:extLst>
          </p:cNvPr>
          <p:cNvSpPr txBox="1"/>
          <p:nvPr/>
        </p:nvSpPr>
        <p:spPr>
          <a:xfrm>
            <a:off x="676656" y="2075263"/>
            <a:ext cx="105206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Exemplo({ exibir })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msg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(exibir)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msg =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Eu devo ser exibido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{msg}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12367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19376-A5F2-0844-F349-2EB698316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Exemplo 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0C2F57-16DC-6792-D221-A647985DF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70288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Crie um aplicativo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 para "ajustar o volume" de três entradas de áudio de um equipamento. Cada entrada de áudio possui volume mínimo de zero e máximo de 10, sendo que o incremento/decremento utilizado é de 1. Exibir o volume de cada entrada de áudio juntamente com o seu nome (usar nomes fictícios).</a:t>
            </a: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US" sz="3200" b="0" strike="noStrike" spc="-1" dirty="0" err="1">
                <a:solidFill>
                  <a:srgbClr val="FF0000"/>
                </a:solidFill>
                <a:latin typeface="Calibri Light"/>
              </a:rPr>
              <a:t>Informar</a:t>
            </a:r>
            <a:r>
              <a:rPr lang="en-US" sz="3200" b="0" strike="noStrike" spc="-1" dirty="0">
                <a:solidFill>
                  <a:srgbClr val="FF0000"/>
                </a:solidFill>
                <a:latin typeface="Calibri Light"/>
              </a:rPr>
              <a:t> se o volume do </a:t>
            </a:r>
            <a:r>
              <a:rPr lang="en-US" sz="3200" b="0" strike="noStrike" spc="-1" dirty="0" err="1">
                <a:solidFill>
                  <a:srgbClr val="FF0000"/>
                </a:solidFill>
                <a:latin typeface="Calibri Light"/>
              </a:rPr>
              <a:t>equipamento</a:t>
            </a:r>
            <a:r>
              <a:rPr lang="en-US" sz="3200" b="0" strike="noStrike" spc="-1" dirty="0">
                <a:solidFill>
                  <a:srgbClr val="FF0000"/>
                </a:solidFill>
                <a:latin typeface="Calibri Light"/>
              </a:rPr>
              <a:t> </a:t>
            </a:r>
            <a:r>
              <a:rPr lang="en-US" sz="3200" b="0" strike="noStrike" spc="-1" dirty="0" err="1">
                <a:solidFill>
                  <a:srgbClr val="FF0000"/>
                </a:solidFill>
                <a:latin typeface="Calibri Light"/>
              </a:rPr>
              <a:t>estiver</a:t>
            </a:r>
            <a:r>
              <a:rPr lang="en-US" sz="3200" b="0" strike="noStrike" spc="-1" dirty="0">
                <a:solidFill>
                  <a:srgbClr val="FF0000"/>
                </a:solidFill>
                <a:latin typeface="Calibri Light"/>
              </a:rPr>
              <a:t> no </a:t>
            </a:r>
            <a:r>
              <a:rPr lang="en-US" sz="3200" b="0" strike="noStrike" spc="-1" dirty="0" err="1">
                <a:solidFill>
                  <a:srgbClr val="FF0000"/>
                </a:solidFill>
                <a:latin typeface="Calibri Light"/>
              </a:rPr>
              <a:t>mínimo</a:t>
            </a:r>
            <a:r>
              <a:rPr lang="en-US" sz="3200" b="0" strike="noStrike" spc="-1" dirty="0">
                <a:solidFill>
                  <a:srgbClr val="FF0000"/>
                </a:solidFill>
                <a:latin typeface="Calibri Light"/>
              </a:rPr>
              <a:t>;</a:t>
            </a: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US" sz="3200" spc="-1" dirty="0" err="1">
                <a:solidFill>
                  <a:srgbClr val="0070C0"/>
                </a:solidFill>
                <a:latin typeface="Calibri Light"/>
              </a:rPr>
              <a:t>Informar</a:t>
            </a:r>
            <a:r>
              <a:rPr lang="en-US" sz="3200" spc="-1" dirty="0">
                <a:solidFill>
                  <a:srgbClr val="0070C0"/>
                </a:solidFill>
                <a:latin typeface="Calibri Light"/>
              </a:rPr>
              <a:t> se o volume do </a:t>
            </a:r>
            <a:r>
              <a:rPr lang="en-US" sz="3200" spc="-1" dirty="0" err="1">
                <a:solidFill>
                  <a:srgbClr val="0070C0"/>
                </a:solidFill>
                <a:latin typeface="Calibri Light"/>
              </a:rPr>
              <a:t>equipamento</a:t>
            </a:r>
            <a:r>
              <a:rPr lang="en-US" sz="3200" spc="-1" dirty="0">
                <a:solidFill>
                  <a:srgbClr val="0070C0"/>
                </a:solidFill>
                <a:latin typeface="Calibri Light"/>
              </a:rPr>
              <a:t> </a:t>
            </a:r>
            <a:r>
              <a:rPr lang="en-US" sz="3200" spc="-1" dirty="0" err="1">
                <a:solidFill>
                  <a:srgbClr val="0070C0"/>
                </a:solidFill>
                <a:latin typeface="Calibri Light"/>
              </a:rPr>
              <a:t>estiver</a:t>
            </a:r>
            <a:r>
              <a:rPr lang="en-US" sz="3200" spc="-1" dirty="0">
                <a:solidFill>
                  <a:srgbClr val="0070C0"/>
                </a:solidFill>
                <a:latin typeface="Calibri Light"/>
              </a:rPr>
              <a:t> no </a:t>
            </a:r>
            <a:r>
              <a:rPr lang="en-US" sz="3200" spc="-1" dirty="0" err="1">
                <a:solidFill>
                  <a:srgbClr val="0070C0"/>
                </a:solidFill>
                <a:latin typeface="Calibri Light"/>
              </a:rPr>
              <a:t>máximo</a:t>
            </a:r>
            <a:r>
              <a:rPr lang="en-US" sz="3200" spc="-1" dirty="0">
                <a:solidFill>
                  <a:srgbClr val="0070C0"/>
                </a:solidFill>
                <a:latin typeface="Calibri Light"/>
              </a:rPr>
              <a:t>.</a:t>
            </a:r>
            <a:endParaRPr lang="en-US" sz="3200" b="0" strike="noStrike" spc="-1" dirty="0">
              <a:solidFill>
                <a:srgbClr val="0070C0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020401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9033CA5-DBB8-BBB7-DEA2-32ECE4378DEC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’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Entrada({ nome }) {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[volume,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setVolume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(0);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handleVolumeDown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() =&gt;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(volume &gt; 0)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setVolume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(volume - 1);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handleVolumeUp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() =&gt;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(volume &lt; 10)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setVolume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(volume + 1);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my-2 py-2 px-2 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font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-mono"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{nome}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space-x-1 items-center"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Volume atual: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{volume}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={volume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0}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 py-2 bg-red-600 hover:bg-red-700 active:bg-red-800 disabled:bg-red-200 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cursor-pointer 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disabled:cursor-not-allowed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handleVolumeDown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={volume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10}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 py-2 bg-green-600 hover:bg-green-700 active:bg-green-800 disabled:bg-green-200 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cursor-pointer 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disabled:cursor-not-allowed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handleVolumeUp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volume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===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&amp;&amp;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font-bold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Volume máximo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volume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===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0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&amp;&amp;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font-bold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text-amber-400"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Equipamento mudo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48249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87FF0-E090-98DC-E745-33C1BD86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26137-BA4E-08DD-E411-8BA4E839A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76400"/>
            <a:ext cx="10753725" cy="468206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just"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200" b="0" strike="noStrike" spc="-1" dirty="0">
                <a:solidFill>
                  <a:schemeClr val="tx1"/>
                </a:solidFill>
                <a:latin typeface="Calibri Light"/>
              </a:rPr>
              <a:t>Crie um aplicativo </a:t>
            </a:r>
            <a:r>
              <a:rPr lang="pt-BR" sz="3200" b="0" strike="noStrike" spc="-1" dirty="0" err="1">
                <a:solidFill>
                  <a:schemeClr val="tx1"/>
                </a:solidFill>
                <a:latin typeface="Calibri Light"/>
              </a:rPr>
              <a:t>React</a:t>
            </a:r>
            <a:r>
              <a:rPr lang="pt-BR" sz="3200" b="0" strike="noStrike" spc="-1" dirty="0">
                <a:solidFill>
                  <a:schemeClr val="tx1"/>
                </a:solidFill>
                <a:latin typeface="Calibri Light"/>
              </a:rPr>
              <a:t> para "ajustar o volume" de três entradas de áudio de um equipamento. Cada entrada de áudio possui volume mínimo de zero e máximo de 10, sendo que o incremento/decremento utilizado é de 1. Exibir o volume de cada entrada de áudio juntamente com o seu nome (usar nomes fictícios). Informar se o volume do equipamento estiver no mínimo ou </a:t>
            </a:r>
            <a:r>
              <a:rPr lang="pt-BR" sz="3200" spc="-1" dirty="0">
                <a:solidFill>
                  <a:schemeClr val="tx1"/>
                </a:solidFill>
                <a:latin typeface="Calibri Light"/>
              </a:rPr>
              <a:t>no máximo. Cada equipamento deve possuir um botão de energia próprio, que liga ou desliga o equipamento. Ainda, todo o sistema deve possuir um botão geral de energia, que quando ligado permite a passagem de energia para os componentes, mas quando desligado, não permite a passagem de energia para os demais componentes.</a:t>
            </a:r>
            <a:endParaRPr lang="pt-BR" sz="3200" b="0" strike="noStrike" spc="-1" dirty="0">
              <a:solidFill>
                <a:schemeClr val="tx1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371028691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o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Metropolitan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1494</TotalTime>
  <Words>1338</Words>
  <Application>Microsoft Office PowerPoint</Application>
  <PresentationFormat>Widescreen</PresentationFormat>
  <Paragraphs>174</Paragraphs>
  <Slides>16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Cascadia Mono</vt:lpstr>
      <vt:lpstr>Metropolitano</vt:lpstr>
      <vt:lpstr>Desenvolvimento Web 3</vt:lpstr>
      <vt:lpstr>Exemplo </vt:lpstr>
      <vt:lpstr>Apresentação do PowerPoint</vt:lpstr>
      <vt:lpstr>Apresentação do PowerPoint</vt:lpstr>
      <vt:lpstr>Renderização condicional</vt:lpstr>
      <vt:lpstr>Renderização condicional</vt:lpstr>
      <vt:lpstr>Renderização condicional: Opção 1</vt:lpstr>
      <vt:lpstr>Renderização condicional: Opção 2</vt:lpstr>
      <vt:lpstr>Renderização condicional: Opção 3</vt:lpstr>
      <vt:lpstr>Renderização condicional: Opção 4</vt:lpstr>
      <vt:lpstr>Renderização condicional: Opção 5</vt:lpstr>
      <vt:lpstr>Renderização condicional</vt:lpstr>
      <vt:lpstr>Renderização condicional</vt:lpstr>
      <vt:lpstr>Exemplo </vt:lpstr>
      <vt:lpstr>Apresentação do PowerPoint</vt:lpstr>
      <vt:lpstr>Exercício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Web III</dc:title>
  <dc:creator>Tiago Docusse</dc:creator>
  <cp:lastModifiedBy>Tiago Docusse</cp:lastModifiedBy>
  <cp:revision>269</cp:revision>
  <dcterms:created xsi:type="dcterms:W3CDTF">2020-10-26T16:07:06Z</dcterms:created>
  <dcterms:modified xsi:type="dcterms:W3CDTF">2026-02-13T10:36:04Z</dcterms:modified>
</cp:coreProperties>
</file>