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347" r:id="rId3"/>
    <p:sldId id="348" r:id="rId4"/>
    <p:sldId id="349" r:id="rId5"/>
    <p:sldId id="396" r:id="rId6"/>
    <p:sldId id="397" r:id="rId7"/>
    <p:sldId id="398" r:id="rId8"/>
    <p:sldId id="399" r:id="rId9"/>
    <p:sldId id="400" r:id="rId10"/>
    <p:sldId id="401" r:id="rId11"/>
    <p:sldId id="402" r:id="rId12"/>
    <p:sldId id="403" r:id="rId13"/>
    <p:sldId id="404" r:id="rId14"/>
    <p:sldId id="405" r:id="rId15"/>
    <p:sldId id="406" r:id="rId16"/>
    <p:sldId id="407" r:id="rId17"/>
    <p:sldId id="408" r:id="rId18"/>
    <p:sldId id="409" r:id="rId19"/>
    <p:sldId id="410" r:id="rId20"/>
    <p:sldId id="411" r:id="rId21"/>
    <p:sldId id="413" r:id="rId22"/>
    <p:sldId id="414" r:id="rId23"/>
    <p:sldId id="415" r:id="rId24"/>
    <p:sldId id="416" r:id="rId25"/>
    <p:sldId id="417" r:id="rId26"/>
    <p:sldId id="418" r:id="rId27"/>
    <p:sldId id="419" r:id="rId28"/>
    <p:sldId id="420" r:id="rId29"/>
    <p:sldId id="421" r:id="rId30"/>
    <p:sldId id="422" r:id="rId31"/>
    <p:sldId id="423" r:id="rId32"/>
    <p:sldId id="424" r:id="rId33"/>
    <p:sldId id="425" r:id="rId34"/>
    <p:sldId id="426" r:id="rId35"/>
    <p:sldId id="427" r:id="rId36"/>
    <p:sldId id="428" r:id="rId37"/>
    <p:sldId id="429" r:id="rId38"/>
    <p:sldId id="430" r:id="rId39"/>
    <p:sldId id="431" r:id="rId40"/>
    <p:sldId id="432" r:id="rId41"/>
    <p:sldId id="433" r:id="rId42"/>
    <p:sldId id="43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549E39"/>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EB05DB-36DA-DAEB-CE08-30B04151FCC0}" v="1228" dt="2024-09-10T01:08:45.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4660"/>
  </p:normalViewPr>
  <p:slideViewPr>
    <p:cSldViewPr snapToGrid="0">
      <p:cViewPr varScale="1">
        <p:scale>
          <a:sx n="104" d="100"/>
          <a:sy n="104" d="100"/>
        </p:scale>
        <p:origin x="8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ago Docusse" userId="S::tad@ifsp.edu.br::82cd302d-985b-46d4-af94-997036e3c08a" providerId="AD" clId="Web-{C7EB05DB-36DA-DAEB-CE08-30B04151FCC0}"/>
    <pc:docChg chg="addSld delSld modSld sldOrd">
      <pc:chgData name="Tiago Docusse" userId="S::tad@ifsp.edu.br::82cd302d-985b-46d4-af94-997036e3c08a" providerId="AD" clId="Web-{C7EB05DB-36DA-DAEB-CE08-30B04151FCC0}" dt="2024-09-10T01:08:45.284" v="1042" actId="20577"/>
      <pc:docMkLst>
        <pc:docMk/>
      </pc:docMkLst>
      <pc:sldChg chg="addSp delSp modSp">
        <pc:chgData name="Tiago Docusse" userId="S::tad@ifsp.edu.br::82cd302d-985b-46d4-af94-997036e3c08a" providerId="AD" clId="Web-{C7EB05DB-36DA-DAEB-CE08-30B04151FCC0}" dt="2024-09-10T00:25:24.146" v="27"/>
        <pc:sldMkLst>
          <pc:docMk/>
          <pc:sldMk cId="0" sldId="348"/>
        </pc:sldMkLst>
        <pc:spChg chg="add mod">
          <ac:chgData name="Tiago Docusse" userId="S::tad@ifsp.edu.br::82cd302d-985b-46d4-af94-997036e3c08a" providerId="AD" clId="Web-{C7EB05DB-36DA-DAEB-CE08-30B04151FCC0}" dt="2024-09-10T00:25:24.146" v="27"/>
          <ac:spMkLst>
            <pc:docMk/>
            <pc:sldMk cId="0" sldId="348"/>
            <ac:spMk id="2" creationId="{96235D7D-F436-AC76-920C-5AA436B6BB8E}"/>
          </ac:spMkLst>
        </pc:spChg>
        <pc:spChg chg="del">
          <ac:chgData name="Tiago Docusse" userId="S::tad@ifsp.edu.br::82cd302d-985b-46d4-af94-997036e3c08a" providerId="AD" clId="Web-{C7EB05DB-36DA-DAEB-CE08-30B04151FCC0}" dt="2024-09-10T00:23:32.107" v="0"/>
          <ac:spMkLst>
            <pc:docMk/>
            <pc:sldMk cId="0" sldId="348"/>
            <ac:spMk id="4" creationId="{00000000-0000-0000-0000-000000000000}"/>
          </ac:spMkLst>
        </pc:spChg>
      </pc:sldChg>
      <pc:sldChg chg="ord">
        <pc:chgData name="Tiago Docusse" userId="S::tad@ifsp.edu.br::82cd302d-985b-46d4-af94-997036e3c08a" providerId="AD" clId="Web-{C7EB05DB-36DA-DAEB-CE08-30B04151FCC0}" dt="2024-09-10T01:08:20.344" v="1039"/>
        <pc:sldMkLst>
          <pc:docMk/>
          <pc:sldMk cId="0" sldId="350"/>
        </pc:sldMkLst>
      </pc:sldChg>
      <pc:sldChg chg="modSp">
        <pc:chgData name="Tiago Docusse" userId="S::tad@ifsp.edu.br::82cd302d-985b-46d4-af94-997036e3c08a" providerId="AD" clId="Web-{C7EB05DB-36DA-DAEB-CE08-30B04151FCC0}" dt="2024-09-10T01:08:45.284" v="1042" actId="20577"/>
        <pc:sldMkLst>
          <pc:docMk/>
          <pc:sldMk cId="0" sldId="351"/>
        </pc:sldMkLst>
        <pc:spChg chg="mod">
          <ac:chgData name="Tiago Docusse" userId="S::tad@ifsp.edu.br::82cd302d-985b-46d4-af94-997036e3c08a" providerId="AD" clId="Web-{C7EB05DB-36DA-DAEB-CE08-30B04151FCC0}" dt="2024-09-10T01:08:45.284" v="1042" actId="20577"/>
          <ac:spMkLst>
            <pc:docMk/>
            <pc:sldMk cId="0" sldId="351"/>
            <ac:spMk id="3" creationId="{00000000-0000-0000-0000-000000000000}"/>
          </ac:spMkLst>
        </pc:spChg>
      </pc:sldChg>
      <pc:sldChg chg="addSp modSp">
        <pc:chgData name="Tiago Docusse" userId="S::tad@ifsp.edu.br::82cd302d-985b-46d4-af94-997036e3c08a" providerId="AD" clId="Web-{C7EB05DB-36DA-DAEB-CE08-30B04151FCC0}" dt="2024-09-10T00:26:46.608" v="51" actId="1076"/>
        <pc:sldMkLst>
          <pc:docMk/>
          <pc:sldMk cId="0" sldId="396"/>
        </pc:sldMkLst>
        <pc:spChg chg="add mod">
          <ac:chgData name="Tiago Docusse" userId="S::tad@ifsp.edu.br::82cd302d-985b-46d4-af94-997036e3c08a" providerId="AD" clId="Web-{C7EB05DB-36DA-DAEB-CE08-30B04151FCC0}" dt="2024-09-10T00:26:46.608" v="51" actId="1076"/>
          <ac:spMkLst>
            <pc:docMk/>
            <pc:sldMk cId="0" sldId="396"/>
            <ac:spMk id="2" creationId="{43E92CEB-7C21-BF8A-F483-F6BDFDC6F3B5}"/>
          </ac:spMkLst>
        </pc:spChg>
      </pc:sldChg>
      <pc:sldChg chg="addSp modSp">
        <pc:chgData name="Tiago Docusse" userId="S::tad@ifsp.edu.br::82cd302d-985b-46d4-af94-997036e3c08a" providerId="AD" clId="Web-{C7EB05DB-36DA-DAEB-CE08-30B04151FCC0}" dt="2024-09-10T00:26:23.433" v="44"/>
        <pc:sldMkLst>
          <pc:docMk/>
          <pc:sldMk cId="0" sldId="397"/>
        </pc:sldMkLst>
        <pc:spChg chg="add mod">
          <ac:chgData name="Tiago Docusse" userId="S::tad@ifsp.edu.br::82cd302d-985b-46d4-af94-997036e3c08a" providerId="AD" clId="Web-{C7EB05DB-36DA-DAEB-CE08-30B04151FCC0}" dt="2024-09-10T00:26:23.433" v="44"/>
          <ac:spMkLst>
            <pc:docMk/>
            <pc:sldMk cId="0" sldId="397"/>
            <ac:spMk id="2" creationId="{3434CADF-DE2E-F0E4-E672-143702462E71}"/>
          </ac:spMkLst>
        </pc:spChg>
      </pc:sldChg>
      <pc:sldChg chg="addSp modSp">
        <pc:chgData name="Tiago Docusse" userId="S::tad@ifsp.edu.br::82cd302d-985b-46d4-af94-997036e3c08a" providerId="AD" clId="Web-{C7EB05DB-36DA-DAEB-CE08-30B04151FCC0}" dt="2024-09-10T00:26:41.123" v="50"/>
        <pc:sldMkLst>
          <pc:docMk/>
          <pc:sldMk cId="0" sldId="398"/>
        </pc:sldMkLst>
        <pc:spChg chg="add mod">
          <ac:chgData name="Tiago Docusse" userId="S::tad@ifsp.edu.br::82cd302d-985b-46d4-af94-997036e3c08a" providerId="AD" clId="Web-{C7EB05DB-36DA-DAEB-CE08-30B04151FCC0}" dt="2024-09-10T00:26:41.123" v="50"/>
          <ac:spMkLst>
            <pc:docMk/>
            <pc:sldMk cId="0" sldId="398"/>
            <ac:spMk id="2" creationId="{2284CC24-098F-8784-A0C5-F040905B2424}"/>
          </ac:spMkLst>
        </pc:spChg>
      </pc:sldChg>
      <pc:sldChg chg="addSp modSp">
        <pc:chgData name="Tiago Docusse" userId="S::tad@ifsp.edu.br::82cd302d-985b-46d4-af94-997036e3c08a" providerId="AD" clId="Web-{C7EB05DB-36DA-DAEB-CE08-30B04151FCC0}" dt="2024-09-10T00:27:29.533" v="62" actId="20577"/>
        <pc:sldMkLst>
          <pc:docMk/>
          <pc:sldMk cId="0" sldId="399"/>
        </pc:sldMkLst>
        <pc:spChg chg="add mod">
          <ac:chgData name="Tiago Docusse" userId="S::tad@ifsp.edu.br::82cd302d-985b-46d4-af94-997036e3c08a" providerId="AD" clId="Web-{C7EB05DB-36DA-DAEB-CE08-30B04151FCC0}" dt="2024-09-10T00:27:29.533" v="62" actId="20577"/>
          <ac:spMkLst>
            <pc:docMk/>
            <pc:sldMk cId="0" sldId="399"/>
            <ac:spMk id="2" creationId="{A81C7DE1-F7CB-216A-EE51-3DC779A2DAE4}"/>
          </ac:spMkLst>
        </pc:spChg>
      </pc:sldChg>
      <pc:sldChg chg="modSp add replId">
        <pc:chgData name="Tiago Docusse" userId="S::tad@ifsp.edu.br::82cd302d-985b-46d4-af94-997036e3c08a" providerId="AD" clId="Web-{C7EB05DB-36DA-DAEB-CE08-30B04151FCC0}" dt="2024-09-10T00:33:11.418" v="123" actId="20577"/>
        <pc:sldMkLst>
          <pc:docMk/>
          <pc:sldMk cId="804493553" sldId="400"/>
        </pc:sldMkLst>
        <pc:spChg chg="mod">
          <ac:chgData name="Tiago Docusse" userId="S::tad@ifsp.edu.br::82cd302d-985b-46d4-af94-997036e3c08a" providerId="AD" clId="Web-{C7EB05DB-36DA-DAEB-CE08-30B04151FCC0}" dt="2024-09-10T00:33:11.418" v="123" actId="20577"/>
          <ac:spMkLst>
            <pc:docMk/>
            <pc:sldMk cId="804493553" sldId="400"/>
            <ac:spMk id="6" creationId="{00000000-0000-0000-0000-000000000000}"/>
          </ac:spMkLst>
        </pc:spChg>
      </pc:sldChg>
      <pc:sldChg chg="modSp add ord replId">
        <pc:chgData name="Tiago Docusse" userId="S::tad@ifsp.edu.br::82cd302d-985b-46d4-af94-997036e3c08a" providerId="AD" clId="Web-{C7EB05DB-36DA-DAEB-CE08-30B04151FCC0}" dt="2024-09-10T00:40:14.450" v="345" actId="20577"/>
        <pc:sldMkLst>
          <pc:docMk/>
          <pc:sldMk cId="701182892" sldId="401"/>
        </pc:sldMkLst>
        <pc:spChg chg="mod">
          <ac:chgData name="Tiago Docusse" userId="S::tad@ifsp.edu.br::82cd302d-985b-46d4-af94-997036e3c08a" providerId="AD" clId="Web-{C7EB05DB-36DA-DAEB-CE08-30B04151FCC0}" dt="2024-09-10T00:40:14.450" v="345" actId="20577"/>
          <ac:spMkLst>
            <pc:docMk/>
            <pc:sldMk cId="701182892" sldId="401"/>
            <ac:spMk id="3" creationId="{00000000-0000-0000-0000-000000000000}"/>
          </ac:spMkLst>
        </pc:spChg>
      </pc:sldChg>
      <pc:sldChg chg="addSp modSp add replId">
        <pc:chgData name="Tiago Docusse" userId="S::tad@ifsp.edu.br::82cd302d-985b-46d4-af94-997036e3c08a" providerId="AD" clId="Web-{C7EB05DB-36DA-DAEB-CE08-30B04151FCC0}" dt="2024-09-10T00:43:04.931" v="446" actId="14100"/>
        <pc:sldMkLst>
          <pc:docMk/>
          <pc:sldMk cId="162897652" sldId="402"/>
        </pc:sldMkLst>
        <pc:spChg chg="mod">
          <ac:chgData name="Tiago Docusse" userId="S::tad@ifsp.edu.br::82cd302d-985b-46d4-af94-997036e3c08a" providerId="AD" clId="Web-{C7EB05DB-36DA-DAEB-CE08-30B04151FCC0}" dt="2024-09-10T00:40:22.732" v="347" actId="20577"/>
          <ac:spMkLst>
            <pc:docMk/>
            <pc:sldMk cId="162897652" sldId="402"/>
            <ac:spMk id="2" creationId="{00000000-0000-0000-0000-000000000000}"/>
          </ac:spMkLst>
        </pc:spChg>
        <pc:spChg chg="mod">
          <ac:chgData name="Tiago Docusse" userId="S::tad@ifsp.edu.br::82cd302d-985b-46d4-af94-997036e3c08a" providerId="AD" clId="Web-{C7EB05DB-36DA-DAEB-CE08-30B04151FCC0}" dt="2024-09-10T00:43:04.931" v="446" actId="14100"/>
          <ac:spMkLst>
            <pc:docMk/>
            <pc:sldMk cId="162897652" sldId="402"/>
            <ac:spMk id="3" creationId="{00000000-0000-0000-0000-000000000000}"/>
          </ac:spMkLst>
        </pc:spChg>
        <pc:spChg chg="add mod">
          <ac:chgData name="Tiago Docusse" userId="S::tad@ifsp.edu.br::82cd302d-985b-46d4-af94-997036e3c08a" providerId="AD" clId="Web-{C7EB05DB-36DA-DAEB-CE08-30B04151FCC0}" dt="2024-09-10T00:42:51.602" v="424"/>
          <ac:spMkLst>
            <pc:docMk/>
            <pc:sldMk cId="162897652" sldId="402"/>
            <ac:spMk id="4" creationId="{7343DE0E-7FD6-D688-64BA-0651C44DD17F}"/>
          </ac:spMkLst>
        </pc:spChg>
      </pc:sldChg>
      <pc:sldChg chg="addSp delSp modSp add replId">
        <pc:chgData name="Tiago Docusse" userId="S::tad@ifsp.edu.br::82cd302d-985b-46d4-af94-997036e3c08a" providerId="AD" clId="Web-{C7EB05DB-36DA-DAEB-CE08-30B04151FCC0}" dt="2024-09-10T00:44:39.563" v="523" actId="1076"/>
        <pc:sldMkLst>
          <pc:docMk/>
          <pc:sldMk cId="1274551846" sldId="403"/>
        </pc:sldMkLst>
        <pc:spChg chg="mod">
          <ac:chgData name="Tiago Docusse" userId="S::tad@ifsp.edu.br::82cd302d-985b-46d4-af94-997036e3c08a" providerId="AD" clId="Web-{C7EB05DB-36DA-DAEB-CE08-30B04151FCC0}" dt="2024-09-10T00:43:40.309" v="456" actId="20577"/>
          <ac:spMkLst>
            <pc:docMk/>
            <pc:sldMk cId="1274551846" sldId="403"/>
            <ac:spMk id="2" creationId="{00000000-0000-0000-0000-000000000000}"/>
          </ac:spMkLst>
        </pc:spChg>
        <pc:spChg chg="del">
          <ac:chgData name="Tiago Docusse" userId="S::tad@ifsp.edu.br::82cd302d-985b-46d4-af94-997036e3c08a" providerId="AD" clId="Web-{C7EB05DB-36DA-DAEB-CE08-30B04151FCC0}" dt="2024-09-10T00:43:14.619" v="447"/>
          <ac:spMkLst>
            <pc:docMk/>
            <pc:sldMk cId="1274551846" sldId="403"/>
            <ac:spMk id="3" creationId="{00000000-0000-0000-0000-000000000000}"/>
          </ac:spMkLst>
        </pc:spChg>
        <pc:spChg chg="del mod">
          <ac:chgData name="Tiago Docusse" userId="S::tad@ifsp.edu.br::82cd302d-985b-46d4-af94-997036e3c08a" providerId="AD" clId="Web-{C7EB05DB-36DA-DAEB-CE08-30B04151FCC0}" dt="2024-09-10T00:43:23.448" v="448"/>
          <ac:spMkLst>
            <pc:docMk/>
            <pc:sldMk cId="1274551846" sldId="403"/>
            <ac:spMk id="4" creationId="{7343DE0E-7FD6-D688-64BA-0651C44DD17F}"/>
          </ac:spMkLst>
        </pc:spChg>
        <pc:spChg chg="add del mod">
          <ac:chgData name="Tiago Docusse" userId="S::tad@ifsp.edu.br::82cd302d-985b-46d4-af94-997036e3c08a" providerId="AD" clId="Web-{C7EB05DB-36DA-DAEB-CE08-30B04151FCC0}" dt="2024-09-10T00:43:36.949" v="453"/>
          <ac:spMkLst>
            <pc:docMk/>
            <pc:sldMk cId="1274551846" sldId="403"/>
            <ac:spMk id="6" creationId="{84338EC1-6F1A-A573-5CDA-41460B5D6A86}"/>
          </ac:spMkLst>
        </pc:spChg>
        <pc:spChg chg="add mod">
          <ac:chgData name="Tiago Docusse" userId="S::tad@ifsp.edu.br::82cd302d-985b-46d4-af94-997036e3c08a" providerId="AD" clId="Web-{C7EB05DB-36DA-DAEB-CE08-30B04151FCC0}" dt="2024-09-10T00:43:43.371" v="457" actId="14100"/>
          <ac:spMkLst>
            <pc:docMk/>
            <pc:sldMk cId="1274551846" sldId="403"/>
            <ac:spMk id="7" creationId="{4D57F17B-71CB-0D7A-B64C-58853B3ED61F}"/>
          </ac:spMkLst>
        </pc:spChg>
        <pc:spChg chg="add mod">
          <ac:chgData name="Tiago Docusse" userId="S::tad@ifsp.edu.br::82cd302d-985b-46d4-af94-997036e3c08a" providerId="AD" clId="Web-{C7EB05DB-36DA-DAEB-CE08-30B04151FCC0}" dt="2024-09-10T00:44:39.563" v="523" actId="1076"/>
          <ac:spMkLst>
            <pc:docMk/>
            <pc:sldMk cId="1274551846" sldId="403"/>
            <ac:spMk id="8" creationId="{7EEF3146-1650-84B7-657B-08883CF1997B}"/>
          </ac:spMkLst>
        </pc:spChg>
      </pc:sldChg>
      <pc:sldChg chg="delSp modSp add ord replId">
        <pc:chgData name="Tiago Docusse" userId="S::tad@ifsp.edu.br::82cd302d-985b-46d4-af94-997036e3c08a" providerId="AD" clId="Web-{C7EB05DB-36DA-DAEB-CE08-30B04151FCC0}" dt="2024-09-10T00:51:19.781" v="683" actId="20577"/>
        <pc:sldMkLst>
          <pc:docMk/>
          <pc:sldMk cId="4239981037" sldId="404"/>
        </pc:sldMkLst>
        <pc:spChg chg="mod">
          <ac:chgData name="Tiago Docusse" userId="S::tad@ifsp.edu.br::82cd302d-985b-46d4-af94-997036e3c08a" providerId="AD" clId="Web-{C7EB05DB-36DA-DAEB-CE08-30B04151FCC0}" dt="2024-09-10T00:51:09.296" v="662" actId="20577"/>
          <ac:spMkLst>
            <pc:docMk/>
            <pc:sldMk cId="4239981037" sldId="404"/>
            <ac:spMk id="2" creationId="{00000000-0000-0000-0000-000000000000}"/>
          </ac:spMkLst>
        </pc:spChg>
        <pc:spChg chg="mod">
          <ac:chgData name="Tiago Docusse" userId="S::tad@ifsp.edu.br::82cd302d-985b-46d4-af94-997036e3c08a" providerId="AD" clId="Web-{C7EB05DB-36DA-DAEB-CE08-30B04151FCC0}" dt="2024-09-10T00:51:19.781" v="683" actId="20577"/>
          <ac:spMkLst>
            <pc:docMk/>
            <pc:sldMk cId="4239981037" sldId="404"/>
            <ac:spMk id="3" creationId="{00000000-0000-0000-0000-000000000000}"/>
          </ac:spMkLst>
        </pc:spChg>
        <pc:spChg chg="del">
          <ac:chgData name="Tiago Docusse" userId="S::tad@ifsp.edu.br::82cd302d-985b-46d4-af94-997036e3c08a" providerId="AD" clId="Web-{C7EB05DB-36DA-DAEB-CE08-30B04151FCC0}" dt="2024-09-10T00:50:13.417" v="526"/>
          <ac:spMkLst>
            <pc:docMk/>
            <pc:sldMk cId="4239981037" sldId="404"/>
            <ac:spMk id="4" creationId="{7343DE0E-7FD6-D688-64BA-0651C44DD17F}"/>
          </ac:spMkLst>
        </pc:spChg>
      </pc:sldChg>
      <pc:sldChg chg="addSp delSp modSp add replId">
        <pc:chgData name="Tiago Docusse" userId="S::tad@ifsp.edu.br::82cd302d-985b-46d4-af94-997036e3c08a" providerId="AD" clId="Web-{C7EB05DB-36DA-DAEB-CE08-30B04151FCC0}" dt="2024-09-10T00:55:58.849" v="932" actId="20577"/>
        <pc:sldMkLst>
          <pc:docMk/>
          <pc:sldMk cId="3308084151" sldId="405"/>
        </pc:sldMkLst>
        <pc:spChg chg="mod">
          <ac:chgData name="Tiago Docusse" userId="S::tad@ifsp.edu.br::82cd302d-985b-46d4-af94-997036e3c08a" providerId="AD" clId="Web-{C7EB05DB-36DA-DAEB-CE08-30B04151FCC0}" dt="2024-09-10T00:51:27.282" v="685" actId="20577"/>
          <ac:spMkLst>
            <pc:docMk/>
            <pc:sldMk cId="3308084151" sldId="405"/>
            <ac:spMk id="2" creationId="{00000000-0000-0000-0000-000000000000}"/>
          </ac:spMkLst>
        </pc:spChg>
        <pc:spChg chg="del">
          <ac:chgData name="Tiago Docusse" userId="S::tad@ifsp.edu.br::82cd302d-985b-46d4-af94-997036e3c08a" providerId="AD" clId="Web-{C7EB05DB-36DA-DAEB-CE08-30B04151FCC0}" dt="2024-09-10T00:51:29.360" v="686"/>
          <ac:spMkLst>
            <pc:docMk/>
            <pc:sldMk cId="3308084151" sldId="405"/>
            <ac:spMk id="3" creationId="{00000000-0000-0000-0000-000000000000}"/>
          </ac:spMkLst>
        </pc:spChg>
        <pc:spChg chg="add del mod">
          <ac:chgData name="Tiago Docusse" userId="S::tad@ifsp.edu.br::82cd302d-985b-46d4-af94-997036e3c08a" providerId="AD" clId="Web-{C7EB05DB-36DA-DAEB-CE08-30B04151FCC0}" dt="2024-09-10T00:51:40.705" v="687"/>
          <ac:spMkLst>
            <pc:docMk/>
            <pc:sldMk cId="3308084151" sldId="405"/>
            <ac:spMk id="5" creationId="{8D7D997D-1C57-B388-33A1-C1E3523B07B5}"/>
          </ac:spMkLst>
        </pc:spChg>
        <pc:spChg chg="add mod">
          <ac:chgData name="Tiago Docusse" userId="S::tad@ifsp.edu.br::82cd302d-985b-46d4-af94-997036e3c08a" providerId="AD" clId="Web-{C7EB05DB-36DA-DAEB-CE08-30B04151FCC0}" dt="2024-09-10T00:55:58.849" v="932" actId="20577"/>
          <ac:spMkLst>
            <pc:docMk/>
            <pc:sldMk cId="3308084151" sldId="405"/>
            <ac:spMk id="6" creationId="{D824FE35-CF4F-64A7-2876-D98E79D1E1A7}"/>
          </ac:spMkLst>
        </pc:spChg>
        <pc:spChg chg="add mod">
          <ac:chgData name="Tiago Docusse" userId="S::tad@ifsp.edu.br::82cd302d-985b-46d4-af94-997036e3c08a" providerId="AD" clId="Web-{C7EB05DB-36DA-DAEB-CE08-30B04151FCC0}" dt="2024-09-10T00:53:13.165" v="757" actId="20577"/>
          <ac:spMkLst>
            <pc:docMk/>
            <pc:sldMk cId="3308084151" sldId="405"/>
            <ac:spMk id="7" creationId="{FF27DC58-029D-B31E-CF12-6AAD29807180}"/>
          </ac:spMkLst>
        </pc:spChg>
      </pc:sldChg>
      <pc:sldChg chg="addSp modSp add replId">
        <pc:chgData name="Tiago Docusse" userId="S::tad@ifsp.edu.br::82cd302d-985b-46d4-af94-997036e3c08a" providerId="AD" clId="Web-{C7EB05DB-36DA-DAEB-CE08-30B04151FCC0}" dt="2024-09-10T00:55:51.380" v="919" actId="20577"/>
        <pc:sldMkLst>
          <pc:docMk/>
          <pc:sldMk cId="631426109" sldId="406"/>
        </pc:sldMkLst>
        <pc:spChg chg="add mod">
          <ac:chgData name="Tiago Docusse" userId="S::tad@ifsp.edu.br::82cd302d-985b-46d4-af94-997036e3c08a" providerId="AD" clId="Web-{C7EB05DB-36DA-DAEB-CE08-30B04151FCC0}" dt="2024-09-10T00:53:28.431" v="766" actId="20577"/>
          <ac:spMkLst>
            <pc:docMk/>
            <pc:sldMk cId="631426109" sldId="406"/>
            <ac:spMk id="4" creationId="{DBDDE7DC-C64A-21FF-3BF2-86C2B26A7201}"/>
          </ac:spMkLst>
        </pc:spChg>
        <pc:spChg chg="mod">
          <ac:chgData name="Tiago Docusse" userId="S::tad@ifsp.edu.br::82cd302d-985b-46d4-af94-997036e3c08a" providerId="AD" clId="Web-{C7EB05DB-36DA-DAEB-CE08-30B04151FCC0}" dt="2024-09-10T00:55:51.380" v="919" actId="20577"/>
          <ac:spMkLst>
            <pc:docMk/>
            <pc:sldMk cId="631426109" sldId="406"/>
            <ac:spMk id="6" creationId="{D824FE35-CF4F-64A7-2876-D98E79D1E1A7}"/>
          </ac:spMkLst>
        </pc:spChg>
      </pc:sldChg>
      <pc:sldChg chg="modSp add replId">
        <pc:chgData name="Tiago Docusse" userId="S::tad@ifsp.edu.br::82cd302d-985b-46d4-af94-997036e3c08a" providerId="AD" clId="Web-{C7EB05DB-36DA-DAEB-CE08-30B04151FCC0}" dt="2024-09-10T01:04:57.407" v="1008" actId="20577"/>
        <pc:sldMkLst>
          <pc:docMk/>
          <pc:sldMk cId="4281843897" sldId="407"/>
        </pc:sldMkLst>
        <pc:spChg chg="mod">
          <ac:chgData name="Tiago Docusse" userId="S::tad@ifsp.edu.br::82cd302d-985b-46d4-af94-997036e3c08a" providerId="AD" clId="Web-{C7EB05DB-36DA-DAEB-CE08-30B04151FCC0}" dt="2024-09-10T01:04:57.407" v="1008" actId="20577"/>
          <ac:spMkLst>
            <pc:docMk/>
            <pc:sldMk cId="4281843897" sldId="407"/>
            <ac:spMk id="3" creationId="{00000000-0000-0000-0000-000000000000}"/>
          </ac:spMkLst>
        </pc:spChg>
      </pc:sldChg>
      <pc:sldChg chg="modSp add replId">
        <pc:chgData name="Tiago Docusse" userId="S::tad@ifsp.edu.br::82cd302d-985b-46d4-af94-997036e3c08a" providerId="AD" clId="Web-{C7EB05DB-36DA-DAEB-CE08-30B04151FCC0}" dt="2024-09-10T00:56:11.569" v="934" actId="20577"/>
        <pc:sldMkLst>
          <pc:docMk/>
          <pc:sldMk cId="1732902360" sldId="408"/>
        </pc:sldMkLst>
        <pc:spChg chg="mod">
          <ac:chgData name="Tiago Docusse" userId="S::tad@ifsp.edu.br::82cd302d-985b-46d4-af94-997036e3c08a" providerId="AD" clId="Web-{C7EB05DB-36DA-DAEB-CE08-30B04151FCC0}" dt="2024-09-10T00:54:47.281" v="894" actId="20577"/>
          <ac:spMkLst>
            <pc:docMk/>
            <pc:sldMk cId="1732902360" sldId="408"/>
            <ac:spMk id="4" creationId="{DBDDE7DC-C64A-21FF-3BF2-86C2B26A7201}"/>
          </ac:spMkLst>
        </pc:spChg>
        <pc:spChg chg="mod">
          <ac:chgData name="Tiago Docusse" userId="S::tad@ifsp.edu.br::82cd302d-985b-46d4-af94-997036e3c08a" providerId="AD" clId="Web-{C7EB05DB-36DA-DAEB-CE08-30B04151FCC0}" dt="2024-09-10T00:56:11.569" v="934" actId="20577"/>
          <ac:spMkLst>
            <pc:docMk/>
            <pc:sldMk cId="1732902360" sldId="408"/>
            <ac:spMk id="6" creationId="{D824FE35-CF4F-64A7-2876-D98E79D1E1A7}"/>
          </ac:spMkLst>
        </pc:spChg>
      </pc:sldChg>
      <pc:sldChg chg="add del replId">
        <pc:chgData name="Tiago Docusse" userId="S::tad@ifsp.edu.br::82cd302d-985b-46d4-af94-997036e3c08a" providerId="AD" clId="Web-{C7EB05DB-36DA-DAEB-CE08-30B04151FCC0}" dt="2024-09-10T00:54:18.826" v="864"/>
        <pc:sldMkLst>
          <pc:docMk/>
          <pc:sldMk cId="2395635511" sldId="408"/>
        </pc:sldMkLst>
      </pc:sldChg>
      <pc:sldChg chg="modSp add replId">
        <pc:chgData name="Tiago Docusse" userId="S::tad@ifsp.edu.br::82cd302d-985b-46d4-af94-997036e3c08a" providerId="AD" clId="Web-{C7EB05DB-36DA-DAEB-CE08-30B04151FCC0}" dt="2024-09-10T00:56:24.507" v="937" actId="20577"/>
        <pc:sldMkLst>
          <pc:docMk/>
          <pc:sldMk cId="3348644378" sldId="409"/>
        </pc:sldMkLst>
        <pc:spChg chg="mod">
          <ac:chgData name="Tiago Docusse" userId="S::tad@ifsp.edu.br::82cd302d-985b-46d4-af94-997036e3c08a" providerId="AD" clId="Web-{C7EB05DB-36DA-DAEB-CE08-30B04151FCC0}" dt="2024-09-10T00:56:23.663" v="936" actId="20577"/>
          <ac:spMkLst>
            <pc:docMk/>
            <pc:sldMk cId="3348644378" sldId="409"/>
            <ac:spMk id="4" creationId="{DBDDE7DC-C64A-21FF-3BF2-86C2B26A7201}"/>
          </ac:spMkLst>
        </pc:spChg>
        <pc:spChg chg="mod">
          <ac:chgData name="Tiago Docusse" userId="S::tad@ifsp.edu.br::82cd302d-985b-46d4-af94-997036e3c08a" providerId="AD" clId="Web-{C7EB05DB-36DA-DAEB-CE08-30B04151FCC0}" dt="2024-09-10T00:56:24.507" v="937" actId="20577"/>
          <ac:spMkLst>
            <pc:docMk/>
            <pc:sldMk cId="3348644378" sldId="409"/>
            <ac:spMk id="6" creationId="{D824FE35-CF4F-64A7-2876-D98E79D1E1A7}"/>
          </ac:spMkLst>
        </pc:spChg>
      </pc:sldChg>
      <pc:sldChg chg="modSp add replId">
        <pc:chgData name="Tiago Docusse" userId="S::tad@ifsp.edu.br::82cd302d-985b-46d4-af94-997036e3c08a" providerId="AD" clId="Web-{C7EB05DB-36DA-DAEB-CE08-30B04151FCC0}" dt="2024-09-10T00:57:00.932" v="991" actId="20577"/>
        <pc:sldMkLst>
          <pc:docMk/>
          <pc:sldMk cId="1497156571" sldId="410"/>
        </pc:sldMkLst>
        <pc:spChg chg="mod">
          <ac:chgData name="Tiago Docusse" userId="S::tad@ifsp.edu.br::82cd302d-985b-46d4-af94-997036e3c08a" providerId="AD" clId="Web-{C7EB05DB-36DA-DAEB-CE08-30B04151FCC0}" dt="2024-09-10T00:56:52.165" v="987" actId="20577"/>
          <ac:spMkLst>
            <pc:docMk/>
            <pc:sldMk cId="1497156571" sldId="410"/>
            <ac:spMk id="4" creationId="{DBDDE7DC-C64A-21FF-3BF2-86C2B26A7201}"/>
          </ac:spMkLst>
        </pc:spChg>
        <pc:spChg chg="mod">
          <ac:chgData name="Tiago Docusse" userId="S::tad@ifsp.edu.br::82cd302d-985b-46d4-af94-997036e3c08a" providerId="AD" clId="Web-{C7EB05DB-36DA-DAEB-CE08-30B04151FCC0}" dt="2024-09-10T00:57:00.932" v="991" actId="20577"/>
          <ac:spMkLst>
            <pc:docMk/>
            <pc:sldMk cId="1497156571" sldId="410"/>
            <ac:spMk id="6" creationId="{D824FE35-CF4F-64A7-2876-D98E79D1E1A7}"/>
          </ac:spMkLst>
        </pc:spChg>
      </pc:sldChg>
      <pc:sldChg chg="modSp add replId">
        <pc:chgData name="Tiago Docusse" userId="S::tad@ifsp.edu.br::82cd302d-985b-46d4-af94-997036e3c08a" providerId="AD" clId="Web-{C7EB05DB-36DA-DAEB-CE08-30B04151FCC0}" dt="2024-09-10T01:06:52.400" v="1033"/>
        <pc:sldMkLst>
          <pc:docMk/>
          <pc:sldMk cId="1429776689" sldId="411"/>
        </pc:sldMkLst>
        <pc:spChg chg="mod">
          <ac:chgData name="Tiago Docusse" userId="S::tad@ifsp.edu.br::82cd302d-985b-46d4-af94-997036e3c08a" providerId="AD" clId="Web-{C7EB05DB-36DA-DAEB-CE08-30B04151FCC0}" dt="2024-09-10T01:06:28.993" v="1013" actId="20577"/>
          <ac:spMkLst>
            <pc:docMk/>
            <pc:sldMk cId="1429776689" sldId="411"/>
            <ac:spMk id="4" creationId="{DBDDE7DC-C64A-21FF-3BF2-86C2B26A7201}"/>
          </ac:spMkLst>
        </pc:spChg>
        <pc:spChg chg="mod">
          <ac:chgData name="Tiago Docusse" userId="S::tad@ifsp.edu.br::82cd302d-985b-46d4-af94-997036e3c08a" providerId="AD" clId="Web-{C7EB05DB-36DA-DAEB-CE08-30B04151FCC0}" dt="2024-09-10T01:06:52.400" v="1033"/>
          <ac:spMkLst>
            <pc:docMk/>
            <pc:sldMk cId="1429776689" sldId="411"/>
            <ac:spMk id="6" creationId="{D824FE35-CF4F-64A7-2876-D98E79D1E1A7}"/>
          </ac:spMkLst>
        </pc:spChg>
      </pc:sldChg>
      <pc:sldChg chg="delSp modSp add replId">
        <pc:chgData name="Tiago Docusse" userId="S::tad@ifsp.edu.br::82cd302d-985b-46d4-af94-997036e3c08a" providerId="AD" clId="Web-{C7EB05DB-36DA-DAEB-CE08-30B04151FCC0}" dt="2024-09-10T01:08:26.876" v="1040" actId="20577"/>
        <pc:sldMkLst>
          <pc:docMk/>
          <pc:sldMk cId="530207432" sldId="412"/>
        </pc:sldMkLst>
        <pc:spChg chg="mod">
          <ac:chgData name="Tiago Docusse" userId="S::tad@ifsp.edu.br::82cd302d-985b-46d4-af94-997036e3c08a" providerId="AD" clId="Web-{C7EB05DB-36DA-DAEB-CE08-30B04151FCC0}" dt="2024-09-10T01:08:26.876" v="1040" actId="20577"/>
          <ac:spMkLst>
            <pc:docMk/>
            <pc:sldMk cId="530207432" sldId="412"/>
            <ac:spMk id="3" creationId="{00000000-0000-0000-0000-000000000000}"/>
          </ac:spMkLst>
        </pc:spChg>
        <pc:spChg chg="del">
          <ac:chgData name="Tiago Docusse" userId="S::tad@ifsp.edu.br::82cd302d-985b-46d4-af94-997036e3c08a" providerId="AD" clId="Web-{C7EB05DB-36DA-DAEB-CE08-30B04151FCC0}" dt="2024-09-10T01:08:09.812" v="1038"/>
          <ac:spMkLst>
            <pc:docMk/>
            <pc:sldMk cId="530207432" sldId="412"/>
            <ac:spMk id="7" creationId="{00000000-0000-0000-0000-000000000000}"/>
          </ac:spMkLst>
        </pc:spChg>
        <pc:spChg chg="del">
          <ac:chgData name="Tiago Docusse" userId="S::tad@ifsp.edu.br::82cd302d-985b-46d4-af94-997036e3c08a" providerId="AD" clId="Web-{C7EB05DB-36DA-DAEB-CE08-30B04151FCC0}" dt="2024-09-10T01:08:08.312" v="1037"/>
          <ac:spMkLst>
            <pc:docMk/>
            <pc:sldMk cId="530207432" sldId="412"/>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949C9-9CE7-4F3E-9D45-43DA33BA51FD}" type="datetimeFigureOut">
              <a:rPr lang="pt-BR" smtClean="0"/>
              <a:t>28/02/2026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2682CE-1854-4397-8FED-D567AEDD3700}" type="slidenum">
              <a:rPr lang="pt-BR" smtClean="0"/>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AC2682CE-1854-4397-8FED-D567AEDD3700}" type="slidenum">
              <a:rPr lang="pt-BR" smtClean="0"/>
              <a:t>1</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pt-BR"/>
              <a:t>Clique para editar o título Mestre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43541D0D-707C-4E66-89AA-0C4F55B1B90C}" type="datetimeFigureOut">
              <a:rPr lang="pt-BR" smtClean="0"/>
              <a:t>28/02/2026</a:t>
            </a:fld>
            <a:endParaRPr lang="pt-BR"/>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pt-BR"/>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F86D8455-DEB2-4E79-9BF6-B6184E2BA056}"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pt-BR"/>
              <a:t>Clique para editar o título Mestre</a:t>
            </a:r>
            <a:endParaRPr lang="en-US" dirty="0"/>
          </a:p>
        </p:txBody>
      </p:sp>
      <p:sp>
        <p:nvSpPr>
          <p:cNvPr id="3" name="Content Placeholder 2"/>
          <p:cNvSpPr>
            <a:spLocks noGrp="1"/>
          </p:cNvSpPr>
          <p:nvPr>
            <p:ph idx="1" hasCustomPrompt="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3541D0D-707C-4E66-89AA-0C4F55B1B90C}"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pt-BR"/>
              <a:t>Clique para editar o título Mestre</a:t>
            </a:r>
            <a:endParaRPr lang="en-US" dirty="0"/>
          </a:p>
        </p:txBody>
      </p:sp>
      <p:sp>
        <p:nvSpPr>
          <p:cNvPr id="3" name="Text Placeholder 2"/>
          <p:cNvSpPr>
            <a:spLocks noGrp="1"/>
          </p:cNvSpPr>
          <p:nvPr>
            <p:ph type="body" idx="1" hasCustomPrompt="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3541D0D-707C-4E66-89AA-0C4F55B1B90C}"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pt-BR"/>
              <a:t>Clique para editar o título Mestre</a:t>
            </a:r>
            <a:endParaRPr lang="en-US" dirty="0"/>
          </a:p>
        </p:txBody>
      </p:sp>
      <p:sp>
        <p:nvSpPr>
          <p:cNvPr id="3" name="Content Placeholder 2"/>
          <p:cNvSpPr>
            <a:spLocks noGrp="1"/>
          </p:cNvSpPr>
          <p:nvPr>
            <p:ph sz="half" idx="1" hasCustomPrompt="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hasCustomPrompt="1"/>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3541D0D-707C-4E66-89AA-0C4F55B1B90C}" type="datetimeFigureOut">
              <a:rPr lang="pt-BR" smtClean="0"/>
              <a:t>28/02/2026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hasCustomPrompt="1"/>
          </p:nvPr>
        </p:nvSpPr>
        <p:spPr/>
        <p:txBody>
          <a:bodyPr/>
          <a:lstStyle/>
          <a:p>
            <a:r>
              <a:rPr lang="pt-BR"/>
              <a:t>Clique para editar o título Mestre</a:t>
            </a:r>
            <a:endParaRPr lang="en-US" dirty="0"/>
          </a:p>
        </p:txBody>
      </p:sp>
      <p:sp>
        <p:nvSpPr>
          <p:cNvPr id="3" name="Text Placeholder 2"/>
          <p:cNvSpPr>
            <a:spLocks noGrp="1"/>
          </p:cNvSpPr>
          <p:nvPr>
            <p:ph type="body" idx="1" hasCustomPrompt="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hasCustomPrompt="1"/>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hasCustomPrompt="1"/>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hasCustomPrompt="1"/>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3541D0D-707C-4E66-89AA-0C4F55B1B90C}" type="datetimeFigureOut">
              <a:rPr lang="pt-BR" smtClean="0"/>
              <a:t>28/02/2026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6" name="Title 5"/>
          <p:cNvSpPr>
            <a:spLocks noGrp="1"/>
          </p:cNvSpPr>
          <p:nvPr>
            <p:ph type="title" hasCustomPrompt="1"/>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3541D0D-707C-4E66-89AA-0C4F55B1B90C}" type="datetimeFigureOut">
              <a:rPr lang="pt-BR" smtClean="0"/>
              <a:t>28/02/2026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541D0D-707C-4E66-89AA-0C4F55B1B90C}" type="datetimeFigureOut">
              <a:rPr lang="pt-BR" smtClean="0"/>
              <a:t>28/02/2026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hasCustomPrompt="1"/>
          </p:nvPr>
        </p:nvSpPr>
        <p:spPr>
          <a:xfrm>
            <a:off x="8261404" y="542282"/>
            <a:ext cx="3383280" cy="1920240"/>
          </a:xfrm>
        </p:spPr>
        <p:txBody>
          <a:bodyPr anchor="b">
            <a:noAutofit/>
          </a:bodyPr>
          <a:lstStyle>
            <a:lvl1pPr>
              <a:lnSpc>
                <a:spcPct val="85000"/>
              </a:lnSpc>
              <a:defRPr sz="4000">
                <a:solidFill>
                  <a:srgbClr val="FFFFFF"/>
                </a:solidFill>
              </a:defRPr>
            </a:lvl1pPr>
          </a:lstStyle>
          <a:p>
            <a:r>
              <a:rPr lang="pt-BR"/>
              <a:t>Clique para editar o título Mestre</a:t>
            </a:r>
            <a:endParaRPr lang="en-US" dirty="0"/>
          </a:p>
        </p:txBody>
      </p:sp>
      <p:sp>
        <p:nvSpPr>
          <p:cNvPr id="3" name="Content Placeholder 2"/>
          <p:cNvSpPr>
            <a:spLocks noGrp="1"/>
          </p:cNvSpPr>
          <p:nvPr>
            <p:ph idx="1" hasCustomPrompt="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hasCustomPrompt="1"/>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defRPr/>
            </a:pPr>
            <a:r>
              <a:rPr lang="pt-BR"/>
              <a:t>Clique para editar os estilos de texto Mestres</a:t>
            </a:r>
          </a:p>
        </p:txBody>
      </p:sp>
      <p:sp>
        <p:nvSpPr>
          <p:cNvPr id="5" name="Date Placeholder 4"/>
          <p:cNvSpPr>
            <a:spLocks noGrp="1"/>
          </p:cNvSpPr>
          <p:nvPr>
            <p:ph type="dt" sz="half" idx="10"/>
          </p:nvPr>
        </p:nvSpPr>
        <p:spPr/>
        <p:txBody>
          <a:bodyPr/>
          <a:lstStyle/>
          <a:p>
            <a:fld id="{43541D0D-707C-4E66-89AA-0C4F55B1B90C}" type="datetimeFigureOut">
              <a:rPr lang="pt-BR" smtClean="0"/>
              <a:t>28/02/2026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F86D8455-DEB2-4E79-9BF6-B6184E2BA056}"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9224" y="5418667"/>
            <a:ext cx="10780776" cy="613283"/>
          </a:xfrm>
        </p:spPr>
        <p:txBody>
          <a:bodyPr anchor="b">
            <a:normAutofit/>
          </a:bodyPr>
          <a:lstStyle>
            <a:lvl1pPr>
              <a:defRPr sz="3200" b="0">
                <a:solidFill>
                  <a:srgbClr val="FFFFFF"/>
                </a:solidFill>
              </a:defRPr>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hasCustomPrompt="1"/>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43541D0D-707C-4E66-89AA-0C4F55B1B90C}" type="datetimeFigureOut">
              <a:rPr lang="pt-BR" smtClean="0"/>
              <a:t>28/02/2026</a:t>
            </a:fld>
            <a:endParaRPr lang="pt-BR"/>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pt-BR"/>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F86D8455-DEB2-4E79-9BF6-B6184E2BA056}" type="slidenum">
              <a:rPr lang="pt-BR" smtClean="0"/>
              <a:t>‹nº›</a:t>
            </a:fld>
            <a:endParaRPr lang="pt-B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pt-BR"/>
              <a:t>Clique para editar o título Mestre</a:t>
            </a:r>
            <a:endParaRPr lang="en-US" dirty="0"/>
          </a:p>
        </p:txBody>
      </p:sp>
      <p:sp>
        <p:nvSpPr>
          <p:cNvPr id="3" name="Vertical Text Placeholder 2"/>
          <p:cNvSpPr>
            <a:spLocks noGrp="1"/>
          </p:cNvSpPr>
          <p:nvPr>
            <p:ph type="body" orient="vert" idx="1" hasCustomPrompt="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3541D0D-707C-4E66-89AA-0C4F55B1B90C}"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43950" y="695325"/>
            <a:ext cx="2628900" cy="48006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hasCustomPrompt="1"/>
          </p:nvPr>
        </p:nvSpPr>
        <p:spPr>
          <a:xfrm>
            <a:off x="771525" y="714375"/>
            <a:ext cx="7734300" cy="54006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3541D0D-707C-4E66-89AA-0C4F55B1B90C}" type="datetimeFigureOut">
              <a:rPr lang="pt-BR" smtClean="0"/>
              <a:t>28/02/2026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ítulo e text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2"/>
          <p:cNvSpPr>
            <a:spLocks noGrp="1"/>
          </p:cNvSpPr>
          <p:nvPr>
            <p:ph type="body"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3541D0D-707C-4E66-89AA-0C4F55B1B90C}" type="datetimeFigureOut">
              <a:rPr lang="pt-BR" smtClean="0"/>
              <a:t>28/02/2026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86D8455-DEB2-4E79-9BF6-B6184E2BA056}"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43541D0D-707C-4E66-89AA-0C4F55B1B90C}" type="datetimeFigureOut">
              <a:rPr lang="pt-BR" smtClean="0"/>
              <a:t>28/02/2026</a:t>
            </a:fld>
            <a:endParaRPr lang="pt-BR"/>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pt-BR"/>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F86D8455-DEB2-4E79-9BF6-B6184E2BA056}"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anose="020B0604020202020204" pitchFamily="34" charset="0"/>
        <a:buChar char=" "/>
        <a:defRPr sz="2400" kern="1200">
          <a:solidFill>
            <a:schemeClr val="tx1">
              <a:lumMod val="85000"/>
              <a:lumOff val="15000"/>
            </a:schemeClr>
          </a:solidFill>
          <a:latin typeface="+mn-lt"/>
          <a:ea typeface="+mn-ea"/>
          <a:cs typeface="+mn-cs"/>
        </a:defRPr>
      </a:lvl1pPr>
      <a:lvl2pPr marL="347345" indent="-342900" algn="l" defTabSz="914400" rtl="0" eaLnBrk="1" latinLnBrk="0" hangingPunct="1">
        <a:lnSpc>
          <a:spcPct val="85000"/>
        </a:lnSpc>
        <a:spcBef>
          <a:spcPts val="600"/>
        </a:spcBef>
        <a:buFont typeface="Arial" panose="020B0604020202020204"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anose="020B0604020202020204"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5pPr>
      <a:lvl6pPr marL="1200150"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6pPr>
      <a:lvl7pPr marL="1400175"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7pPr>
      <a:lvl8pPr marL="1600200"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8pPr>
      <a:lvl9pPr marL="1800225" indent="-228600" algn="l" defTabSz="914400" rtl="0" eaLnBrk="1" latinLnBrk="0" hangingPunct="1">
        <a:lnSpc>
          <a:spcPct val="85000"/>
        </a:lnSpc>
        <a:spcBef>
          <a:spcPts val="600"/>
        </a:spcBef>
        <a:buFont typeface="Arial" panose="020B0604020202020204"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795341" y="637953"/>
            <a:ext cx="10417155" cy="3189507"/>
          </a:xfrm>
        </p:spPr>
        <p:txBody>
          <a:bodyPr>
            <a:normAutofit/>
          </a:bodyPr>
          <a:lstStyle/>
          <a:p>
            <a:pPr algn="l"/>
            <a:r>
              <a:rPr lang="pt-BR" sz="8000" dirty="0">
                <a:solidFill>
                  <a:srgbClr val="FFFFFF"/>
                </a:solidFill>
              </a:rPr>
              <a:t>Desenvolvimento </a:t>
            </a:r>
            <a:r>
              <a:rPr lang="pt-BR" sz="8000" i="1" dirty="0">
                <a:solidFill>
                  <a:srgbClr val="FFFFFF"/>
                </a:solidFill>
              </a:rPr>
              <a:t>Web</a:t>
            </a:r>
            <a:r>
              <a:rPr lang="pt-BR" sz="8000" dirty="0">
                <a:solidFill>
                  <a:srgbClr val="FFFFFF"/>
                </a:solidFill>
              </a:rPr>
              <a:t> III</a:t>
            </a:r>
          </a:p>
        </p:txBody>
      </p:sp>
      <p:sp>
        <p:nvSpPr>
          <p:cNvPr id="3" name="Subtítulo 2"/>
          <p:cNvSpPr>
            <a:spLocks noGrp="1"/>
          </p:cNvSpPr>
          <p:nvPr>
            <p:ph type="subTitle" idx="1"/>
          </p:nvPr>
        </p:nvSpPr>
        <p:spPr>
          <a:xfrm>
            <a:off x="795342" y="4377268"/>
            <a:ext cx="10559198" cy="443307"/>
          </a:xfrm>
        </p:spPr>
        <p:txBody>
          <a:bodyPr anchor="t">
            <a:normAutofit lnSpcReduction="10000"/>
          </a:bodyPr>
          <a:lstStyle/>
          <a:p>
            <a:pPr algn="l"/>
            <a:r>
              <a:rPr lang="pt-BR" sz="2800" dirty="0">
                <a:solidFill>
                  <a:srgbClr val="FEFFFF"/>
                </a:solidFill>
              </a:rPr>
              <a:t>Tecnologia em Análise e Desenvolvimento de Sistemas</a:t>
            </a:r>
          </a:p>
        </p:txBody>
      </p:sp>
      <p:sp>
        <p:nvSpPr>
          <p:cNvPr id="17" name="Subtítulo 2"/>
          <p:cNvSpPr txBox="1"/>
          <p:nvPr/>
        </p:nvSpPr>
        <p:spPr>
          <a:xfrm>
            <a:off x="4359275" y="6276975"/>
            <a:ext cx="3430905" cy="443230"/>
          </a:xfrm>
          <a:prstGeom prst="rect">
            <a:avLst/>
          </a:prstGeom>
        </p:spPr>
        <p:txBody>
          <a:bodyPr vert="horz" lIns="91440" tIns="45720" rIns="91440" bIns="45720" rtlCol="0" anchor="t">
            <a:normAutofit fontScale="80000" lnSpcReduction="10000"/>
          </a:bodyPr>
          <a:lstStyle>
            <a:lvl1pPr marL="0" indent="0" algn="l" defTabSz="914400" rtl="0" eaLnBrk="1" latinLnBrk="0" hangingPunct="1">
              <a:lnSpc>
                <a:spcPct val="85000"/>
              </a:lnSpc>
              <a:spcBef>
                <a:spcPts val="1300"/>
              </a:spcBef>
              <a:buFont typeface="Arial" panose="020B0604020202020204" pitchFamily="34" charset="0"/>
              <a:buNone/>
              <a:defRPr sz="3200" kern="1200">
                <a:solidFill>
                  <a:srgbClr val="262626"/>
                </a:solidFill>
                <a:latin typeface="+mj-lt"/>
                <a:ea typeface="+mn-ea"/>
                <a:cs typeface="+mn-cs"/>
              </a:defRPr>
            </a:lvl1pPr>
            <a:lvl2pPr marL="457200" indent="0" algn="ctr" defTabSz="914400" rtl="0" eaLnBrk="1" latinLnBrk="0" hangingPunct="1">
              <a:lnSpc>
                <a:spcPct val="85000"/>
              </a:lnSpc>
              <a:spcBef>
                <a:spcPts val="600"/>
              </a:spcBef>
              <a:buFont typeface="Arial" panose="020B0604020202020204" pitchFamily="34" charset="0"/>
              <a:buNone/>
              <a:defRPr sz="2800" kern="1200">
                <a:solidFill>
                  <a:schemeClr val="tx1">
                    <a:lumMod val="85000"/>
                    <a:lumOff val="15000"/>
                  </a:schemeClr>
                </a:solidFill>
                <a:latin typeface="+mn-lt"/>
                <a:ea typeface="+mn-ea"/>
                <a:cs typeface="+mn-cs"/>
              </a:defRPr>
            </a:lvl2pPr>
            <a:lvl3pPr marL="914400" indent="0" algn="ctr" defTabSz="914400" rtl="0" eaLnBrk="1" latinLnBrk="0" hangingPunct="1">
              <a:lnSpc>
                <a:spcPct val="85000"/>
              </a:lnSpc>
              <a:spcBef>
                <a:spcPts val="600"/>
              </a:spcBef>
              <a:buFont typeface="Arial" panose="020B0604020202020204" pitchFamily="34" charset="0"/>
              <a:buNone/>
              <a:defRPr sz="2400" i="1" kern="1200">
                <a:solidFill>
                  <a:schemeClr val="tx1">
                    <a:lumMod val="85000"/>
                    <a:lumOff val="15000"/>
                  </a:schemeClr>
                </a:solidFill>
                <a:latin typeface="+mn-lt"/>
                <a:ea typeface="+mn-ea"/>
                <a:cs typeface="+mn-cs"/>
              </a:defRPr>
            </a:lvl3pPr>
            <a:lvl4pPr marL="1371600" indent="0" algn="ctr" defTabSz="914400" rtl="0" eaLnBrk="1" latinLnBrk="0" hangingPunct="1">
              <a:lnSpc>
                <a:spcPct val="85000"/>
              </a:lnSpc>
              <a:spcBef>
                <a:spcPts val="600"/>
              </a:spcBef>
              <a:buFont typeface="Arial" panose="020B0604020202020204" pitchFamily="34" charset="0"/>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85000"/>
              </a:lnSpc>
              <a:spcBef>
                <a:spcPts val="600"/>
              </a:spcBef>
              <a:buFont typeface="Arial" panose="020B0604020202020204" pitchFamily="34" charset="0"/>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85000"/>
              </a:lnSpc>
              <a:spcBef>
                <a:spcPts val="600"/>
              </a:spcBef>
              <a:buFont typeface="Arial" panose="020B0604020202020204" pitchFamily="34" charset="0"/>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85000"/>
              </a:lnSpc>
              <a:spcBef>
                <a:spcPts val="600"/>
              </a:spcBef>
              <a:buFont typeface="Arial" panose="020B0604020202020204" pitchFamily="34" charset="0"/>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85000"/>
              </a:lnSpc>
              <a:spcBef>
                <a:spcPts val="600"/>
              </a:spcBef>
              <a:buFont typeface="Arial" panose="020B0604020202020204" pitchFamily="34" charset="0"/>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85000"/>
              </a:lnSpc>
              <a:spcBef>
                <a:spcPts val="600"/>
              </a:spcBef>
              <a:buFont typeface="Arial" panose="020B0604020202020204" pitchFamily="34" charset="0"/>
              <a:buNone/>
              <a:defRPr sz="2000" kern="1200">
                <a:solidFill>
                  <a:schemeClr val="tx1">
                    <a:lumMod val="85000"/>
                    <a:lumOff val="15000"/>
                  </a:schemeClr>
                </a:solidFill>
                <a:latin typeface="+mn-lt"/>
                <a:ea typeface="+mn-ea"/>
                <a:cs typeface="+mn-cs"/>
              </a:defRPr>
            </a:lvl9pPr>
          </a:lstStyle>
          <a:p>
            <a:r>
              <a:rPr lang="pt-BR" sz="2800" dirty="0">
                <a:solidFill>
                  <a:srgbClr val="FEFFFF"/>
                </a:solidFill>
              </a:rPr>
              <a:t>Aula 5 – Effect e Formulários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a:t>
            </a:r>
          </a:p>
        </p:txBody>
      </p:sp>
      <p:sp>
        <p:nvSpPr>
          <p:cNvPr id="3" name="Espaço Reservado para Conteúdo 2"/>
          <p:cNvSpPr>
            <a:spLocks noGrp="1"/>
          </p:cNvSpPr>
          <p:nvPr>
            <p:ph idx="1"/>
          </p:nvPr>
        </p:nvSpPr>
        <p:spPr>
          <a:xfrm>
            <a:off x="676910" y="2011680"/>
            <a:ext cx="10753725" cy="4605020"/>
          </a:xfrm>
        </p:spPr>
        <p:txBody>
          <a:bodyPr>
            <a:noAutofit/>
          </a:bodyPr>
          <a:lstStyle/>
          <a:p>
            <a:pPr algn="just"/>
            <a:r>
              <a:rPr lang="pt-BR" dirty="0">
                <a:ea typeface="Calibri Light" panose="020F0302020204030204"/>
                <a:cs typeface="Calibri Light" panose="020F0302020204030204"/>
                <a:sym typeface="+mn-ea"/>
              </a:rPr>
              <a:t>Escrever um aplicativo em </a:t>
            </a:r>
            <a:r>
              <a:rPr lang="pt-BR" dirty="0" err="1">
                <a:ea typeface="Calibri Light" panose="020F0302020204030204"/>
                <a:cs typeface="Calibri Light" panose="020F0302020204030204"/>
                <a:sym typeface="+mn-ea"/>
              </a:rPr>
              <a:t>React</a:t>
            </a:r>
            <a:r>
              <a:rPr lang="pt-BR" dirty="0">
                <a:ea typeface="Calibri Light" panose="020F0302020204030204"/>
                <a:cs typeface="Calibri Light" panose="020F0302020204030204"/>
                <a:sym typeface="+mn-ea"/>
              </a:rPr>
              <a:t>/Next.js com as seguintes características:</a:t>
            </a:r>
            <a:endParaRPr lang="pt-BR" dirty="0">
              <a:ea typeface="Calibri Light" panose="020F0302020204030204"/>
              <a:cs typeface="Calibri Light" panose="020F0302020204030204"/>
            </a:endParaRPr>
          </a:p>
          <a:p>
            <a:pPr lvl="1">
              <a:buFont typeface="Arial" panose="020B0604020202020204" pitchFamily="34" charset="0"/>
              <a:buChar char="•"/>
            </a:pPr>
            <a:r>
              <a:rPr lang="pt-BR" dirty="0">
                <a:ea typeface="Calibri Light" panose="020F0302020204030204"/>
                <a:cs typeface="Calibri Light" panose="020F0302020204030204"/>
                <a:sym typeface="+mn-ea"/>
              </a:rPr>
              <a:t>Criar um componente (A) que permite ao usuário escolher um número de 1 dígito apenas utilizando um botão para cada opção (não utilize formulários). Ao escolher um número, desabilitar a escolha dos demais. Criar um tipo de entrada que limpe a escolha feita.</a:t>
            </a:r>
            <a:endParaRPr lang="pt-BR" dirty="0">
              <a:ea typeface="Calibri Light" panose="020F0302020204030204"/>
              <a:cs typeface="Calibri Light" panose="020F0302020204030204"/>
            </a:endParaRPr>
          </a:p>
          <a:p>
            <a:pPr lvl="1">
              <a:buFont typeface="Arial" panose="020B0604020202020204" pitchFamily="34" charset="0"/>
              <a:buChar char="•"/>
            </a:pPr>
            <a:r>
              <a:rPr lang="pt-BR" dirty="0">
                <a:ea typeface="Calibri Light" panose="020F0302020204030204"/>
                <a:cs typeface="Calibri Light" panose="020F0302020204030204"/>
                <a:sym typeface="+mn-ea"/>
              </a:rPr>
              <a:t>Criar um componente (B) que permite ao usuário escolher uma das quatro operações básicas da matemática (adição, subtração, multiplicação ou divisão). Ao escolher uma opção, as outras devem ser desabilitadas. Criar uma forma de entrada para limpar a operação escolhida. Não utilizar formulários.</a:t>
            </a:r>
            <a:endParaRPr lang="pt-BR" dirty="0">
              <a:ea typeface="Calibri Light" panose="020F0302020204030204"/>
              <a:cs typeface="Calibri Light" panose="020F0302020204030204"/>
            </a:endParaRPr>
          </a:p>
          <a:p>
            <a:pPr lvl="1">
              <a:buFont typeface="Arial" panose="020B0604020202020204" pitchFamily="34" charset="0"/>
              <a:buChar char="•"/>
            </a:pPr>
            <a:r>
              <a:rPr lang="pt-BR" dirty="0">
                <a:ea typeface="Calibri Light" panose="020F0302020204030204"/>
                <a:cs typeface="Calibri Light" panose="020F0302020204030204"/>
                <a:sym typeface="+mn-ea"/>
              </a:rPr>
              <a:t>Criar um componente (C) que exibe dois componentes do tipo (A) e um do tipo (B), e exibe o resultado da operação escolhida entre os números escolhidos. Caso não seja possível calcular a operação, não exibir um resultado na tela.</a:t>
            </a:r>
            <a:endParaRPr lang="pt-BR" altLang="en-US" dirty="0">
              <a:ea typeface="Calibri Light" panose="020F0302020204030204"/>
              <a:cs typeface="Calibri Light" panose="020F0302020204030204"/>
            </a:endParaRPr>
          </a:p>
          <a:p>
            <a:pPr algn="just"/>
            <a:endParaRPr lang="pt-BR" altLang="en-US" dirty="0">
              <a:ea typeface="Calibri Light" panose="020F0302020204030204"/>
              <a:cs typeface="Calibri Light" panose="020F03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6235D7D-F436-AC76-920C-5AA436B6BB8E}"/>
              </a:ext>
            </a:extLst>
          </p:cNvPr>
          <p:cNvSpPr txBox="1"/>
          <p:nvPr/>
        </p:nvSpPr>
        <p:spPr>
          <a:xfrm>
            <a:off x="-3672" y="-3673"/>
            <a:ext cx="12208525"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 dirty="0">
                <a:solidFill>
                  <a:srgbClr val="A31515"/>
                </a:solidFill>
                <a:latin typeface="Consolas"/>
              </a:rPr>
              <a:t>'use client'</a:t>
            </a:r>
          </a:p>
          <a:p>
            <a:br>
              <a:rPr lang="en-US" sz="400" dirty="0">
                <a:latin typeface="Consolas"/>
              </a:rPr>
            </a:br>
            <a:r>
              <a:rPr lang="en-US" sz="400" dirty="0">
                <a:solidFill>
                  <a:srgbClr val="AF00DB"/>
                </a:solidFill>
                <a:latin typeface="Consolas"/>
              </a:rPr>
              <a:t>import</a:t>
            </a:r>
            <a:r>
              <a:rPr lang="en-US" sz="400" dirty="0">
                <a:solidFill>
                  <a:srgbClr val="3B3B3B"/>
                </a:solidFill>
                <a:latin typeface="Consolas"/>
              </a:rPr>
              <a:t> { </a:t>
            </a:r>
            <a:r>
              <a:rPr lang="en-US" sz="400" dirty="0" err="1">
                <a:solidFill>
                  <a:srgbClr val="001080"/>
                </a:solidFill>
                <a:latin typeface="Consolas"/>
              </a:rPr>
              <a:t>useState</a:t>
            </a:r>
            <a:r>
              <a:rPr lang="en-US" sz="400" dirty="0">
                <a:solidFill>
                  <a:srgbClr val="3B3B3B"/>
                </a:solidFill>
                <a:latin typeface="Consolas"/>
              </a:rPr>
              <a:t> } </a:t>
            </a:r>
            <a:r>
              <a:rPr lang="en-US" sz="400" dirty="0">
                <a:solidFill>
                  <a:srgbClr val="AF00DB"/>
                </a:solidFill>
                <a:latin typeface="Consolas"/>
              </a:rPr>
              <a:t>from</a:t>
            </a:r>
            <a:r>
              <a:rPr lang="en-US" sz="400" dirty="0">
                <a:solidFill>
                  <a:srgbClr val="3B3B3B"/>
                </a:solidFill>
                <a:latin typeface="Consolas"/>
              </a:rPr>
              <a:t> </a:t>
            </a:r>
            <a:r>
              <a:rPr lang="en-US" sz="400" dirty="0">
                <a:solidFill>
                  <a:srgbClr val="A31515"/>
                </a:solidFill>
                <a:latin typeface="Consolas"/>
              </a:rPr>
              <a:t>"react"</a:t>
            </a:r>
          </a:p>
          <a:p>
            <a:br>
              <a:rPr lang="en-US" sz="400" dirty="0">
                <a:latin typeface="Consolas"/>
              </a:rPr>
            </a:br>
            <a:r>
              <a:rPr lang="en-US" sz="400" dirty="0">
                <a:solidFill>
                  <a:srgbClr val="AF00DB"/>
                </a:solidFill>
                <a:latin typeface="Consolas"/>
              </a:rPr>
              <a:t>export</a:t>
            </a:r>
            <a:r>
              <a:rPr lang="en-US" sz="400" dirty="0">
                <a:solidFill>
                  <a:srgbClr val="3B3B3B"/>
                </a:solidFill>
                <a:latin typeface="Consolas"/>
              </a:rPr>
              <a:t> </a:t>
            </a:r>
            <a:r>
              <a:rPr lang="en-US" sz="400" dirty="0">
                <a:solidFill>
                  <a:srgbClr val="AF00DB"/>
                </a:solidFill>
                <a:latin typeface="Consolas"/>
              </a:rPr>
              <a:t>default</a:t>
            </a:r>
            <a:r>
              <a:rPr lang="en-US" sz="400" dirty="0">
                <a:solidFill>
                  <a:srgbClr val="3B3B3B"/>
                </a:solidFill>
                <a:latin typeface="Consolas"/>
              </a:rPr>
              <a:t> </a:t>
            </a:r>
            <a:r>
              <a:rPr lang="en-US" sz="400" dirty="0">
                <a:solidFill>
                  <a:srgbClr val="0000FF"/>
                </a:solidFill>
                <a:latin typeface="Consolas"/>
              </a:rPr>
              <a:t>function</a:t>
            </a:r>
            <a:r>
              <a:rPr lang="en-US" sz="400" dirty="0">
                <a:solidFill>
                  <a:srgbClr val="3B3B3B"/>
                </a:solidFill>
                <a:latin typeface="Consolas"/>
              </a:rPr>
              <a:t> </a:t>
            </a:r>
            <a:r>
              <a:rPr lang="en-US" sz="400" dirty="0">
                <a:solidFill>
                  <a:srgbClr val="795E26"/>
                </a:solidFill>
                <a:latin typeface="Consolas"/>
              </a:rPr>
              <a:t>Ex</a:t>
            </a:r>
            <a:r>
              <a:rPr lang="en-US" sz="400" dirty="0">
                <a:solidFill>
                  <a:srgbClr val="3B3B3B"/>
                </a:solidFill>
                <a:latin typeface="Consolas"/>
              </a:rPr>
              <a:t>() {</a:t>
            </a:r>
          </a:p>
          <a:p>
            <a:br>
              <a:rPr lang="en-US" sz="400" dirty="0">
                <a:latin typeface="Consolas"/>
              </a:rPr>
            </a:br>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a:solidFill>
                  <a:srgbClr val="0070C1"/>
                </a:solidFill>
                <a:latin typeface="Consolas"/>
              </a:rPr>
              <a:t>v1</a:t>
            </a:r>
            <a:r>
              <a:rPr lang="en-US" sz="400" dirty="0">
                <a:solidFill>
                  <a:srgbClr val="3B3B3B"/>
                </a:solidFill>
                <a:latin typeface="Consolas"/>
              </a:rPr>
              <a:t>, </a:t>
            </a:r>
            <a:r>
              <a:rPr lang="en-US" sz="400" dirty="0">
                <a:solidFill>
                  <a:srgbClr val="795E26"/>
                </a:solidFill>
                <a:latin typeface="Consolas"/>
              </a:rPr>
              <a:t>setV1</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err="1">
                <a:solidFill>
                  <a:srgbClr val="795E26"/>
                </a:solidFill>
                <a:latin typeface="Consolas"/>
              </a:rPr>
              <a:t>useState</a:t>
            </a:r>
            <a:r>
              <a:rPr lang="en-US" sz="400" dirty="0">
                <a:solidFill>
                  <a:srgbClr val="3B3B3B"/>
                </a:solidFill>
                <a:latin typeface="Consolas"/>
              </a:rPr>
              <a:t>(</a:t>
            </a:r>
            <a:r>
              <a:rPr lang="en-US" sz="400" dirty="0">
                <a:solidFill>
                  <a:srgbClr val="0000FF"/>
                </a:solidFill>
                <a:latin typeface="Consolas"/>
              </a:rPr>
              <a:t>null</a:t>
            </a:r>
            <a:r>
              <a:rPr lang="en-US" sz="400" dirty="0">
                <a:solidFill>
                  <a:srgbClr val="3B3B3B"/>
                </a:solidFill>
                <a:latin typeface="Consolas"/>
              </a:rPr>
              <a:t>);</a:t>
            </a:r>
          </a:p>
          <a:p>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a:solidFill>
                  <a:srgbClr val="0070C1"/>
                </a:solidFill>
                <a:latin typeface="Consolas"/>
              </a:rPr>
              <a:t>v2</a:t>
            </a:r>
            <a:r>
              <a:rPr lang="en-US" sz="400" dirty="0">
                <a:solidFill>
                  <a:srgbClr val="3B3B3B"/>
                </a:solidFill>
                <a:latin typeface="Consolas"/>
              </a:rPr>
              <a:t>, </a:t>
            </a:r>
            <a:r>
              <a:rPr lang="en-US" sz="400" dirty="0">
                <a:solidFill>
                  <a:srgbClr val="795E26"/>
                </a:solidFill>
                <a:latin typeface="Consolas"/>
              </a:rPr>
              <a:t>setV2</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err="1">
                <a:solidFill>
                  <a:srgbClr val="795E26"/>
                </a:solidFill>
                <a:latin typeface="Consolas"/>
              </a:rPr>
              <a:t>useState</a:t>
            </a:r>
            <a:r>
              <a:rPr lang="en-US" sz="400" dirty="0">
                <a:solidFill>
                  <a:srgbClr val="3B3B3B"/>
                </a:solidFill>
                <a:latin typeface="Consolas"/>
              </a:rPr>
              <a:t>(</a:t>
            </a:r>
            <a:r>
              <a:rPr lang="en-US" sz="400" dirty="0">
                <a:solidFill>
                  <a:srgbClr val="0000FF"/>
                </a:solidFill>
                <a:latin typeface="Consolas"/>
              </a:rPr>
              <a:t>null</a:t>
            </a:r>
            <a:r>
              <a:rPr lang="en-US" sz="400" dirty="0">
                <a:solidFill>
                  <a:srgbClr val="3B3B3B"/>
                </a:solidFill>
                <a:latin typeface="Consolas"/>
              </a:rPr>
              <a:t>);</a:t>
            </a:r>
          </a:p>
          <a:p>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a:solidFill>
                  <a:srgbClr val="0070C1"/>
                </a:solidFill>
                <a:latin typeface="Consolas"/>
              </a:rPr>
              <a:t>op</a:t>
            </a:r>
            <a:r>
              <a:rPr lang="en-US" sz="400" dirty="0">
                <a:solidFill>
                  <a:srgbClr val="3B3B3B"/>
                </a:solidFill>
                <a:latin typeface="Consolas"/>
              </a:rPr>
              <a:t>, </a:t>
            </a:r>
            <a:r>
              <a:rPr lang="en-US" sz="400" dirty="0" err="1">
                <a:solidFill>
                  <a:srgbClr val="795E26"/>
                </a:solidFill>
                <a:latin typeface="Consolas"/>
              </a:rPr>
              <a:t>setOp</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err="1">
                <a:solidFill>
                  <a:srgbClr val="795E26"/>
                </a:solidFill>
                <a:latin typeface="Consolas"/>
              </a:rPr>
              <a:t>useState</a:t>
            </a:r>
            <a:r>
              <a:rPr lang="en-US" sz="400" dirty="0">
                <a:solidFill>
                  <a:srgbClr val="3B3B3B"/>
                </a:solidFill>
                <a:latin typeface="Consolas"/>
              </a:rPr>
              <a:t>(</a:t>
            </a:r>
            <a:r>
              <a:rPr lang="en-US" sz="400" dirty="0">
                <a:solidFill>
                  <a:srgbClr val="0000FF"/>
                </a:solidFill>
                <a:latin typeface="Consolas"/>
              </a:rPr>
              <a:t>null</a:t>
            </a:r>
            <a:r>
              <a:rPr lang="en-US" sz="400" dirty="0">
                <a:solidFill>
                  <a:srgbClr val="3B3B3B"/>
                </a:solidFill>
                <a:latin typeface="Consolas"/>
              </a:rPr>
              <a:t>);</a:t>
            </a:r>
          </a:p>
          <a:p>
            <a:br>
              <a:rPr lang="en-US" sz="400" dirty="0">
                <a:latin typeface="Consolas"/>
              </a:rPr>
            </a:br>
            <a:r>
              <a:rPr lang="en-US" sz="400" dirty="0">
                <a:solidFill>
                  <a:srgbClr val="3B3B3B"/>
                </a:solidFill>
                <a:latin typeface="Consolas"/>
              </a:rPr>
              <a:t>    </a:t>
            </a:r>
            <a:r>
              <a:rPr lang="en-US" sz="400" dirty="0">
                <a:solidFill>
                  <a:srgbClr val="0000FF"/>
                </a:solidFill>
                <a:latin typeface="Consolas"/>
              </a:rPr>
              <a:t>let</a:t>
            </a:r>
            <a:r>
              <a:rPr lang="en-US" sz="400" dirty="0">
                <a:solidFill>
                  <a:srgbClr val="3B3B3B"/>
                </a:solidFill>
                <a:latin typeface="Consolas"/>
              </a:rPr>
              <a:t> </a:t>
            </a:r>
            <a:r>
              <a:rPr lang="en-US" sz="400" dirty="0" err="1">
                <a:solidFill>
                  <a:srgbClr val="001080"/>
                </a:solidFill>
                <a:latin typeface="Consolas"/>
              </a:rPr>
              <a:t>resultado</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00FF"/>
                </a:solidFill>
                <a:latin typeface="Consolas"/>
              </a:rPr>
              <a:t>null</a:t>
            </a:r>
            <a:r>
              <a:rPr lang="en-US" sz="400" dirty="0">
                <a:solidFill>
                  <a:srgbClr val="3B3B3B"/>
                </a:solidFill>
                <a:latin typeface="Consolas"/>
              </a:rPr>
              <a:t>;</a:t>
            </a:r>
          </a:p>
          <a:p>
            <a:br>
              <a:rPr lang="en-US" sz="400" dirty="0">
                <a:latin typeface="Consolas"/>
              </a:rPr>
            </a:br>
            <a:r>
              <a:rPr lang="en-US" sz="400" dirty="0">
                <a:solidFill>
                  <a:srgbClr val="3B3B3B"/>
                </a:solidFill>
                <a:latin typeface="Consolas"/>
              </a:rPr>
              <a:t>    </a:t>
            </a:r>
            <a:r>
              <a:rPr lang="en-US" sz="400" dirty="0">
                <a:solidFill>
                  <a:srgbClr val="AF00DB"/>
                </a:solidFill>
                <a:latin typeface="Consolas"/>
              </a:rPr>
              <a:t>if</a:t>
            </a:r>
            <a:r>
              <a:rPr lang="en-US" sz="400" dirty="0">
                <a:solidFill>
                  <a:srgbClr val="3B3B3B"/>
                </a:solidFill>
                <a:latin typeface="Consolas"/>
              </a:rPr>
              <a:t>(</a:t>
            </a:r>
            <a:r>
              <a:rPr lang="en-US" sz="400" dirty="0">
                <a:solidFill>
                  <a:srgbClr val="0070C1"/>
                </a:solidFill>
                <a:latin typeface="Consolas"/>
              </a:rPr>
              <a:t>v1</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00FF"/>
                </a:solidFill>
                <a:latin typeface="Consolas"/>
              </a:rPr>
              <a:t>null</a:t>
            </a:r>
            <a:r>
              <a:rPr lang="en-US" sz="400" dirty="0">
                <a:solidFill>
                  <a:srgbClr val="3B3B3B"/>
                </a:solidFill>
                <a:latin typeface="Consolas"/>
              </a:rPr>
              <a:t> </a:t>
            </a:r>
            <a:r>
              <a:rPr lang="en-US" sz="400" dirty="0">
                <a:latin typeface="Consolas"/>
              </a:rPr>
              <a:t>&amp;&amp;</a:t>
            </a:r>
            <a:r>
              <a:rPr lang="en-US" sz="400" dirty="0">
                <a:solidFill>
                  <a:srgbClr val="3B3B3B"/>
                </a:solidFill>
                <a:latin typeface="Consolas"/>
              </a:rPr>
              <a:t> </a:t>
            </a:r>
            <a:r>
              <a:rPr lang="en-US" sz="400" dirty="0">
                <a:solidFill>
                  <a:srgbClr val="0070C1"/>
                </a:solidFill>
                <a:latin typeface="Consolas"/>
              </a:rPr>
              <a:t>v2</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00FF"/>
                </a:solidFill>
                <a:latin typeface="Consolas"/>
              </a:rPr>
              <a:t>null</a:t>
            </a:r>
            <a:r>
              <a:rPr lang="en-US" sz="400" dirty="0">
                <a:solidFill>
                  <a:srgbClr val="3B3B3B"/>
                </a:solidFill>
                <a:latin typeface="Consolas"/>
              </a:rPr>
              <a:t> </a:t>
            </a:r>
            <a:r>
              <a:rPr lang="en-US" sz="400" dirty="0">
                <a:latin typeface="Consolas"/>
              </a:rPr>
              <a:t>&amp;&amp;</a:t>
            </a:r>
            <a:r>
              <a:rPr lang="en-US" sz="400" dirty="0">
                <a:solidFill>
                  <a:srgbClr val="3B3B3B"/>
                </a:solidFill>
                <a:latin typeface="Consolas"/>
              </a:rPr>
              <a:t> </a:t>
            </a:r>
            <a:r>
              <a:rPr lang="en-US" sz="400" dirty="0">
                <a:solidFill>
                  <a:srgbClr val="0070C1"/>
                </a:solidFill>
                <a:latin typeface="Consolas"/>
              </a:rPr>
              <a:t>op</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00FF"/>
                </a:solidFill>
                <a:latin typeface="Consolas"/>
              </a:rPr>
              <a:t>null</a:t>
            </a:r>
            <a:r>
              <a:rPr lang="en-US" sz="400" dirty="0">
                <a:solidFill>
                  <a:srgbClr val="3B3B3B"/>
                </a:solidFill>
                <a:latin typeface="Consolas"/>
              </a:rPr>
              <a:t>) {</a:t>
            </a:r>
          </a:p>
          <a:p>
            <a:r>
              <a:rPr lang="en-US" sz="400" dirty="0">
                <a:solidFill>
                  <a:srgbClr val="3B3B3B"/>
                </a:solidFill>
                <a:latin typeface="Consolas"/>
              </a:rPr>
              <a:t>        </a:t>
            </a:r>
            <a:r>
              <a:rPr lang="en-US" sz="400" dirty="0">
                <a:solidFill>
                  <a:srgbClr val="AF00DB"/>
                </a:solidFill>
                <a:latin typeface="Consolas"/>
              </a:rPr>
              <a:t>if</a:t>
            </a:r>
            <a:r>
              <a:rPr lang="en-US" sz="400" dirty="0">
                <a:solidFill>
                  <a:srgbClr val="3B3B3B"/>
                </a:solidFill>
                <a:latin typeface="Consolas"/>
              </a:rPr>
              <a:t>(</a:t>
            </a:r>
            <a:r>
              <a:rPr lang="en-US" sz="400" dirty="0">
                <a:solidFill>
                  <a:srgbClr val="0070C1"/>
                </a:solidFill>
                <a:latin typeface="Consolas"/>
              </a:rPr>
              <a:t>op</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A31515"/>
                </a:solidFill>
                <a:latin typeface="Consolas"/>
              </a:rPr>
              <a:t>'+'</a:t>
            </a:r>
            <a:r>
              <a:rPr lang="en-US" sz="400" dirty="0">
                <a:solidFill>
                  <a:srgbClr val="3B3B3B"/>
                </a:solidFill>
                <a:latin typeface="Consolas"/>
              </a:rPr>
              <a:t>)</a:t>
            </a:r>
          </a:p>
          <a:p>
            <a:r>
              <a:rPr lang="en-US" sz="400" dirty="0">
                <a:solidFill>
                  <a:srgbClr val="3B3B3B"/>
                </a:solidFill>
                <a:latin typeface="Consolas"/>
              </a:rPr>
              <a:t>            </a:t>
            </a:r>
            <a:r>
              <a:rPr lang="en-US" sz="400" dirty="0" err="1">
                <a:solidFill>
                  <a:srgbClr val="001080"/>
                </a:solidFill>
                <a:latin typeface="Consolas"/>
              </a:rPr>
              <a:t>resultado</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v1</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v2</a:t>
            </a:r>
            <a:r>
              <a:rPr lang="en-US" sz="400" dirty="0">
                <a:solidFill>
                  <a:srgbClr val="3B3B3B"/>
                </a:solidFill>
                <a:latin typeface="Consolas"/>
              </a:rPr>
              <a:t>;</a:t>
            </a:r>
          </a:p>
          <a:p>
            <a:r>
              <a:rPr lang="en-US" sz="400" dirty="0">
                <a:solidFill>
                  <a:srgbClr val="3B3B3B"/>
                </a:solidFill>
                <a:latin typeface="Consolas"/>
              </a:rPr>
              <a:t>        </a:t>
            </a:r>
            <a:r>
              <a:rPr lang="en-US" sz="400" dirty="0">
                <a:solidFill>
                  <a:srgbClr val="AF00DB"/>
                </a:solidFill>
                <a:latin typeface="Consolas"/>
              </a:rPr>
              <a:t>else</a:t>
            </a:r>
            <a:r>
              <a:rPr lang="en-US" sz="400" dirty="0">
                <a:solidFill>
                  <a:srgbClr val="3B3B3B"/>
                </a:solidFill>
                <a:latin typeface="Consolas"/>
              </a:rPr>
              <a:t> </a:t>
            </a:r>
            <a:r>
              <a:rPr lang="en-US" sz="400" dirty="0">
                <a:solidFill>
                  <a:srgbClr val="AF00DB"/>
                </a:solidFill>
                <a:latin typeface="Consolas"/>
              </a:rPr>
              <a:t>if</a:t>
            </a:r>
            <a:r>
              <a:rPr lang="en-US" sz="400" dirty="0">
                <a:solidFill>
                  <a:srgbClr val="3B3B3B"/>
                </a:solidFill>
                <a:latin typeface="Consolas"/>
              </a:rPr>
              <a:t>(</a:t>
            </a:r>
            <a:r>
              <a:rPr lang="en-US" sz="400" dirty="0">
                <a:solidFill>
                  <a:srgbClr val="0070C1"/>
                </a:solidFill>
                <a:latin typeface="Consolas"/>
              </a:rPr>
              <a:t>op</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A31515"/>
                </a:solidFill>
                <a:latin typeface="Consolas"/>
              </a:rPr>
              <a:t>'-'</a:t>
            </a:r>
            <a:r>
              <a:rPr lang="en-US" sz="400" dirty="0">
                <a:solidFill>
                  <a:srgbClr val="3B3B3B"/>
                </a:solidFill>
                <a:latin typeface="Consolas"/>
              </a:rPr>
              <a:t>)</a:t>
            </a:r>
          </a:p>
          <a:p>
            <a:r>
              <a:rPr lang="en-US" sz="400" dirty="0">
                <a:solidFill>
                  <a:srgbClr val="3B3B3B"/>
                </a:solidFill>
                <a:latin typeface="Consolas"/>
              </a:rPr>
              <a:t>            </a:t>
            </a:r>
            <a:r>
              <a:rPr lang="en-US" sz="400" dirty="0" err="1">
                <a:solidFill>
                  <a:srgbClr val="001080"/>
                </a:solidFill>
                <a:latin typeface="Consolas"/>
              </a:rPr>
              <a:t>resultado</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v1</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v2</a:t>
            </a:r>
            <a:r>
              <a:rPr lang="en-US" sz="400" dirty="0">
                <a:solidFill>
                  <a:srgbClr val="3B3B3B"/>
                </a:solidFill>
                <a:latin typeface="Consolas"/>
              </a:rPr>
              <a:t>;</a:t>
            </a:r>
          </a:p>
          <a:p>
            <a:r>
              <a:rPr lang="en-US" sz="400" dirty="0">
                <a:solidFill>
                  <a:srgbClr val="3B3B3B"/>
                </a:solidFill>
                <a:latin typeface="Consolas"/>
              </a:rPr>
              <a:t>        </a:t>
            </a:r>
            <a:r>
              <a:rPr lang="en-US" sz="400" dirty="0">
                <a:solidFill>
                  <a:srgbClr val="AF00DB"/>
                </a:solidFill>
                <a:latin typeface="Consolas"/>
              </a:rPr>
              <a:t>else</a:t>
            </a:r>
            <a:r>
              <a:rPr lang="en-US" sz="400" dirty="0">
                <a:solidFill>
                  <a:srgbClr val="3B3B3B"/>
                </a:solidFill>
                <a:latin typeface="Consolas"/>
              </a:rPr>
              <a:t> </a:t>
            </a:r>
            <a:r>
              <a:rPr lang="en-US" sz="400" dirty="0">
                <a:solidFill>
                  <a:srgbClr val="AF00DB"/>
                </a:solidFill>
                <a:latin typeface="Consolas"/>
              </a:rPr>
              <a:t>if</a:t>
            </a:r>
            <a:r>
              <a:rPr lang="en-US" sz="400" dirty="0">
                <a:solidFill>
                  <a:srgbClr val="3B3B3B"/>
                </a:solidFill>
                <a:latin typeface="Consolas"/>
              </a:rPr>
              <a:t>(</a:t>
            </a:r>
            <a:r>
              <a:rPr lang="en-US" sz="400" dirty="0">
                <a:solidFill>
                  <a:srgbClr val="0070C1"/>
                </a:solidFill>
                <a:latin typeface="Consolas"/>
              </a:rPr>
              <a:t>op</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A31515"/>
                </a:solidFill>
                <a:latin typeface="Consolas"/>
              </a:rPr>
              <a:t>'*'</a:t>
            </a:r>
            <a:r>
              <a:rPr lang="en-US" sz="400" dirty="0">
                <a:solidFill>
                  <a:srgbClr val="3B3B3B"/>
                </a:solidFill>
                <a:latin typeface="Consolas"/>
              </a:rPr>
              <a:t>)</a:t>
            </a:r>
          </a:p>
          <a:p>
            <a:r>
              <a:rPr lang="en-US" sz="400" dirty="0">
                <a:solidFill>
                  <a:srgbClr val="3B3B3B"/>
                </a:solidFill>
                <a:latin typeface="Consolas"/>
              </a:rPr>
              <a:t>            </a:t>
            </a:r>
            <a:r>
              <a:rPr lang="en-US" sz="400" dirty="0" err="1">
                <a:solidFill>
                  <a:srgbClr val="001080"/>
                </a:solidFill>
                <a:latin typeface="Consolas"/>
              </a:rPr>
              <a:t>resultado</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v1</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v2</a:t>
            </a:r>
            <a:r>
              <a:rPr lang="en-US" sz="400" dirty="0">
                <a:solidFill>
                  <a:srgbClr val="3B3B3B"/>
                </a:solidFill>
                <a:latin typeface="Consolas"/>
              </a:rPr>
              <a:t>;</a:t>
            </a:r>
          </a:p>
          <a:p>
            <a:r>
              <a:rPr lang="en-US" sz="400" dirty="0">
                <a:solidFill>
                  <a:srgbClr val="3B3B3B"/>
                </a:solidFill>
                <a:latin typeface="Consolas"/>
              </a:rPr>
              <a:t>        </a:t>
            </a:r>
            <a:r>
              <a:rPr lang="en-US" sz="400" dirty="0">
                <a:solidFill>
                  <a:srgbClr val="AF00DB"/>
                </a:solidFill>
                <a:latin typeface="Consolas"/>
              </a:rPr>
              <a:t>else</a:t>
            </a:r>
            <a:r>
              <a:rPr lang="en-US" sz="400" dirty="0">
                <a:solidFill>
                  <a:srgbClr val="3B3B3B"/>
                </a:solidFill>
                <a:latin typeface="Consolas"/>
              </a:rPr>
              <a:t> </a:t>
            </a:r>
            <a:r>
              <a:rPr lang="en-US" sz="400" dirty="0">
                <a:solidFill>
                  <a:srgbClr val="AF00DB"/>
                </a:solidFill>
                <a:latin typeface="Consolas"/>
              </a:rPr>
              <a:t>if</a:t>
            </a:r>
            <a:r>
              <a:rPr lang="en-US" sz="400" dirty="0">
                <a:solidFill>
                  <a:srgbClr val="3B3B3B"/>
                </a:solidFill>
                <a:latin typeface="Consolas"/>
              </a:rPr>
              <a:t>(</a:t>
            </a:r>
            <a:r>
              <a:rPr lang="en-US" sz="400" dirty="0">
                <a:solidFill>
                  <a:srgbClr val="0070C1"/>
                </a:solidFill>
                <a:latin typeface="Consolas"/>
              </a:rPr>
              <a:t>op</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A31515"/>
                </a:solidFill>
                <a:latin typeface="Consolas"/>
              </a:rPr>
              <a:t>'/'</a:t>
            </a:r>
            <a:r>
              <a:rPr lang="en-US" sz="400" dirty="0">
                <a:solidFill>
                  <a:srgbClr val="3B3B3B"/>
                </a:solidFill>
                <a:latin typeface="Consolas"/>
              </a:rPr>
              <a:t>)</a:t>
            </a:r>
          </a:p>
          <a:p>
            <a:r>
              <a:rPr lang="en-US" sz="400" dirty="0">
                <a:solidFill>
                  <a:srgbClr val="3B3B3B"/>
                </a:solidFill>
                <a:latin typeface="Consolas"/>
              </a:rPr>
              <a:t>            </a:t>
            </a:r>
            <a:r>
              <a:rPr lang="en-US" sz="400" dirty="0" err="1">
                <a:solidFill>
                  <a:srgbClr val="001080"/>
                </a:solidFill>
                <a:latin typeface="Consolas"/>
              </a:rPr>
              <a:t>resultado</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v1</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70C1"/>
                </a:solidFill>
                <a:latin typeface="Consolas"/>
              </a:rPr>
              <a:t>v2</a:t>
            </a:r>
            <a:r>
              <a:rPr lang="en-US" sz="400" dirty="0">
                <a:solidFill>
                  <a:srgbClr val="3B3B3B"/>
                </a:solidFill>
                <a:latin typeface="Consolas"/>
              </a:rPr>
              <a:t>;</a:t>
            </a:r>
          </a:p>
          <a:p>
            <a:r>
              <a:rPr lang="en-US" sz="400" dirty="0">
                <a:solidFill>
                  <a:srgbClr val="3B3B3B"/>
                </a:solidFill>
                <a:latin typeface="Consolas"/>
              </a:rPr>
              <a:t>    }</a:t>
            </a:r>
          </a:p>
          <a:p>
            <a:br>
              <a:rPr lang="en-US" sz="400" dirty="0">
                <a:latin typeface="Consolas"/>
              </a:rPr>
            </a:br>
            <a:r>
              <a:rPr lang="en-US" sz="400" dirty="0">
                <a:solidFill>
                  <a:srgbClr val="3B3B3B"/>
                </a:solidFill>
                <a:latin typeface="Consolas"/>
              </a:rPr>
              <a:t>    </a:t>
            </a:r>
            <a:r>
              <a:rPr lang="en-US" sz="400" dirty="0">
                <a:solidFill>
                  <a:srgbClr val="AF00DB"/>
                </a:solidFill>
                <a:latin typeface="Consolas"/>
              </a:rPr>
              <a:t>return</a:t>
            </a:r>
            <a:r>
              <a:rPr lang="en-US" sz="400" dirty="0">
                <a:solidFill>
                  <a:srgbClr val="3B3B3B"/>
                </a:solidFill>
                <a:latin typeface="Consolas"/>
              </a:rPr>
              <a:t> (</a:t>
            </a:r>
          </a:p>
          <a:p>
            <a:r>
              <a:rPr lang="en-US" sz="400" dirty="0">
                <a:solidFill>
                  <a:srgbClr val="3B3B3B"/>
                </a:solidFill>
                <a:latin typeface="Consolas"/>
              </a:rPr>
              <a:t>        </a:t>
            </a:r>
            <a:r>
              <a:rPr lang="en-US" sz="400" dirty="0">
                <a:solidFill>
                  <a:srgbClr val="800000"/>
                </a:solidFill>
                <a:latin typeface="Consolas"/>
              </a:rPr>
              <a:t>&lt;&gt;</a:t>
            </a:r>
          </a:p>
          <a:p>
            <a:r>
              <a:rPr lang="en-US" sz="400" dirty="0">
                <a:solidFill>
                  <a:srgbClr val="3B3B3B"/>
                </a:solidFill>
                <a:latin typeface="Consolas"/>
              </a:rPr>
              <a:t>            </a:t>
            </a:r>
            <a:r>
              <a:rPr lang="en-US" sz="400" dirty="0">
                <a:solidFill>
                  <a:srgbClr val="0000FF"/>
                </a:solidFill>
                <a:latin typeface="Consolas"/>
              </a:rPr>
              <a:t>{</a:t>
            </a:r>
          </a:p>
          <a:p>
            <a:r>
              <a:rPr lang="en-US" sz="400" dirty="0">
                <a:latin typeface="Consolas"/>
              </a:rPr>
              <a:t>                </a:t>
            </a:r>
            <a:r>
              <a:rPr lang="en-US" sz="400" dirty="0">
                <a:solidFill>
                  <a:srgbClr val="0070C1"/>
                </a:solidFill>
                <a:latin typeface="Consolas"/>
              </a:rPr>
              <a:t>v1</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v2</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op</a:t>
            </a:r>
            <a:r>
              <a:rPr lang="en-US" sz="400" dirty="0">
                <a:latin typeface="Consolas"/>
              </a:rPr>
              <a:t> !== </a:t>
            </a:r>
            <a:r>
              <a:rPr lang="en-US" sz="400" dirty="0">
                <a:solidFill>
                  <a:srgbClr val="0000FF"/>
                </a:solidFill>
                <a:latin typeface="Consolas"/>
              </a:rPr>
              <a:t>null</a:t>
            </a:r>
            <a:r>
              <a:rPr lang="en-US" sz="400" dirty="0">
                <a:latin typeface="Consolas"/>
              </a:rPr>
              <a:t> ? </a:t>
            </a:r>
            <a:r>
              <a:rPr lang="en-US" sz="400" dirty="0">
                <a:solidFill>
                  <a:srgbClr val="800000"/>
                </a:solidFill>
                <a:latin typeface="Consolas"/>
              </a:rPr>
              <a:t>&lt;p</a:t>
            </a:r>
            <a:r>
              <a:rPr lang="en-US" sz="400" dirty="0">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"text-center"</a:t>
            </a:r>
            <a:r>
              <a:rPr lang="en-US" sz="400" dirty="0">
                <a:solidFill>
                  <a:srgbClr val="800000"/>
                </a:solidFill>
                <a:latin typeface="Consolas"/>
              </a:rPr>
              <a:t>&gt;</a:t>
            </a:r>
            <a:r>
              <a:rPr lang="en-US" sz="400" dirty="0" err="1">
                <a:latin typeface="Consolas"/>
              </a:rPr>
              <a:t>Resultado</a:t>
            </a:r>
            <a:r>
              <a:rPr lang="en-US" sz="400" dirty="0">
                <a:latin typeface="Consolas"/>
              </a:rPr>
              <a:t>: </a:t>
            </a:r>
            <a:r>
              <a:rPr lang="en-US" sz="400" dirty="0">
                <a:solidFill>
                  <a:srgbClr val="0000FF"/>
                </a:solidFill>
                <a:latin typeface="Consolas"/>
              </a:rPr>
              <a:t>{</a:t>
            </a:r>
            <a:r>
              <a:rPr lang="en-US" sz="400" dirty="0" err="1">
                <a:solidFill>
                  <a:srgbClr val="001080"/>
                </a:solidFill>
                <a:latin typeface="Consolas"/>
              </a:rPr>
              <a:t>resultado</a:t>
            </a:r>
            <a:r>
              <a:rPr lang="en-US" sz="400" dirty="0">
                <a:solidFill>
                  <a:srgbClr val="0000FF"/>
                </a:solidFill>
                <a:latin typeface="Consolas"/>
              </a:rPr>
              <a:t>}</a:t>
            </a:r>
            <a:r>
              <a:rPr lang="en-US" sz="400" dirty="0">
                <a:solidFill>
                  <a:srgbClr val="800000"/>
                </a:solidFill>
                <a:latin typeface="Consolas"/>
              </a:rPr>
              <a:t>&lt;/p&gt;</a:t>
            </a:r>
          </a:p>
          <a:p>
            <a:r>
              <a:rPr lang="en-US" sz="400" dirty="0">
                <a:latin typeface="Consolas"/>
              </a:rPr>
              <a:t>                    :</a:t>
            </a:r>
          </a:p>
          <a:p>
            <a:r>
              <a:rPr lang="en-US" sz="400" dirty="0">
                <a:latin typeface="Consolas"/>
              </a:rPr>
              <a:t>                    </a:t>
            </a:r>
            <a:r>
              <a:rPr lang="en-US" sz="400" dirty="0">
                <a:solidFill>
                  <a:srgbClr val="800000"/>
                </a:solidFill>
                <a:latin typeface="Consolas"/>
              </a:rPr>
              <a:t>&lt;p</a:t>
            </a:r>
            <a:r>
              <a:rPr lang="en-US" sz="400" dirty="0">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"text-center"</a:t>
            </a:r>
            <a:r>
              <a:rPr lang="en-US" sz="400" dirty="0">
                <a:solidFill>
                  <a:srgbClr val="800000"/>
                </a:solidFill>
                <a:latin typeface="Consolas"/>
              </a:rPr>
              <a:t>&gt;</a:t>
            </a:r>
            <a:r>
              <a:rPr lang="en-US" sz="400" dirty="0" err="1">
                <a:latin typeface="Consolas"/>
              </a:rPr>
              <a:t>Escolha</a:t>
            </a:r>
            <a:r>
              <a:rPr lang="en-US" sz="400" dirty="0">
                <a:latin typeface="Consolas"/>
              </a:rPr>
              <a:t> um valor para </a:t>
            </a:r>
            <a:r>
              <a:rPr lang="en-US" sz="400" dirty="0" err="1">
                <a:latin typeface="Consolas"/>
              </a:rPr>
              <a:t>todas</a:t>
            </a:r>
            <a:r>
              <a:rPr lang="en-US" sz="400" dirty="0">
                <a:latin typeface="Consolas"/>
              </a:rPr>
              <a:t> as entradas</a:t>
            </a:r>
            <a:r>
              <a:rPr lang="en-US" sz="400" dirty="0">
                <a:solidFill>
                  <a:srgbClr val="800000"/>
                </a:solidFill>
                <a:latin typeface="Consolas"/>
              </a:rPr>
              <a:t>&lt;/p&gt;</a:t>
            </a:r>
          </a:p>
          <a:p>
            <a:r>
              <a:rPr lang="en-US" sz="400" dirty="0">
                <a:latin typeface="Consolas"/>
              </a:rPr>
              <a:t>            </a:t>
            </a:r>
            <a:r>
              <a:rPr lang="en-US" sz="400" dirty="0">
                <a:solidFill>
                  <a:srgbClr val="0000FF"/>
                </a:solidFill>
                <a:latin typeface="Consolas"/>
              </a:rPr>
              <a:t>}</a:t>
            </a:r>
          </a:p>
          <a:p>
            <a:br>
              <a:rPr lang="en-US" sz="400" dirty="0">
                <a:latin typeface="Consolas"/>
              </a:rPr>
            </a:br>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"flex flex-row justify-center space-x-2 mt-4"</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a:t>
            </a:r>
            <a:r>
              <a:rPr lang="en-US" sz="400" dirty="0" err="1">
                <a:solidFill>
                  <a:srgbClr val="267F99"/>
                </a:solidFill>
                <a:latin typeface="Consolas"/>
              </a:rPr>
              <a:t>Teclado</a:t>
            </a:r>
            <a:r>
              <a:rPr lang="en-US" sz="400" dirty="0">
                <a:solidFill>
                  <a:srgbClr val="3B3B3B"/>
                </a:solidFill>
                <a:latin typeface="Consolas"/>
              </a:rPr>
              <a:t> </a:t>
            </a:r>
            <a:r>
              <a:rPr lang="en-US" sz="400" dirty="0">
                <a:solidFill>
                  <a:srgbClr val="E50000"/>
                </a:solidFill>
                <a:latin typeface="Consolas"/>
              </a:rPr>
              <a:t>fallback</a:t>
            </a:r>
            <a:r>
              <a:rPr lang="en-US" sz="400" dirty="0">
                <a:latin typeface="Consolas"/>
              </a:rPr>
              <a:t>=</a:t>
            </a:r>
            <a:r>
              <a:rPr lang="en-US" sz="400" dirty="0">
                <a:solidFill>
                  <a:srgbClr val="0000FF"/>
                </a:solidFill>
                <a:latin typeface="Consolas"/>
              </a:rPr>
              <a:t>{</a:t>
            </a:r>
            <a:r>
              <a:rPr lang="en-US" sz="400" dirty="0">
                <a:solidFill>
                  <a:srgbClr val="795E26"/>
                </a:solidFill>
                <a:latin typeface="Consolas"/>
              </a:rPr>
              <a:t>setV1</a:t>
            </a:r>
            <a:r>
              <a:rPr lang="en-US" sz="400" dirty="0">
                <a:solidFill>
                  <a:srgbClr val="0000FF"/>
                </a:solidFill>
                <a:latin typeface="Consolas"/>
              </a:rPr>
              <a:t>}</a:t>
            </a:r>
            <a:r>
              <a:rPr lang="en-US" sz="400" dirty="0">
                <a:solidFill>
                  <a:srgbClr val="3B3B3B"/>
                </a:solidFill>
                <a:latin typeface="Consolas"/>
              </a:rPr>
              <a:t> </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a:t>
            </a:r>
            <a:r>
              <a:rPr lang="en-US" sz="400" dirty="0" err="1">
                <a:solidFill>
                  <a:srgbClr val="267F99"/>
                </a:solidFill>
                <a:latin typeface="Consolas"/>
              </a:rPr>
              <a:t>Operacoes</a:t>
            </a:r>
            <a:r>
              <a:rPr lang="en-US" sz="400" dirty="0">
                <a:solidFill>
                  <a:srgbClr val="3B3B3B"/>
                </a:solidFill>
                <a:latin typeface="Consolas"/>
              </a:rPr>
              <a:t> </a:t>
            </a:r>
            <a:r>
              <a:rPr lang="en-US" sz="400" dirty="0">
                <a:solidFill>
                  <a:srgbClr val="E50000"/>
                </a:solidFill>
                <a:latin typeface="Consolas"/>
              </a:rPr>
              <a:t>fallback</a:t>
            </a:r>
            <a:r>
              <a:rPr lang="en-US" sz="400" dirty="0">
                <a:latin typeface="Consolas"/>
              </a:rPr>
              <a:t>=</a:t>
            </a:r>
            <a:r>
              <a:rPr lang="en-US" sz="400" dirty="0">
                <a:solidFill>
                  <a:srgbClr val="0000FF"/>
                </a:solidFill>
                <a:latin typeface="Consolas"/>
              </a:rPr>
              <a:t>{</a:t>
            </a:r>
            <a:r>
              <a:rPr lang="en-US" sz="400" dirty="0" err="1">
                <a:solidFill>
                  <a:srgbClr val="795E26"/>
                </a:solidFill>
                <a:latin typeface="Consolas"/>
              </a:rPr>
              <a:t>setOp</a:t>
            </a:r>
            <a:r>
              <a:rPr lang="en-US" sz="400" dirty="0">
                <a:solidFill>
                  <a:srgbClr val="0000FF"/>
                </a:solidFill>
                <a:latin typeface="Consolas"/>
              </a:rPr>
              <a:t>}</a:t>
            </a:r>
            <a:r>
              <a:rPr lang="en-US" sz="400" dirty="0">
                <a:solidFill>
                  <a:srgbClr val="3B3B3B"/>
                </a:solidFill>
                <a:latin typeface="Consolas"/>
              </a:rPr>
              <a:t> </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a:t>
            </a:r>
            <a:r>
              <a:rPr lang="en-US" sz="400" dirty="0" err="1">
                <a:solidFill>
                  <a:srgbClr val="267F99"/>
                </a:solidFill>
                <a:latin typeface="Consolas"/>
              </a:rPr>
              <a:t>Teclado</a:t>
            </a:r>
            <a:r>
              <a:rPr lang="en-US" sz="400" dirty="0">
                <a:solidFill>
                  <a:srgbClr val="3B3B3B"/>
                </a:solidFill>
                <a:latin typeface="Consolas"/>
              </a:rPr>
              <a:t> </a:t>
            </a:r>
            <a:r>
              <a:rPr lang="en-US" sz="400" dirty="0">
                <a:solidFill>
                  <a:srgbClr val="E50000"/>
                </a:solidFill>
                <a:latin typeface="Consolas"/>
              </a:rPr>
              <a:t>fallback</a:t>
            </a:r>
            <a:r>
              <a:rPr lang="en-US" sz="400" dirty="0">
                <a:latin typeface="Consolas"/>
              </a:rPr>
              <a:t>=</a:t>
            </a:r>
            <a:r>
              <a:rPr lang="en-US" sz="400" dirty="0">
                <a:solidFill>
                  <a:srgbClr val="0000FF"/>
                </a:solidFill>
                <a:latin typeface="Consolas"/>
              </a:rPr>
              <a:t>{</a:t>
            </a:r>
            <a:r>
              <a:rPr lang="en-US" sz="400" dirty="0">
                <a:solidFill>
                  <a:srgbClr val="795E26"/>
                </a:solidFill>
                <a:latin typeface="Consolas"/>
              </a:rPr>
              <a:t>setV2</a:t>
            </a:r>
            <a:r>
              <a:rPr lang="en-US" sz="400" dirty="0">
                <a:solidFill>
                  <a:srgbClr val="0000FF"/>
                </a:solidFill>
                <a:latin typeface="Consolas"/>
              </a:rPr>
              <a:t>}</a:t>
            </a:r>
            <a:r>
              <a:rPr lang="en-US" sz="400" dirty="0">
                <a:solidFill>
                  <a:srgbClr val="3B3B3B"/>
                </a:solidFill>
                <a:latin typeface="Consolas"/>
              </a:rPr>
              <a:t> </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&lt;/&gt;</a:t>
            </a:r>
          </a:p>
          <a:p>
            <a:r>
              <a:rPr lang="en-US" sz="400" dirty="0">
                <a:solidFill>
                  <a:srgbClr val="3B3B3B"/>
                </a:solidFill>
                <a:latin typeface="Consolas"/>
              </a:rPr>
              <a:t>    )</a:t>
            </a:r>
          </a:p>
          <a:p>
            <a:r>
              <a:rPr lang="en-US" sz="400" dirty="0">
                <a:solidFill>
                  <a:srgbClr val="3B3B3B"/>
                </a:solidFill>
                <a:latin typeface="Consolas"/>
              </a:rPr>
              <a:t>}</a:t>
            </a:r>
          </a:p>
          <a:p>
            <a:br>
              <a:rPr lang="en-US" sz="400" dirty="0">
                <a:latin typeface="Consolas"/>
              </a:rPr>
            </a:br>
            <a:r>
              <a:rPr lang="en-US" sz="400" dirty="0">
                <a:solidFill>
                  <a:srgbClr val="0000FF"/>
                </a:solidFill>
                <a:latin typeface="Consolas"/>
              </a:rPr>
              <a:t>function</a:t>
            </a:r>
            <a:r>
              <a:rPr lang="en-US" sz="400" dirty="0">
                <a:solidFill>
                  <a:srgbClr val="3B3B3B"/>
                </a:solidFill>
                <a:latin typeface="Consolas"/>
              </a:rPr>
              <a:t> </a:t>
            </a:r>
            <a:r>
              <a:rPr lang="en-US" sz="400" dirty="0" err="1">
                <a:solidFill>
                  <a:srgbClr val="795E26"/>
                </a:solidFill>
                <a:latin typeface="Consolas"/>
              </a:rPr>
              <a:t>Operacoes</a:t>
            </a:r>
            <a:r>
              <a:rPr lang="en-US" sz="400" dirty="0">
                <a:solidFill>
                  <a:srgbClr val="3B3B3B"/>
                </a:solidFill>
                <a:latin typeface="Consolas"/>
              </a:rPr>
              <a:t>({ </a:t>
            </a:r>
            <a:r>
              <a:rPr lang="en-US" sz="400" dirty="0">
                <a:solidFill>
                  <a:srgbClr val="001080"/>
                </a:solidFill>
                <a:latin typeface="Consolas"/>
              </a:rPr>
              <a:t>fallback</a:t>
            </a:r>
            <a:r>
              <a:rPr lang="en-US" sz="400" dirty="0">
                <a:solidFill>
                  <a:srgbClr val="3B3B3B"/>
                </a:solidFill>
                <a:latin typeface="Consolas"/>
              </a:rPr>
              <a:t> }) {</a:t>
            </a:r>
          </a:p>
          <a:p>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a:solidFill>
                  <a:srgbClr val="0070C1"/>
                </a:solidFill>
                <a:latin typeface="Consolas"/>
              </a:rPr>
              <a:t>valor</a:t>
            </a:r>
            <a:r>
              <a:rPr lang="en-US" sz="400" dirty="0">
                <a:solidFill>
                  <a:srgbClr val="3B3B3B"/>
                </a:solidFill>
                <a:latin typeface="Consolas"/>
              </a:rPr>
              <a:t>, </a:t>
            </a:r>
            <a:r>
              <a:rPr lang="en-US" sz="400" dirty="0" err="1">
                <a:solidFill>
                  <a:srgbClr val="795E26"/>
                </a:solidFill>
                <a:latin typeface="Consolas"/>
              </a:rPr>
              <a:t>setValor</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err="1">
                <a:solidFill>
                  <a:srgbClr val="795E26"/>
                </a:solidFill>
                <a:latin typeface="Consolas"/>
              </a:rPr>
              <a:t>useState</a:t>
            </a:r>
            <a:r>
              <a:rPr lang="en-US" sz="400" dirty="0">
                <a:solidFill>
                  <a:srgbClr val="3B3B3B"/>
                </a:solidFill>
                <a:latin typeface="Consolas"/>
              </a:rPr>
              <a:t>(</a:t>
            </a:r>
            <a:r>
              <a:rPr lang="en-US" sz="400" dirty="0">
                <a:solidFill>
                  <a:srgbClr val="0000FF"/>
                </a:solidFill>
                <a:latin typeface="Consolas"/>
              </a:rPr>
              <a:t>null</a:t>
            </a:r>
            <a:r>
              <a:rPr lang="en-US" sz="400" dirty="0">
                <a:solidFill>
                  <a:srgbClr val="3B3B3B"/>
                </a:solidFill>
                <a:latin typeface="Consolas"/>
              </a:rPr>
              <a:t>);</a:t>
            </a:r>
          </a:p>
          <a:p>
            <a:br>
              <a:rPr lang="en-US" sz="400" dirty="0">
                <a:latin typeface="Consolas"/>
              </a:rPr>
            </a:br>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err="1">
                <a:solidFill>
                  <a:srgbClr val="795E26"/>
                </a:solidFill>
                <a:latin typeface="Consolas"/>
              </a:rPr>
              <a:t>handleValor</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1080"/>
                </a:solidFill>
                <a:latin typeface="Consolas"/>
              </a:rPr>
              <a:t>v</a:t>
            </a:r>
            <a:r>
              <a:rPr lang="en-US" sz="400" dirty="0">
                <a:solidFill>
                  <a:srgbClr val="3B3B3B"/>
                </a:solidFill>
                <a:latin typeface="Consolas"/>
              </a:rPr>
              <a:t>) </a:t>
            </a:r>
            <a:r>
              <a:rPr lang="en-US" sz="400" dirty="0">
                <a:solidFill>
                  <a:srgbClr val="0000FF"/>
                </a:solidFill>
                <a:latin typeface="Consolas"/>
              </a:rPr>
              <a:t>=&gt;</a:t>
            </a:r>
            <a:r>
              <a:rPr lang="en-US" sz="400" dirty="0">
                <a:solidFill>
                  <a:srgbClr val="3B3B3B"/>
                </a:solidFill>
                <a:latin typeface="Consolas"/>
              </a:rPr>
              <a:t> {</a:t>
            </a:r>
          </a:p>
          <a:p>
            <a:r>
              <a:rPr lang="en-US" sz="400" dirty="0">
                <a:solidFill>
                  <a:srgbClr val="3B3B3B"/>
                </a:solidFill>
                <a:latin typeface="Consolas"/>
              </a:rPr>
              <a:t>        </a:t>
            </a:r>
            <a:r>
              <a:rPr lang="en-US" sz="400" dirty="0">
                <a:solidFill>
                  <a:srgbClr val="795E26"/>
                </a:solidFill>
                <a:latin typeface="Consolas"/>
              </a:rPr>
              <a:t>fallback</a:t>
            </a:r>
            <a:r>
              <a:rPr lang="en-US" sz="400" dirty="0">
                <a:solidFill>
                  <a:srgbClr val="3B3B3B"/>
                </a:solidFill>
                <a:latin typeface="Consolas"/>
              </a:rPr>
              <a:t>(</a:t>
            </a:r>
            <a:r>
              <a:rPr lang="en-US" sz="400" dirty="0">
                <a:solidFill>
                  <a:srgbClr val="001080"/>
                </a:solidFill>
                <a:latin typeface="Consolas"/>
              </a:rPr>
              <a:t>v</a:t>
            </a:r>
            <a:r>
              <a:rPr lang="en-US" sz="400" dirty="0">
                <a:solidFill>
                  <a:srgbClr val="3B3B3B"/>
                </a:solidFill>
                <a:latin typeface="Consolas"/>
              </a:rPr>
              <a:t>);</a:t>
            </a:r>
          </a:p>
          <a:p>
            <a:r>
              <a:rPr lang="en-US" sz="400" dirty="0">
                <a:solidFill>
                  <a:srgbClr val="3B3B3B"/>
                </a:solidFill>
                <a:latin typeface="Consolas"/>
              </a:rPr>
              <a:t>        </a:t>
            </a:r>
            <a:r>
              <a:rPr lang="en-US" sz="400" dirty="0" err="1">
                <a:solidFill>
                  <a:srgbClr val="795E26"/>
                </a:solidFill>
                <a:latin typeface="Consolas"/>
              </a:rPr>
              <a:t>setValor</a:t>
            </a:r>
            <a:r>
              <a:rPr lang="en-US" sz="400" dirty="0">
                <a:solidFill>
                  <a:srgbClr val="3B3B3B"/>
                </a:solidFill>
                <a:latin typeface="Consolas"/>
              </a:rPr>
              <a:t>(</a:t>
            </a:r>
            <a:r>
              <a:rPr lang="en-US" sz="400" dirty="0">
                <a:solidFill>
                  <a:srgbClr val="001080"/>
                </a:solidFill>
                <a:latin typeface="Consolas"/>
              </a:rPr>
              <a:t>v</a:t>
            </a:r>
            <a:r>
              <a:rPr lang="en-US" sz="400" dirty="0">
                <a:solidFill>
                  <a:srgbClr val="3B3B3B"/>
                </a:solidFill>
                <a:latin typeface="Consolas"/>
              </a:rPr>
              <a:t>);</a:t>
            </a:r>
          </a:p>
          <a:p>
            <a:r>
              <a:rPr lang="en-US" sz="400" dirty="0">
                <a:solidFill>
                  <a:srgbClr val="3B3B3B"/>
                </a:solidFill>
                <a:latin typeface="Consolas"/>
              </a:rPr>
              <a:t>    }</a:t>
            </a:r>
          </a:p>
          <a:p>
            <a:br>
              <a:rPr lang="en-US" sz="400" dirty="0">
                <a:latin typeface="Consolas"/>
              </a:rPr>
            </a:br>
            <a:r>
              <a:rPr lang="en-US" sz="400" dirty="0">
                <a:solidFill>
                  <a:srgbClr val="3B3B3B"/>
                </a:solidFill>
                <a:latin typeface="Consolas"/>
              </a:rPr>
              <a:t>    </a:t>
            </a:r>
            <a:r>
              <a:rPr lang="en-US" sz="400" dirty="0">
                <a:solidFill>
                  <a:srgbClr val="AF00DB"/>
                </a:solidFill>
                <a:latin typeface="Consolas"/>
              </a:rPr>
              <a:t>return</a:t>
            </a:r>
            <a:r>
              <a:rPr lang="en-US" sz="400" dirty="0">
                <a:solidFill>
                  <a:srgbClr val="3B3B3B"/>
                </a:solidFill>
                <a:latin typeface="Consolas"/>
              </a:rPr>
              <a:t> (</a:t>
            </a:r>
          </a:p>
          <a:p>
            <a:r>
              <a:rPr lang="en-US" sz="400" dirty="0">
                <a:solidFill>
                  <a:srgbClr val="3B3B3B"/>
                </a:solidFill>
                <a:latin typeface="Consolas"/>
              </a:rPr>
              <a:t>        </a:t>
            </a:r>
            <a:r>
              <a:rPr lang="en-US" sz="400" dirty="0">
                <a:solidFill>
                  <a:srgbClr val="800000"/>
                </a:solidFill>
                <a:latin typeface="Consolas"/>
              </a:rPr>
              <a:t>&lt;&gt;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"flex flex-col space-y-1"</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A31515"/>
                </a:solidFill>
                <a:latin typeface="Consolas"/>
              </a:rPr>
              <a:t>'+'</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A31515"/>
                </a:solidFill>
                <a:latin typeface="Consolas"/>
              </a:rPr>
              <a:t>'+'</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bg-red-600 disabled:bg-red-100 rounded-md"</a:t>
            </a:r>
            <a:r>
              <a:rPr lang="en-US" sz="400" dirty="0">
                <a:solidFill>
                  <a:srgbClr val="800000"/>
                </a:solidFill>
                <a:latin typeface="Consolas"/>
              </a:rPr>
              <a:t>&gt;</a:t>
            </a:r>
            <a:r>
              <a:rPr lang="en-US" sz="400" dirty="0">
                <a:solidFill>
                  <a:srgbClr val="3B3B3B"/>
                </a:solidFill>
                <a:latin typeface="Consolas"/>
              </a:rPr>
              <a:t>+</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A31515"/>
                </a:solidFill>
                <a:latin typeface="Consolas"/>
              </a:rPr>
              <a:t>'-'</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A31515"/>
                </a:solidFill>
                <a:latin typeface="Consolas"/>
              </a:rPr>
              <a:t>'-'</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bg-red-600 disabled:bg-red-100 rounded-md"</a:t>
            </a:r>
            <a:r>
              <a:rPr lang="en-US" sz="400" dirty="0">
                <a:solidFill>
                  <a:srgbClr val="800000"/>
                </a:solidFill>
                <a:latin typeface="Consolas"/>
              </a:rPr>
              <a:t>&gt;</a:t>
            </a:r>
            <a:r>
              <a:rPr lang="en-US" sz="400" dirty="0">
                <a:solidFill>
                  <a:srgbClr val="3B3B3B"/>
                </a:solidFill>
                <a:latin typeface="Consolas"/>
              </a:rPr>
              <a:t>-</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A31515"/>
                </a:solidFill>
                <a:latin typeface="Consolas"/>
              </a:rPr>
              <a:t>'*'</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A31515"/>
                </a:solidFill>
                <a:latin typeface="Consolas"/>
              </a:rPr>
              <a:t>'*'</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bg-red-600 disabled:bg-red-100 rounded-md"</a:t>
            </a:r>
            <a:r>
              <a:rPr lang="en-US" sz="400" dirty="0">
                <a:solidFill>
                  <a:srgbClr val="800000"/>
                </a:solidFill>
                <a:latin typeface="Consolas"/>
              </a:rPr>
              <a:t>&gt;</a:t>
            </a:r>
            <a:r>
              <a:rPr lang="en-US" sz="400" dirty="0">
                <a:solidFill>
                  <a:srgbClr val="3B3B3B"/>
                </a:solidFill>
                <a:latin typeface="Consolas"/>
              </a:rPr>
              <a:t>*</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A31515"/>
                </a:solidFill>
                <a:latin typeface="Consolas"/>
              </a:rPr>
              <a:t>'/'</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A31515"/>
                </a:solidFill>
                <a:latin typeface="Consolas"/>
              </a:rPr>
              <a:t>'/'</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bg-red-600 disabled:bg-red-100 rounded-md"</a:t>
            </a:r>
            <a:r>
              <a:rPr lang="en-US" sz="400" dirty="0">
                <a:solidFill>
                  <a:srgbClr val="800000"/>
                </a:solidFill>
                <a:latin typeface="Consolas"/>
              </a:rPr>
              <a:t>&gt;</a:t>
            </a:r>
            <a:r>
              <a:rPr lang="en-US" sz="400" dirty="0">
                <a:solidFill>
                  <a:srgbClr val="3B3B3B"/>
                </a:solidFill>
                <a:latin typeface="Consolas"/>
              </a:rPr>
              <a:t>/</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000FF"/>
                </a:solidFill>
                <a:latin typeface="Consolas"/>
              </a:rPr>
              <a:t>null</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bg-red-600 disabled:bg-red-100 rounded-md"</a:t>
            </a:r>
            <a:r>
              <a:rPr lang="en-US" sz="400" dirty="0">
                <a:solidFill>
                  <a:srgbClr val="800000"/>
                </a:solidFill>
                <a:latin typeface="Consolas"/>
              </a:rPr>
              <a:t>&gt;</a:t>
            </a:r>
            <a:r>
              <a:rPr lang="en-US" sz="400" dirty="0">
                <a:solidFill>
                  <a:srgbClr val="3B3B3B"/>
                </a:solidFill>
                <a:latin typeface="Consolas"/>
              </a:rPr>
              <a:t>C</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&lt;/&gt;</a:t>
            </a:r>
          </a:p>
          <a:p>
            <a:r>
              <a:rPr lang="en-US" sz="400" dirty="0">
                <a:solidFill>
                  <a:srgbClr val="3B3B3B"/>
                </a:solidFill>
                <a:latin typeface="Consolas"/>
              </a:rPr>
              <a:t>    )</a:t>
            </a:r>
          </a:p>
          <a:p>
            <a:r>
              <a:rPr lang="en-US" sz="400" dirty="0">
                <a:solidFill>
                  <a:srgbClr val="3B3B3B"/>
                </a:solidFill>
                <a:latin typeface="Consolas"/>
              </a:rPr>
              <a:t>}</a:t>
            </a:r>
          </a:p>
          <a:p>
            <a:br>
              <a:rPr lang="en-US" sz="400" dirty="0">
                <a:latin typeface="Consolas"/>
              </a:rPr>
            </a:br>
            <a:r>
              <a:rPr lang="en-US" sz="400" dirty="0">
                <a:solidFill>
                  <a:srgbClr val="0000FF"/>
                </a:solidFill>
                <a:latin typeface="Consolas"/>
              </a:rPr>
              <a:t>function</a:t>
            </a:r>
            <a:r>
              <a:rPr lang="en-US" sz="400" dirty="0">
                <a:solidFill>
                  <a:srgbClr val="3B3B3B"/>
                </a:solidFill>
                <a:latin typeface="Consolas"/>
              </a:rPr>
              <a:t> </a:t>
            </a:r>
            <a:r>
              <a:rPr lang="en-US" sz="400" dirty="0" err="1">
                <a:solidFill>
                  <a:srgbClr val="795E26"/>
                </a:solidFill>
                <a:latin typeface="Consolas"/>
              </a:rPr>
              <a:t>Teclado</a:t>
            </a:r>
            <a:r>
              <a:rPr lang="en-US" sz="400" dirty="0">
                <a:solidFill>
                  <a:srgbClr val="3B3B3B"/>
                </a:solidFill>
                <a:latin typeface="Consolas"/>
              </a:rPr>
              <a:t>({ </a:t>
            </a:r>
            <a:r>
              <a:rPr lang="en-US" sz="400" dirty="0">
                <a:solidFill>
                  <a:srgbClr val="001080"/>
                </a:solidFill>
                <a:latin typeface="Consolas"/>
              </a:rPr>
              <a:t>fallback</a:t>
            </a:r>
            <a:r>
              <a:rPr lang="en-US" sz="400" dirty="0">
                <a:solidFill>
                  <a:srgbClr val="3B3B3B"/>
                </a:solidFill>
                <a:latin typeface="Consolas"/>
              </a:rPr>
              <a:t> }) {</a:t>
            </a:r>
          </a:p>
          <a:p>
            <a:br>
              <a:rPr lang="en-US" sz="400" dirty="0">
                <a:latin typeface="Consolas"/>
              </a:rPr>
            </a:br>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a:solidFill>
                  <a:srgbClr val="0070C1"/>
                </a:solidFill>
                <a:latin typeface="Consolas"/>
              </a:rPr>
              <a:t>valor</a:t>
            </a:r>
            <a:r>
              <a:rPr lang="en-US" sz="400" dirty="0">
                <a:solidFill>
                  <a:srgbClr val="3B3B3B"/>
                </a:solidFill>
                <a:latin typeface="Consolas"/>
              </a:rPr>
              <a:t>, </a:t>
            </a:r>
            <a:r>
              <a:rPr lang="en-US" sz="400" dirty="0" err="1">
                <a:solidFill>
                  <a:srgbClr val="795E26"/>
                </a:solidFill>
                <a:latin typeface="Consolas"/>
              </a:rPr>
              <a:t>setValor</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err="1">
                <a:solidFill>
                  <a:srgbClr val="795E26"/>
                </a:solidFill>
                <a:latin typeface="Consolas"/>
              </a:rPr>
              <a:t>useState</a:t>
            </a:r>
            <a:r>
              <a:rPr lang="en-US" sz="400" dirty="0">
                <a:solidFill>
                  <a:srgbClr val="3B3B3B"/>
                </a:solidFill>
                <a:latin typeface="Consolas"/>
              </a:rPr>
              <a:t>(</a:t>
            </a:r>
            <a:r>
              <a:rPr lang="en-US" sz="400" dirty="0">
                <a:solidFill>
                  <a:srgbClr val="0000FF"/>
                </a:solidFill>
                <a:latin typeface="Consolas"/>
              </a:rPr>
              <a:t>null</a:t>
            </a:r>
            <a:r>
              <a:rPr lang="en-US" sz="400" dirty="0">
                <a:solidFill>
                  <a:srgbClr val="3B3B3B"/>
                </a:solidFill>
                <a:latin typeface="Consolas"/>
              </a:rPr>
              <a:t>);</a:t>
            </a:r>
          </a:p>
          <a:p>
            <a:br>
              <a:rPr lang="en-US" sz="400" dirty="0">
                <a:latin typeface="Consolas"/>
              </a:rPr>
            </a:br>
            <a:r>
              <a:rPr lang="en-US" sz="400" dirty="0">
                <a:solidFill>
                  <a:srgbClr val="3B3B3B"/>
                </a:solidFill>
                <a:latin typeface="Consolas"/>
              </a:rPr>
              <a:t>    </a:t>
            </a:r>
            <a:r>
              <a:rPr lang="en-US" sz="400" dirty="0">
                <a:solidFill>
                  <a:srgbClr val="0000FF"/>
                </a:solidFill>
                <a:latin typeface="Consolas"/>
              </a:rPr>
              <a:t>const</a:t>
            </a:r>
            <a:r>
              <a:rPr lang="en-US" sz="400" dirty="0">
                <a:solidFill>
                  <a:srgbClr val="3B3B3B"/>
                </a:solidFill>
                <a:latin typeface="Consolas"/>
              </a:rPr>
              <a:t> </a:t>
            </a:r>
            <a:r>
              <a:rPr lang="en-US" sz="400" dirty="0" err="1">
                <a:solidFill>
                  <a:srgbClr val="795E26"/>
                </a:solidFill>
                <a:latin typeface="Consolas"/>
              </a:rPr>
              <a:t>handleValor</a:t>
            </a:r>
            <a:r>
              <a:rPr lang="en-US" sz="400" dirty="0">
                <a:solidFill>
                  <a:srgbClr val="3B3B3B"/>
                </a:solidFill>
                <a:latin typeface="Consolas"/>
              </a:rPr>
              <a:t> </a:t>
            </a:r>
            <a:r>
              <a:rPr lang="en-US" sz="400" dirty="0">
                <a:latin typeface="Consolas"/>
              </a:rPr>
              <a:t>=</a:t>
            </a:r>
            <a:r>
              <a:rPr lang="en-US" sz="400" dirty="0">
                <a:solidFill>
                  <a:srgbClr val="3B3B3B"/>
                </a:solidFill>
                <a:latin typeface="Consolas"/>
              </a:rPr>
              <a:t> (</a:t>
            </a:r>
            <a:r>
              <a:rPr lang="en-US" sz="400" dirty="0">
                <a:solidFill>
                  <a:srgbClr val="001080"/>
                </a:solidFill>
                <a:latin typeface="Consolas"/>
              </a:rPr>
              <a:t>v</a:t>
            </a:r>
            <a:r>
              <a:rPr lang="en-US" sz="400" dirty="0">
                <a:solidFill>
                  <a:srgbClr val="3B3B3B"/>
                </a:solidFill>
                <a:latin typeface="Consolas"/>
              </a:rPr>
              <a:t>) </a:t>
            </a:r>
            <a:r>
              <a:rPr lang="en-US" sz="400" dirty="0">
                <a:solidFill>
                  <a:srgbClr val="0000FF"/>
                </a:solidFill>
                <a:latin typeface="Consolas"/>
              </a:rPr>
              <a:t>=&gt;</a:t>
            </a:r>
            <a:r>
              <a:rPr lang="en-US" sz="400" dirty="0">
                <a:solidFill>
                  <a:srgbClr val="3B3B3B"/>
                </a:solidFill>
                <a:latin typeface="Consolas"/>
              </a:rPr>
              <a:t> {</a:t>
            </a:r>
          </a:p>
          <a:p>
            <a:br>
              <a:rPr lang="en-US" sz="400" dirty="0">
                <a:latin typeface="Consolas"/>
              </a:rPr>
            </a:br>
            <a:r>
              <a:rPr lang="en-US" sz="400" dirty="0">
                <a:solidFill>
                  <a:srgbClr val="3B3B3B"/>
                </a:solidFill>
                <a:latin typeface="Consolas"/>
              </a:rPr>
              <a:t>        </a:t>
            </a:r>
            <a:r>
              <a:rPr lang="en-US" sz="400" dirty="0">
                <a:solidFill>
                  <a:srgbClr val="795E26"/>
                </a:solidFill>
                <a:latin typeface="Consolas"/>
              </a:rPr>
              <a:t>fallback</a:t>
            </a:r>
            <a:r>
              <a:rPr lang="en-US" sz="400" dirty="0">
                <a:solidFill>
                  <a:srgbClr val="3B3B3B"/>
                </a:solidFill>
                <a:latin typeface="Consolas"/>
              </a:rPr>
              <a:t>(</a:t>
            </a:r>
            <a:r>
              <a:rPr lang="en-US" sz="400" dirty="0">
                <a:solidFill>
                  <a:srgbClr val="001080"/>
                </a:solidFill>
                <a:latin typeface="Consolas"/>
              </a:rPr>
              <a:t>v</a:t>
            </a:r>
            <a:r>
              <a:rPr lang="en-US" sz="400" dirty="0">
                <a:solidFill>
                  <a:srgbClr val="3B3B3B"/>
                </a:solidFill>
                <a:latin typeface="Consolas"/>
              </a:rPr>
              <a:t>);</a:t>
            </a:r>
          </a:p>
          <a:p>
            <a:r>
              <a:rPr lang="en-US" sz="400" dirty="0">
                <a:solidFill>
                  <a:srgbClr val="3B3B3B"/>
                </a:solidFill>
                <a:latin typeface="Consolas"/>
              </a:rPr>
              <a:t>        </a:t>
            </a:r>
            <a:r>
              <a:rPr lang="en-US" sz="400" dirty="0" err="1">
                <a:solidFill>
                  <a:srgbClr val="795E26"/>
                </a:solidFill>
                <a:latin typeface="Consolas"/>
              </a:rPr>
              <a:t>setValor</a:t>
            </a:r>
            <a:r>
              <a:rPr lang="en-US" sz="400" dirty="0">
                <a:solidFill>
                  <a:srgbClr val="3B3B3B"/>
                </a:solidFill>
                <a:latin typeface="Consolas"/>
              </a:rPr>
              <a:t>(</a:t>
            </a:r>
            <a:r>
              <a:rPr lang="en-US" sz="400" dirty="0">
                <a:solidFill>
                  <a:srgbClr val="001080"/>
                </a:solidFill>
                <a:latin typeface="Consolas"/>
              </a:rPr>
              <a:t>v</a:t>
            </a:r>
            <a:r>
              <a:rPr lang="en-US" sz="400" dirty="0">
                <a:solidFill>
                  <a:srgbClr val="3B3B3B"/>
                </a:solidFill>
                <a:latin typeface="Consolas"/>
              </a:rPr>
              <a:t>);</a:t>
            </a:r>
          </a:p>
          <a:p>
            <a:r>
              <a:rPr lang="en-US" sz="400" dirty="0">
                <a:solidFill>
                  <a:srgbClr val="3B3B3B"/>
                </a:solidFill>
                <a:latin typeface="Consolas"/>
              </a:rPr>
              <a:t>    }</a:t>
            </a:r>
          </a:p>
          <a:p>
            <a:br>
              <a:rPr lang="en-US" sz="400" dirty="0">
                <a:latin typeface="Consolas"/>
              </a:rPr>
            </a:br>
            <a:r>
              <a:rPr lang="en-US" sz="400" dirty="0">
                <a:solidFill>
                  <a:srgbClr val="3B3B3B"/>
                </a:solidFill>
                <a:latin typeface="Consolas"/>
              </a:rPr>
              <a:t>    </a:t>
            </a:r>
            <a:r>
              <a:rPr lang="en-US" sz="400" dirty="0">
                <a:solidFill>
                  <a:srgbClr val="AF00DB"/>
                </a:solidFill>
                <a:latin typeface="Consolas"/>
              </a:rPr>
              <a:t>return</a:t>
            </a:r>
            <a:r>
              <a:rPr lang="en-US" sz="400" dirty="0">
                <a:solidFill>
                  <a:srgbClr val="3B3B3B"/>
                </a:solidFill>
                <a:latin typeface="Consolas"/>
              </a:rPr>
              <a:t> (</a:t>
            </a:r>
          </a:p>
          <a:p>
            <a:r>
              <a:rPr lang="en-US" sz="400" dirty="0">
                <a:solidFill>
                  <a:srgbClr val="3B3B3B"/>
                </a:solidFill>
                <a:latin typeface="Consolas"/>
              </a:rPr>
              <a:t>        </a:t>
            </a:r>
            <a:r>
              <a:rPr lang="en-US" sz="400" dirty="0">
                <a:solidFill>
                  <a:srgbClr val="800000"/>
                </a:solidFill>
                <a:latin typeface="Consolas"/>
              </a:rPr>
              <a:t>&lt;&gt;</a:t>
            </a:r>
          </a:p>
          <a:p>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a:t>
            </a:r>
            <a:r>
              <a:rPr lang="en-US" sz="400" dirty="0" err="1">
                <a:solidFill>
                  <a:srgbClr val="A31515"/>
                </a:solidFill>
                <a:latin typeface="Consolas"/>
              </a:rPr>
              <a:t>bg</a:t>
            </a:r>
            <a:r>
              <a:rPr lang="en-US" sz="400" dirty="0">
                <a:solidFill>
                  <a:srgbClr val="A31515"/>
                </a:solidFill>
                <a:latin typeface="Consolas"/>
              </a:rPr>
              <a:t>-black p-4 rounded-md"</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"flex flex-row space-x-1"</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1</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1</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1</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2</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2</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2</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3</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3</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3</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"flex flex-row space-x-1 mt-1"</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4</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4</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4</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5</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5</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5</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6</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6</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6</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"flex flex-row space-x-1 mt-1"</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7</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7</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7</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8</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8</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8</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9</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9</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9</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&lt;div</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"flex flex-row space-x-1 mt-1"</a:t>
            </a:r>
            <a:r>
              <a:rPr lang="en-US" sz="400" dirty="0">
                <a:solidFill>
                  <a:srgbClr val="800000"/>
                </a:solidFill>
                <a:latin typeface="Consolas"/>
              </a:rPr>
              <a:t>&gt;</a:t>
            </a:r>
          </a:p>
          <a:p>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latin typeface="Consolas"/>
              </a:rPr>
              <a:t> &amp;&amp; </a:t>
            </a:r>
            <a:r>
              <a:rPr lang="en-US" sz="400" dirty="0">
                <a:solidFill>
                  <a:srgbClr val="0070C1"/>
                </a:solidFill>
                <a:latin typeface="Consolas"/>
              </a:rPr>
              <a:t>valor</a:t>
            </a:r>
            <a:r>
              <a:rPr lang="en-US" sz="400" dirty="0">
                <a:latin typeface="Consolas"/>
              </a:rPr>
              <a:t> !== </a:t>
            </a:r>
            <a:r>
              <a:rPr lang="en-US" sz="400" dirty="0">
                <a:solidFill>
                  <a:srgbClr val="098658"/>
                </a:solidFill>
                <a:latin typeface="Consolas"/>
              </a:rPr>
              <a:t>0</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98658"/>
                </a:solidFill>
                <a:latin typeface="Consolas"/>
              </a:rPr>
              <a:t>0</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0</a:t>
            </a:r>
            <a:r>
              <a:rPr lang="en-US" sz="400" dirty="0">
                <a:solidFill>
                  <a:srgbClr val="800000"/>
                </a:solidFill>
                <a:latin typeface="Consolas"/>
              </a:rPr>
              <a:t>&lt;/button&gt;</a:t>
            </a:r>
          </a:p>
          <a:p>
            <a:br>
              <a:rPr lang="en-US" sz="400" dirty="0">
                <a:latin typeface="Consolas"/>
              </a:rPr>
            </a:br>
            <a:r>
              <a:rPr lang="en-US" sz="400" dirty="0">
                <a:solidFill>
                  <a:srgbClr val="3B3B3B"/>
                </a:solidFill>
                <a:latin typeface="Consolas"/>
              </a:rPr>
              <a:t>                    </a:t>
            </a:r>
            <a:r>
              <a:rPr lang="en-US" sz="400" dirty="0">
                <a:solidFill>
                  <a:srgbClr val="800000"/>
                </a:solidFill>
                <a:latin typeface="Consolas"/>
              </a:rPr>
              <a:t>&lt;button</a:t>
            </a:r>
            <a:r>
              <a:rPr lang="en-US" sz="400" dirty="0">
                <a:solidFill>
                  <a:srgbClr val="3B3B3B"/>
                </a:solidFill>
                <a:latin typeface="Consolas"/>
              </a:rPr>
              <a:t> </a:t>
            </a:r>
            <a:r>
              <a:rPr lang="en-US" sz="400" dirty="0">
                <a:solidFill>
                  <a:srgbClr val="E50000"/>
                </a:solidFill>
                <a:latin typeface="Consolas"/>
              </a:rPr>
              <a:t>disabled</a:t>
            </a:r>
            <a:r>
              <a:rPr lang="en-US" sz="400" dirty="0">
                <a:latin typeface="Consolas"/>
              </a:rPr>
              <a:t>=</a:t>
            </a:r>
            <a:r>
              <a:rPr lang="en-US" sz="400" dirty="0">
                <a:solidFill>
                  <a:srgbClr val="0000FF"/>
                </a:solidFill>
                <a:latin typeface="Consolas"/>
              </a:rPr>
              <a:t>{</a:t>
            </a:r>
            <a:r>
              <a:rPr lang="en-US" sz="400" dirty="0">
                <a:solidFill>
                  <a:srgbClr val="0070C1"/>
                </a:solidFill>
                <a:latin typeface="Consolas"/>
              </a:rPr>
              <a:t>valor</a:t>
            </a:r>
            <a:r>
              <a:rPr lang="en-US" sz="400" dirty="0">
                <a:latin typeface="Consolas"/>
              </a:rPr>
              <a:t> === </a:t>
            </a:r>
            <a:r>
              <a:rPr lang="en-US" sz="400" dirty="0">
                <a:solidFill>
                  <a:srgbClr val="0000FF"/>
                </a:solidFill>
                <a:latin typeface="Consolas"/>
              </a:rPr>
              <a:t>null}</a:t>
            </a:r>
            <a:r>
              <a:rPr lang="en-US" sz="400" dirty="0">
                <a:solidFill>
                  <a:srgbClr val="3B3B3B"/>
                </a:solidFill>
                <a:latin typeface="Consolas"/>
              </a:rPr>
              <a:t> </a:t>
            </a:r>
            <a:r>
              <a:rPr lang="en-US" sz="400" dirty="0" err="1">
                <a:solidFill>
                  <a:srgbClr val="E50000"/>
                </a:solidFill>
                <a:latin typeface="Consolas"/>
              </a:rPr>
              <a:t>onClick</a:t>
            </a:r>
            <a:r>
              <a:rPr lang="en-US" sz="400" dirty="0">
                <a:latin typeface="Consolas"/>
              </a:rPr>
              <a:t>=</a:t>
            </a:r>
            <a:r>
              <a:rPr lang="en-US" sz="400" dirty="0">
                <a:solidFill>
                  <a:srgbClr val="0000FF"/>
                </a:solidFill>
                <a:latin typeface="Consolas"/>
              </a:rPr>
              <a:t>{</a:t>
            </a:r>
            <a:r>
              <a:rPr lang="en-US" sz="400" dirty="0">
                <a:latin typeface="Consolas"/>
              </a:rPr>
              <a:t>() </a:t>
            </a:r>
            <a:r>
              <a:rPr lang="en-US" sz="400" dirty="0">
                <a:solidFill>
                  <a:srgbClr val="0000FF"/>
                </a:solidFill>
                <a:latin typeface="Consolas"/>
              </a:rPr>
              <a:t>=&gt;</a:t>
            </a:r>
            <a:r>
              <a:rPr lang="en-US" sz="400" dirty="0">
                <a:latin typeface="Consolas"/>
              </a:rPr>
              <a:t> { </a:t>
            </a:r>
            <a:r>
              <a:rPr lang="en-US" sz="400" dirty="0" err="1">
                <a:solidFill>
                  <a:srgbClr val="795E26"/>
                </a:solidFill>
                <a:latin typeface="Consolas"/>
              </a:rPr>
              <a:t>handleValor</a:t>
            </a:r>
            <a:r>
              <a:rPr lang="en-US" sz="400" dirty="0">
                <a:latin typeface="Consolas"/>
              </a:rPr>
              <a:t>(</a:t>
            </a:r>
            <a:r>
              <a:rPr lang="en-US" sz="400" dirty="0">
                <a:solidFill>
                  <a:srgbClr val="0000FF"/>
                </a:solidFill>
                <a:latin typeface="Consolas"/>
              </a:rPr>
              <a:t>null</a:t>
            </a:r>
            <a:r>
              <a:rPr lang="en-US" sz="400" dirty="0">
                <a:latin typeface="Consolas"/>
              </a:rPr>
              <a:t>) }</a:t>
            </a:r>
            <a:r>
              <a:rPr lang="en-US" sz="400" dirty="0">
                <a:solidFill>
                  <a:srgbClr val="0000FF"/>
                </a:solidFill>
                <a:latin typeface="Consolas"/>
              </a:rPr>
              <a:t>}</a:t>
            </a:r>
            <a:r>
              <a:rPr lang="en-US" sz="400" dirty="0">
                <a:solidFill>
                  <a:srgbClr val="3B3B3B"/>
                </a:solidFill>
                <a:latin typeface="Consolas"/>
              </a:rPr>
              <a:t> </a:t>
            </a:r>
            <a:r>
              <a:rPr lang="en-US" sz="400" dirty="0" err="1">
                <a:solidFill>
                  <a:srgbClr val="E50000"/>
                </a:solidFill>
                <a:latin typeface="Consolas"/>
              </a:rPr>
              <a:t>className</a:t>
            </a:r>
            <a:r>
              <a:rPr lang="en-US" sz="400" dirty="0">
                <a:latin typeface="Consolas"/>
              </a:rPr>
              <a:t>=</a:t>
            </a:r>
            <a:r>
              <a:rPr lang="en-US" sz="400" dirty="0">
                <a:solidFill>
                  <a:srgbClr val="A31515"/>
                </a:solidFill>
                <a:latin typeface="Consolas"/>
              </a:rPr>
              <a:t>"px-2 text-white bg-blue-600 disabled:bg-blue-100 rounded-md"</a:t>
            </a:r>
            <a:r>
              <a:rPr lang="en-US" sz="400" dirty="0">
                <a:solidFill>
                  <a:srgbClr val="800000"/>
                </a:solidFill>
                <a:latin typeface="Consolas"/>
              </a:rPr>
              <a:t>&gt;</a:t>
            </a:r>
            <a:r>
              <a:rPr lang="en-US" sz="400" dirty="0">
                <a:solidFill>
                  <a:srgbClr val="3B3B3B"/>
                </a:solidFill>
                <a:latin typeface="Consolas"/>
              </a:rPr>
              <a:t>Clean</a:t>
            </a:r>
            <a:r>
              <a:rPr lang="en-US" sz="400" dirty="0">
                <a:solidFill>
                  <a:srgbClr val="800000"/>
                </a:solidFill>
                <a:latin typeface="Consolas"/>
              </a:rPr>
              <a:t>&lt;/button&gt;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&lt;/div&gt;</a:t>
            </a:r>
          </a:p>
          <a:p>
            <a:r>
              <a:rPr lang="en-US" sz="400" dirty="0">
                <a:solidFill>
                  <a:srgbClr val="3B3B3B"/>
                </a:solidFill>
                <a:latin typeface="Consolas"/>
              </a:rPr>
              <a:t>        </a:t>
            </a:r>
            <a:r>
              <a:rPr lang="en-US" sz="400" dirty="0">
                <a:solidFill>
                  <a:srgbClr val="800000"/>
                </a:solidFill>
                <a:latin typeface="Consolas"/>
              </a:rPr>
              <a:t>&lt;/&gt;</a:t>
            </a:r>
          </a:p>
          <a:p>
            <a:r>
              <a:rPr lang="en-US" sz="400" dirty="0">
                <a:solidFill>
                  <a:srgbClr val="3B3B3B"/>
                </a:solidFill>
                <a:latin typeface="Consolas"/>
              </a:rPr>
              <a:t>    )</a:t>
            </a:r>
          </a:p>
          <a:p>
            <a:r>
              <a:rPr lang="en-US" sz="400" dirty="0">
                <a:solidFill>
                  <a:srgbClr val="3B3B3B"/>
                </a:solidFill>
                <a:latin typeface="Consola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Exercício - Mesa de som</a:t>
            </a:r>
          </a:p>
        </p:txBody>
      </p:sp>
      <p:sp>
        <p:nvSpPr>
          <p:cNvPr id="6" name="Espaço Reservado para Conteúdo 5"/>
          <p:cNvSpPr>
            <a:spLocks noGrp="1"/>
          </p:cNvSpPr>
          <p:nvPr>
            <p:ph idx="1"/>
          </p:nvPr>
        </p:nvSpPr>
        <p:spPr>
          <a:xfrm>
            <a:off x="676656" y="1676400"/>
            <a:ext cx="10753725" cy="4682067"/>
          </a:xfrm>
        </p:spPr>
        <p:txBody>
          <a:bodyPr vert="horz" lIns="91440" tIns="45720" rIns="91440" bIns="45720" rtlCol="0" anchor="t">
            <a:normAutofit lnSpcReduction="10000"/>
          </a:bodyPr>
          <a:lstStyle/>
          <a:p>
            <a:pPr marL="0" indent="0" algn="just">
              <a:lnSpc>
                <a:spcPct val="85000"/>
              </a:lnSpc>
              <a:spcBef>
                <a:spcPts val="1300"/>
              </a:spcBef>
              <a:buNone/>
              <a:tabLst>
                <a:tab pos="0" algn="l"/>
              </a:tabLst>
            </a:pPr>
            <a:r>
              <a:rPr lang="pt-BR" sz="3200" b="0" strike="noStrike" spc="-1" dirty="0">
                <a:solidFill>
                  <a:schemeClr val="tx1"/>
                </a:solidFill>
                <a:latin typeface="Calibri Light" panose="020F0302020204030204"/>
              </a:rPr>
              <a:t>Crie um aplicativo </a:t>
            </a:r>
            <a:r>
              <a:rPr lang="pt-BR" sz="3200" b="0" strike="noStrike" spc="-1" dirty="0" err="1">
                <a:solidFill>
                  <a:schemeClr val="tx1"/>
                </a:solidFill>
                <a:latin typeface="Calibri Light" panose="020F0302020204030204"/>
              </a:rPr>
              <a:t>React</a:t>
            </a:r>
            <a:r>
              <a:rPr lang="pt-BR" sz="3200" b="0" strike="noStrike" spc="-1" dirty="0">
                <a:solidFill>
                  <a:schemeClr val="tx1"/>
                </a:solidFill>
                <a:latin typeface="Calibri Light" panose="020F0302020204030204"/>
              </a:rPr>
              <a:t> para "ajustar o volume" de três entradas de áudio de um equipamento. Cada entrada de áudio possui volume mínimo de zero e máximo de 10, sendo que o incremento/decremento utilizado é de 1. Exibir o volume de cada entrada de áudio juntamente com o seu nome (usar nomes fictícios). Informar se o volume do equipamento estiver no mínimo ou </a:t>
            </a:r>
            <a:r>
              <a:rPr lang="pt-BR" sz="3200" spc="-1" dirty="0">
                <a:solidFill>
                  <a:schemeClr val="tx1"/>
                </a:solidFill>
                <a:latin typeface="Calibri Light" panose="020F0302020204030204"/>
              </a:rPr>
              <a:t>no máximo. Cada equipamento deve possuir um botão de energia próprio, que liga ou desliga o equipamento. Ainda, todo o sistema deve possuir um botão geral de energia, que quando ligado permite a passagem de energia para os componentes, mas quando desligado, não permite a passagem de energia para os demais componentes.</a:t>
            </a:r>
            <a:endParaRPr lang="pt-BR" sz="3200" b="0" strike="noStrike" spc="-1" dirty="0">
              <a:solidFill>
                <a:schemeClr val="tx1"/>
              </a:solidFill>
              <a:latin typeface="Calibri Light" panose="020F03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 de Texto 3"/>
          <p:cNvSpPr txBox="1"/>
          <p:nvPr/>
        </p:nvSpPr>
        <p:spPr>
          <a:xfrm>
            <a:off x="0" y="0"/>
            <a:ext cx="4064000" cy="368300"/>
          </a:xfrm>
          <a:prstGeom prst="rect">
            <a:avLst/>
          </a:prstGeom>
          <a:noFill/>
        </p:spPr>
        <p:txBody>
          <a:bodyPr wrap="square" rtlCol="0">
            <a:spAutoFit/>
          </a:bodyPr>
          <a:lstStyle/>
          <a:p>
            <a:r>
              <a:rPr lang="pt-BR" altLang="en-US"/>
              <a:t>page.js</a:t>
            </a:r>
          </a:p>
        </p:txBody>
      </p:sp>
      <p:sp>
        <p:nvSpPr>
          <p:cNvPr id="2" name="CaixaDeTexto 1">
            <a:extLst>
              <a:ext uri="{FF2B5EF4-FFF2-40B4-BE49-F238E27FC236}">
                <a16:creationId xmlns:a16="http://schemas.microsoft.com/office/drawing/2014/main" id="{43E92CEB-7C21-BF8A-F483-F6BDFDC6F3B5}"/>
              </a:ext>
            </a:extLst>
          </p:cNvPr>
          <p:cNvSpPr txBox="1"/>
          <p:nvPr/>
        </p:nvSpPr>
        <p:spPr>
          <a:xfrm>
            <a:off x="2005" y="553452"/>
            <a:ext cx="6202278"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AF00DB"/>
                </a:solidFill>
                <a:latin typeface="Consolas"/>
              </a:rPr>
              <a:t>import</a:t>
            </a:r>
            <a:r>
              <a:rPr lang="en-US" sz="2400" dirty="0">
                <a:solidFill>
                  <a:srgbClr val="3B3B3B"/>
                </a:solidFill>
                <a:latin typeface="Consolas"/>
              </a:rPr>
              <a:t> </a:t>
            </a:r>
            <a:r>
              <a:rPr lang="en-US" sz="2400" dirty="0" err="1">
                <a:solidFill>
                  <a:srgbClr val="001080"/>
                </a:solidFill>
                <a:latin typeface="Consolas"/>
              </a:rPr>
              <a:t>MesaSom</a:t>
            </a:r>
            <a:r>
              <a:rPr lang="en-US" sz="2400" dirty="0">
                <a:solidFill>
                  <a:srgbClr val="3B3B3B"/>
                </a:solidFill>
                <a:latin typeface="Consolas"/>
              </a:rPr>
              <a:t> </a:t>
            </a:r>
            <a:r>
              <a:rPr lang="en-US" sz="2400" dirty="0">
                <a:solidFill>
                  <a:srgbClr val="AF00DB"/>
                </a:solidFill>
                <a:latin typeface="Consolas"/>
              </a:rPr>
              <a:t>from</a:t>
            </a:r>
            <a:r>
              <a:rPr lang="en-US" sz="2400" dirty="0">
                <a:solidFill>
                  <a:srgbClr val="3B3B3B"/>
                </a:solidFill>
                <a:latin typeface="Consolas"/>
              </a:rPr>
              <a:t> </a:t>
            </a:r>
            <a:r>
              <a:rPr lang="en-US" sz="2400" dirty="0">
                <a:solidFill>
                  <a:srgbClr val="A31515"/>
                </a:solidFill>
                <a:latin typeface="Consolas"/>
              </a:rPr>
              <a:t>"./mesa"</a:t>
            </a:r>
            <a:r>
              <a:rPr lang="en-US" sz="2400" dirty="0">
                <a:solidFill>
                  <a:srgbClr val="3B3B3B"/>
                </a:solidFill>
                <a:latin typeface="Consolas"/>
              </a:rPr>
              <a:t>;</a:t>
            </a:r>
          </a:p>
          <a:p>
            <a:br>
              <a:rPr lang="en-US" sz="2400" dirty="0">
                <a:solidFill>
                  <a:srgbClr val="3B3B3B"/>
                </a:solidFill>
                <a:latin typeface="Consolas"/>
              </a:rPr>
            </a:br>
            <a:r>
              <a:rPr lang="en-US" sz="2400" dirty="0">
                <a:solidFill>
                  <a:srgbClr val="AF00DB"/>
                </a:solidFill>
                <a:latin typeface="Consolas"/>
              </a:rPr>
              <a:t>export</a:t>
            </a:r>
            <a:r>
              <a:rPr lang="en-US" sz="2400" dirty="0">
                <a:solidFill>
                  <a:srgbClr val="3B3B3B"/>
                </a:solidFill>
                <a:latin typeface="Consolas"/>
              </a:rPr>
              <a:t> </a:t>
            </a:r>
            <a:r>
              <a:rPr lang="en-US" sz="2400" dirty="0">
                <a:solidFill>
                  <a:srgbClr val="AF00DB"/>
                </a:solidFill>
                <a:latin typeface="Consolas"/>
              </a:rPr>
              <a:t>default</a:t>
            </a:r>
            <a:r>
              <a:rPr lang="en-US" sz="2400" dirty="0">
                <a:solidFill>
                  <a:srgbClr val="3B3B3B"/>
                </a:solidFill>
                <a:latin typeface="Consolas"/>
              </a:rPr>
              <a:t> </a:t>
            </a:r>
            <a:r>
              <a:rPr lang="en-US" sz="2400" dirty="0">
                <a:solidFill>
                  <a:srgbClr val="0000FF"/>
                </a:solidFill>
                <a:latin typeface="Consolas"/>
              </a:rPr>
              <a:t>function</a:t>
            </a:r>
            <a:r>
              <a:rPr lang="en-US" sz="2400" dirty="0">
                <a:solidFill>
                  <a:srgbClr val="3B3B3B"/>
                </a:solidFill>
                <a:latin typeface="Consolas"/>
              </a:rPr>
              <a:t> </a:t>
            </a:r>
            <a:r>
              <a:rPr lang="en-US" sz="2400" dirty="0">
                <a:solidFill>
                  <a:srgbClr val="795E26"/>
                </a:solidFill>
                <a:latin typeface="Consolas"/>
              </a:rPr>
              <a:t>Home</a:t>
            </a:r>
            <a:r>
              <a:rPr lang="en-US" sz="2400" dirty="0">
                <a:solidFill>
                  <a:srgbClr val="3B3B3B"/>
                </a:solidFill>
                <a:latin typeface="Consolas"/>
              </a:rPr>
              <a:t>() {</a:t>
            </a:r>
          </a:p>
          <a:p>
            <a:br>
              <a:rPr lang="en-US" sz="2400" dirty="0">
                <a:solidFill>
                  <a:srgbClr val="3B3B3B"/>
                </a:solidFill>
                <a:latin typeface="Consolas"/>
              </a:rPr>
            </a:br>
            <a:r>
              <a:rPr lang="en-US" sz="2400" dirty="0">
                <a:solidFill>
                  <a:srgbClr val="3B3B3B"/>
                </a:solidFill>
                <a:latin typeface="Consolas"/>
              </a:rPr>
              <a:t>  </a:t>
            </a:r>
            <a:r>
              <a:rPr lang="en-US" sz="2400" dirty="0">
                <a:solidFill>
                  <a:srgbClr val="AF00DB"/>
                </a:solidFill>
                <a:latin typeface="Consolas"/>
              </a:rPr>
              <a:t>return</a:t>
            </a:r>
            <a:r>
              <a:rPr lang="en-US" sz="2400" dirty="0">
                <a:solidFill>
                  <a:srgbClr val="3B3B3B"/>
                </a:solidFill>
                <a:latin typeface="Consolas"/>
              </a:rPr>
              <a:t> (</a:t>
            </a:r>
          </a:p>
          <a:p>
            <a:r>
              <a:rPr lang="en-US" sz="2400" dirty="0">
                <a:solidFill>
                  <a:srgbClr val="3B3B3B"/>
                </a:solidFill>
                <a:latin typeface="Consolas"/>
              </a:rPr>
              <a:t>    </a:t>
            </a:r>
            <a:r>
              <a:rPr lang="en-US" sz="2400" dirty="0">
                <a:solidFill>
                  <a:srgbClr val="800000"/>
                </a:solidFill>
                <a:latin typeface="Consolas"/>
              </a:rPr>
              <a:t>&lt;</a:t>
            </a:r>
            <a:r>
              <a:rPr lang="en-US" sz="2400" dirty="0" err="1">
                <a:solidFill>
                  <a:srgbClr val="267F99"/>
                </a:solidFill>
                <a:latin typeface="Consolas"/>
              </a:rPr>
              <a:t>MesaSom</a:t>
            </a:r>
            <a:r>
              <a:rPr lang="en-US" sz="2400" dirty="0">
                <a:solidFill>
                  <a:srgbClr val="3B3B3B"/>
                </a:solidFill>
                <a:latin typeface="Consolas"/>
              </a:rPr>
              <a:t> </a:t>
            </a:r>
            <a:r>
              <a:rPr lang="en-US" sz="2400" dirty="0">
                <a:solidFill>
                  <a:srgbClr val="800000"/>
                </a:solidFill>
                <a:latin typeface="Consolas"/>
              </a:rPr>
              <a:t>/&gt;</a:t>
            </a:r>
          </a:p>
          <a:p>
            <a:r>
              <a:rPr lang="en-US" sz="2400" dirty="0">
                <a:solidFill>
                  <a:srgbClr val="3B3B3B"/>
                </a:solidFill>
                <a:latin typeface="Consolas"/>
              </a:rPr>
              <a:t>  )</a:t>
            </a:r>
          </a:p>
          <a:p>
            <a:br>
              <a:rPr lang="en-US" sz="2400" dirty="0">
                <a:solidFill>
                  <a:srgbClr val="3B3B3B"/>
                </a:solidFill>
                <a:latin typeface="Consolas"/>
              </a:rPr>
            </a:br>
            <a:r>
              <a:rPr lang="en-US" sz="2400" dirty="0">
                <a:solidFill>
                  <a:srgbClr val="3B3B3B"/>
                </a:solidFill>
                <a:latin typeface="Consolas"/>
              </a:rPr>
              <a:t>}</a:t>
            </a:r>
          </a:p>
          <a:p>
            <a:endParaRPr lang="en-US" sz="2400" dirty="0">
              <a:solidFill>
                <a:srgbClr val="3B3B3B"/>
              </a:solidFill>
              <a:latin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 de Texto 3"/>
          <p:cNvSpPr txBox="1"/>
          <p:nvPr/>
        </p:nvSpPr>
        <p:spPr>
          <a:xfrm>
            <a:off x="0" y="0"/>
            <a:ext cx="4064000" cy="368300"/>
          </a:xfrm>
          <a:prstGeom prst="rect">
            <a:avLst/>
          </a:prstGeom>
          <a:noFill/>
        </p:spPr>
        <p:txBody>
          <a:bodyPr wrap="square" rtlCol="0">
            <a:spAutoFit/>
          </a:bodyPr>
          <a:lstStyle/>
          <a:p>
            <a:r>
              <a:rPr lang="pt-BR" altLang="en-US"/>
              <a:t>mesa.js</a:t>
            </a:r>
          </a:p>
        </p:txBody>
      </p:sp>
      <p:sp>
        <p:nvSpPr>
          <p:cNvPr id="2" name="CaixaDeTexto 1">
            <a:extLst>
              <a:ext uri="{FF2B5EF4-FFF2-40B4-BE49-F238E27FC236}">
                <a16:creationId xmlns:a16="http://schemas.microsoft.com/office/drawing/2014/main" id="{3434CADF-DE2E-F0E4-E672-143702462E71}"/>
              </a:ext>
            </a:extLst>
          </p:cNvPr>
          <p:cNvSpPr txBox="1"/>
          <p:nvPr/>
        </p:nvSpPr>
        <p:spPr>
          <a:xfrm>
            <a:off x="2005" y="372979"/>
            <a:ext cx="12187989" cy="63940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solidFill>
                  <a:srgbClr val="A31515"/>
                </a:solidFill>
                <a:latin typeface="Consolas"/>
              </a:rPr>
              <a:t>'use client'</a:t>
            </a:r>
          </a:p>
          <a:p>
            <a:br>
              <a:rPr lang="en-US" sz="1050" dirty="0">
                <a:solidFill>
                  <a:srgbClr val="3B3B3B"/>
                </a:solidFill>
                <a:latin typeface="Consolas"/>
              </a:rPr>
            </a:br>
            <a:r>
              <a:rPr lang="en-US" sz="1050" dirty="0">
                <a:solidFill>
                  <a:srgbClr val="AF00DB"/>
                </a:solidFill>
                <a:latin typeface="Consolas"/>
              </a:rPr>
              <a:t>import</a:t>
            </a:r>
            <a:r>
              <a:rPr lang="en-US" sz="1050" dirty="0">
                <a:solidFill>
                  <a:srgbClr val="3B3B3B"/>
                </a:solidFill>
                <a:latin typeface="Consolas"/>
              </a:rPr>
              <a:t> { </a:t>
            </a:r>
            <a:r>
              <a:rPr lang="en-US" sz="1050" dirty="0" err="1">
                <a:solidFill>
                  <a:srgbClr val="001080"/>
                </a:solidFill>
                <a:latin typeface="Consolas"/>
              </a:rPr>
              <a:t>createContext</a:t>
            </a:r>
            <a:r>
              <a:rPr lang="en-US" sz="1050" dirty="0">
                <a:solidFill>
                  <a:srgbClr val="3B3B3B"/>
                </a:solidFill>
                <a:latin typeface="Consolas"/>
              </a:rPr>
              <a:t>, </a:t>
            </a:r>
            <a:r>
              <a:rPr lang="en-US" sz="1050" dirty="0" err="1">
                <a:solidFill>
                  <a:srgbClr val="001080"/>
                </a:solidFill>
                <a:latin typeface="Consolas"/>
              </a:rPr>
              <a:t>useState</a:t>
            </a:r>
            <a:r>
              <a:rPr lang="en-US" sz="1050" dirty="0">
                <a:solidFill>
                  <a:srgbClr val="3B3B3B"/>
                </a:solidFill>
                <a:latin typeface="Consolas"/>
              </a:rPr>
              <a:t> } </a:t>
            </a:r>
            <a:r>
              <a:rPr lang="en-US" sz="1050" dirty="0">
                <a:solidFill>
                  <a:srgbClr val="AF00DB"/>
                </a:solidFill>
                <a:latin typeface="Consolas"/>
              </a:rPr>
              <a:t>from</a:t>
            </a:r>
            <a:r>
              <a:rPr lang="en-US" sz="1050" dirty="0">
                <a:solidFill>
                  <a:srgbClr val="3B3B3B"/>
                </a:solidFill>
                <a:latin typeface="Consolas"/>
              </a:rPr>
              <a:t> </a:t>
            </a:r>
            <a:r>
              <a:rPr lang="en-US" sz="1050" dirty="0">
                <a:solidFill>
                  <a:srgbClr val="A31515"/>
                </a:solidFill>
                <a:latin typeface="Consolas"/>
              </a:rPr>
              <a:t>"react"</a:t>
            </a:r>
            <a:r>
              <a:rPr lang="en-US" sz="1050" dirty="0">
                <a:solidFill>
                  <a:srgbClr val="3B3B3B"/>
                </a:solidFill>
                <a:latin typeface="Consolas"/>
              </a:rPr>
              <a:t>;</a:t>
            </a:r>
          </a:p>
          <a:p>
            <a:r>
              <a:rPr lang="en-US" sz="1050" dirty="0">
                <a:solidFill>
                  <a:srgbClr val="AF00DB"/>
                </a:solidFill>
                <a:latin typeface="Consolas"/>
              </a:rPr>
              <a:t>import</a:t>
            </a:r>
            <a:r>
              <a:rPr lang="en-US" sz="1050" dirty="0">
                <a:solidFill>
                  <a:srgbClr val="3B3B3B"/>
                </a:solidFill>
                <a:latin typeface="Consolas"/>
              </a:rPr>
              <a:t> </a:t>
            </a:r>
            <a:r>
              <a:rPr lang="en-US" sz="1050" dirty="0">
                <a:solidFill>
                  <a:srgbClr val="001080"/>
                </a:solidFill>
                <a:latin typeface="Consolas"/>
              </a:rPr>
              <a:t>Grupo</a:t>
            </a:r>
            <a:r>
              <a:rPr lang="en-US" sz="1050" dirty="0">
                <a:solidFill>
                  <a:srgbClr val="3B3B3B"/>
                </a:solidFill>
                <a:latin typeface="Consolas"/>
              </a:rPr>
              <a:t> </a:t>
            </a:r>
            <a:r>
              <a:rPr lang="en-US" sz="1050" dirty="0">
                <a:solidFill>
                  <a:srgbClr val="AF00DB"/>
                </a:solidFill>
                <a:latin typeface="Consolas"/>
              </a:rPr>
              <a:t>from</a:t>
            </a:r>
            <a:r>
              <a:rPr lang="en-US" sz="1050" dirty="0">
                <a:solidFill>
                  <a:srgbClr val="3B3B3B"/>
                </a:solidFill>
                <a:latin typeface="Consolas"/>
              </a:rPr>
              <a:t> </a:t>
            </a:r>
            <a:r>
              <a:rPr lang="en-US" sz="1050" dirty="0">
                <a:solidFill>
                  <a:srgbClr val="A31515"/>
                </a:solidFill>
                <a:latin typeface="Consolas"/>
              </a:rPr>
              <a:t>"./</a:t>
            </a:r>
            <a:r>
              <a:rPr lang="en-US" sz="1050" dirty="0" err="1">
                <a:solidFill>
                  <a:srgbClr val="A31515"/>
                </a:solidFill>
                <a:latin typeface="Consolas"/>
              </a:rPr>
              <a:t>grupo</a:t>
            </a:r>
            <a:r>
              <a:rPr lang="en-US" sz="1050" dirty="0">
                <a:solidFill>
                  <a:srgbClr val="A31515"/>
                </a:solidFill>
                <a:latin typeface="Consolas"/>
              </a:rPr>
              <a:t>"</a:t>
            </a:r>
            <a:r>
              <a:rPr lang="en-US" sz="1050" dirty="0">
                <a:solidFill>
                  <a:srgbClr val="3B3B3B"/>
                </a:solidFill>
                <a:latin typeface="Consolas"/>
              </a:rPr>
              <a:t>;</a:t>
            </a:r>
          </a:p>
          <a:p>
            <a:br>
              <a:rPr lang="en-US" sz="1050" dirty="0">
                <a:solidFill>
                  <a:srgbClr val="3B3B3B"/>
                </a:solidFill>
                <a:latin typeface="Consolas"/>
              </a:rPr>
            </a:br>
            <a:r>
              <a:rPr lang="en-US" sz="1050" dirty="0">
                <a:solidFill>
                  <a:srgbClr val="AF00DB"/>
                </a:solidFill>
                <a:latin typeface="Consolas"/>
              </a:rPr>
              <a:t>export</a:t>
            </a:r>
            <a:r>
              <a:rPr lang="en-US" sz="1050" dirty="0">
                <a:solidFill>
                  <a:srgbClr val="3B3B3B"/>
                </a:solidFill>
                <a:latin typeface="Consolas"/>
              </a:rPr>
              <a:t> </a:t>
            </a:r>
            <a:r>
              <a:rPr lang="en-US" sz="1050" dirty="0">
                <a:solidFill>
                  <a:srgbClr val="0000FF"/>
                </a:solidFill>
                <a:latin typeface="Consolas"/>
              </a:rPr>
              <a:t>const</a:t>
            </a:r>
            <a:r>
              <a:rPr lang="en-US" sz="1050" dirty="0">
                <a:solidFill>
                  <a:srgbClr val="3B3B3B"/>
                </a:solidFill>
                <a:latin typeface="Consolas"/>
              </a:rPr>
              <a:t> </a:t>
            </a:r>
            <a:r>
              <a:rPr lang="en-US" sz="1050" dirty="0" err="1">
                <a:solidFill>
                  <a:srgbClr val="0070C1"/>
                </a:solidFill>
                <a:latin typeface="Consolas"/>
              </a:rPr>
              <a:t>EnergiaContext</a:t>
            </a:r>
            <a:r>
              <a:rPr lang="en-US" sz="1050" dirty="0">
                <a:solidFill>
                  <a:srgbClr val="3B3B3B"/>
                </a:solidFill>
                <a:latin typeface="Consolas"/>
              </a:rPr>
              <a:t> </a:t>
            </a:r>
            <a:r>
              <a:rPr lang="en-US" sz="1050" dirty="0">
                <a:latin typeface="Consolas"/>
              </a:rPr>
              <a:t>=</a:t>
            </a:r>
            <a:r>
              <a:rPr lang="en-US" sz="1050" dirty="0">
                <a:solidFill>
                  <a:srgbClr val="3B3B3B"/>
                </a:solidFill>
                <a:latin typeface="Consolas"/>
              </a:rPr>
              <a:t> </a:t>
            </a:r>
            <a:r>
              <a:rPr lang="en-US" sz="1050" dirty="0" err="1">
                <a:solidFill>
                  <a:srgbClr val="795E26"/>
                </a:solidFill>
                <a:latin typeface="Consolas"/>
              </a:rPr>
              <a:t>createContext</a:t>
            </a:r>
            <a:r>
              <a:rPr lang="en-US" sz="1050" dirty="0">
                <a:solidFill>
                  <a:srgbClr val="3B3B3B"/>
                </a:solidFill>
                <a:latin typeface="Consolas"/>
              </a:rPr>
              <a:t>(</a:t>
            </a:r>
            <a:r>
              <a:rPr lang="en-US" sz="1050" dirty="0">
                <a:solidFill>
                  <a:srgbClr val="0000FF"/>
                </a:solidFill>
                <a:latin typeface="Consolas"/>
              </a:rPr>
              <a:t>null</a:t>
            </a:r>
            <a:r>
              <a:rPr lang="en-US" sz="1050" dirty="0">
                <a:solidFill>
                  <a:srgbClr val="3B3B3B"/>
                </a:solidFill>
                <a:latin typeface="Consolas"/>
              </a:rPr>
              <a:t>);</a:t>
            </a:r>
          </a:p>
          <a:p>
            <a:br>
              <a:rPr lang="en-US" sz="1050" dirty="0">
                <a:solidFill>
                  <a:srgbClr val="3B3B3B"/>
                </a:solidFill>
                <a:latin typeface="Consolas"/>
              </a:rPr>
            </a:br>
            <a:r>
              <a:rPr lang="en-US" sz="1050" dirty="0">
                <a:solidFill>
                  <a:srgbClr val="AF00DB"/>
                </a:solidFill>
                <a:latin typeface="Consolas"/>
              </a:rPr>
              <a:t>export</a:t>
            </a:r>
            <a:r>
              <a:rPr lang="en-US" sz="1050" dirty="0">
                <a:solidFill>
                  <a:srgbClr val="3B3B3B"/>
                </a:solidFill>
                <a:latin typeface="Consolas"/>
              </a:rPr>
              <a:t> </a:t>
            </a:r>
            <a:r>
              <a:rPr lang="en-US" sz="1050" dirty="0">
                <a:solidFill>
                  <a:srgbClr val="AF00DB"/>
                </a:solidFill>
                <a:latin typeface="Consolas"/>
              </a:rPr>
              <a:t>default</a:t>
            </a:r>
            <a:r>
              <a:rPr lang="en-US" sz="1050" dirty="0">
                <a:solidFill>
                  <a:srgbClr val="3B3B3B"/>
                </a:solidFill>
                <a:latin typeface="Consolas"/>
              </a:rPr>
              <a:t> </a:t>
            </a:r>
            <a:r>
              <a:rPr lang="en-US" sz="1050" dirty="0">
                <a:solidFill>
                  <a:srgbClr val="0000FF"/>
                </a:solidFill>
                <a:latin typeface="Consolas"/>
              </a:rPr>
              <a:t>function</a:t>
            </a:r>
            <a:r>
              <a:rPr lang="en-US" sz="1050" dirty="0">
                <a:solidFill>
                  <a:srgbClr val="3B3B3B"/>
                </a:solidFill>
                <a:latin typeface="Consolas"/>
              </a:rPr>
              <a:t> </a:t>
            </a:r>
            <a:r>
              <a:rPr lang="en-US" sz="1050" dirty="0" err="1">
                <a:solidFill>
                  <a:srgbClr val="795E26"/>
                </a:solidFill>
                <a:latin typeface="Consolas"/>
              </a:rPr>
              <a:t>MesaSom</a:t>
            </a:r>
            <a:r>
              <a:rPr lang="en-US" sz="1050" dirty="0">
                <a:solidFill>
                  <a:srgbClr val="3B3B3B"/>
                </a:solidFill>
                <a:latin typeface="Consolas"/>
              </a:rPr>
              <a:t>() {</a:t>
            </a:r>
          </a:p>
          <a:p>
            <a:r>
              <a:rPr lang="en-US" sz="1050" dirty="0">
                <a:solidFill>
                  <a:srgbClr val="3B3B3B"/>
                </a:solidFill>
                <a:latin typeface="Consolas"/>
              </a:rPr>
              <a:t>    </a:t>
            </a:r>
            <a:r>
              <a:rPr lang="en-US" sz="1050" dirty="0">
                <a:solidFill>
                  <a:srgbClr val="0000FF"/>
                </a:solidFill>
                <a:latin typeface="Consolas"/>
              </a:rPr>
              <a:t>const</a:t>
            </a:r>
            <a:r>
              <a:rPr lang="en-US" sz="1050" dirty="0">
                <a:solidFill>
                  <a:srgbClr val="3B3B3B"/>
                </a:solidFill>
                <a:latin typeface="Consolas"/>
              </a:rPr>
              <a:t> [</a:t>
            </a:r>
            <a:r>
              <a:rPr lang="en-US" sz="1050" dirty="0" err="1">
                <a:solidFill>
                  <a:srgbClr val="0070C1"/>
                </a:solidFill>
                <a:latin typeface="Consolas"/>
              </a:rPr>
              <a:t>energia</a:t>
            </a:r>
            <a:r>
              <a:rPr lang="en-US" sz="1050" dirty="0">
                <a:solidFill>
                  <a:srgbClr val="3B3B3B"/>
                </a:solidFill>
                <a:latin typeface="Consolas"/>
              </a:rPr>
              <a:t>, </a:t>
            </a:r>
            <a:r>
              <a:rPr lang="en-US" sz="1050" dirty="0" err="1">
                <a:solidFill>
                  <a:srgbClr val="795E26"/>
                </a:solidFill>
                <a:latin typeface="Consolas"/>
              </a:rPr>
              <a:t>setEnergia</a:t>
            </a:r>
            <a:r>
              <a:rPr lang="en-US" sz="1050" dirty="0">
                <a:solidFill>
                  <a:srgbClr val="3B3B3B"/>
                </a:solidFill>
                <a:latin typeface="Consolas"/>
              </a:rPr>
              <a:t>] </a:t>
            </a:r>
            <a:r>
              <a:rPr lang="en-US" sz="1050" dirty="0">
                <a:latin typeface="Consolas"/>
              </a:rPr>
              <a:t>=</a:t>
            </a:r>
            <a:r>
              <a:rPr lang="en-US" sz="1050" dirty="0">
                <a:solidFill>
                  <a:srgbClr val="3B3B3B"/>
                </a:solidFill>
                <a:latin typeface="Consolas"/>
              </a:rPr>
              <a:t> </a:t>
            </a:r>
            <a:r>
              <a:rPr lang="en-US" sz="1050" dirty="0" err="1">
                <a:solidFill>
                  <a:srgbClr val="795E26"/>
                </a:solidFill>
                <a:latin typeface="Consolas"/>
              </a:rPr>
              <a:t>useState</a:t>
            </a:r>
            <a:r>
              <a:rPr lang="en-US" sz="1050" dirty="0">
                <a:solidFill>
                  <a:srgbClr val="3B3B3B"/>
                </a:solidFill>
                <a:latin typeface="Consolas"/>
              </a:rPr>
              <a:t>(</a:t>
            </a:r>
            <a:r>
              <a:rPr lang="en-US" sz="1050" dirty="0">
                <a:solidFill>
                  <a:srgbClr val="0000FF"/>
                </a:solidFill>
                <a:latin typeface="Consolas"/>
              </a:rPr>
              <a:t>false</a:t>
            </a:r>
            <a:r>
              <a:rPr lang="en-US" sz="1050" dirty="0">
                <a:solidFill>
                  <a:srgbClr val="3B3B3B"/>
                </a:solidFill>
                <a:latin typeface="Consolas"/>
              </a:rPr>
              <a:t>);</a:t>
            </a:r>
          </a:p>
          <a:p>
            <a:br>
              <a:rPr lang="en-US" sz="1050" dirty="0">
                <a:solidFill>
                  <a:srgbClr val="3B3B3B"/>
                </a:solidFill>
                <a:latin typeface="Consolas"/>
              </a:rPr>
            </a:br>
            <a:r>
              <a:rPr lang="en-US" sz="1050" dirty="0">
                <a:solidFill>
                  <a:srgbClr val="3B3B3B"/>
                </a:solidFill>
                <a:latin typeface="Consolas"/>
              </a:rPr>
              <a:t>    </a:t>
            </a:r>
            <a:r>
              <a:rPr lang="en-US" sz="1050" dirty="0">
                <a:solidFill>
                  <a:srgbClr val="0000FF"/>
                </a:solidFill>
                <a:latin typeface="Consolas"/>
              </a:rPr>
              <a:t>const</a:t>
            </a:r>
            <a:r>
              <a:rPr lang="en-US" sz="1050" dirty="0">
                <a:solidFill>
                  <a:srgbClr val="3B3B3B"/>
                </a:solidFill>
                <a:latin typeface="Consolas"/>
              </a:rPr>
              <a:t> [</a:t>
            </a:r>
            <a:r>
              <a:rPr lang="en-US" sz="1050" dirty="0" err="1">
                <a:solidFill>
                  <a:srgbClr val="0070C1"/>
                </a:solidFill>
                <a:latin typeface="Consolas"/>
              </a:rPr>
              <a:t>filhosLigados</a:t>
            </a:r>
            <a:r>
              <a:rPr lang="en-US" sz="1050" dirty="0">
                <a:solidFill>
                  <a:srgbClr val="3B3B3B"/>
                </a:solidFill>
                <a:latin typeface="Consolas"/>
              </a:rPr>
              <a:t>, </a:t>
            </a:r>
            <a:r>
              <a:rPr lang="en-US" sz="1050" dirty="0" err="1">
                <a:solidFill>
                  <a:srgbClr val="795E26"/>
                </a:solidFill>
                <a:latin typeface="Consolas"/>
              </a:rPr>
              <a:t>setFilhosLigados</a:t>
            </a:r>
            <a:r>
              <a:rPr lang="en-US" sz="1050" dirty="0">
                <a:solidFill>
                  <a:srgbClr val="3B3B3B"/>
                </a:solidFill>
                <a:latin typeface="Consolas"/>
              </a:rPr>
              <a:t>] </a:t>
            </a:r>
            <a:r>
              <a:rPr lang="en-US" sz="1050" dirty="0">
                <a:latin typeface="Consolas"/>
              </a:rPr>
              <a:t>=</a:t>
            </a:r>
            <a:r>
              <a:rPr lang="en-US" sz="1050" dirty="0">
                <a:solidFill>
                  <a:srgbClr val="3B3B3B"/>
                </a:solidFill>
                <a:latin typeface="Consolas"/>
              </a:rPr>
              <a:t> </a:t>
            </a:r>
            <a:r>
              <a:rPr lang="en-US" sz="1050" dirty="0" err="1">
                <a:solidFill>
                  <a:srgbClr val="795E26"/>
                </a:solidFill>
                <a:latin typeface="Consolas"/>
              </a:rPr>
              <a:t>useState</a:t>
            </a:r>
            <a:r>
              <a:rPr lang="en-US" sz="1050" dirty="0">
                <a:solidFill>
                  <a:srgbClr val="3B3B3B"/>
                </a:solidFill>
                <a:latin typeface="Consolas"/>
              </a:rPr>
              <a:t>(</a:t>
            </a:r>
            <a:r>
              <a:rPr lang="en-US" sz="1050" dirty="0">
                <a:solidFill>
                  <a:srgbClr val="098658"/>
                </a:solidFill>
                <a:latin typeface="Consolas"/>
              </a:rPr>
              <a:t>0</a:t>
            </a:r>
            <a:r>
              <a:rPr lang="en-US" sz="1050" dirty="0">
                <a:solidFill>
                  <a:srgbClr val="3B3B3B"/>
                </a:solidFill>
                <a:latin typeface="Consolas"/>
              </a:rPr>
              <a:t>);</a:t>
            </a:r>
          </a:p>
          <a:p>
            <a:br>
              <a:rPr lang="en-US" sz="1050" dirty="0">
                <a:solidFill>
                  <a:srgbClr val="3B3B3B"/>
                </a:solidFill>
                <a:latin typeface="Consolas"/>
              </a:rPr>
            </a:br>
            <a:r>
              <a:rPr lang="en-US" sz="1050" dirty="0">
                <a:solidFill>
                  <a:srgbClr val="3B3B3B"/>
                </a:solidFill>
                <a:latin typeface="Consolas"/>
              </a:rPr>
              <a:t>    </a:t>
            </a:r>
            <a:r>
              <a:rPr lang="en-US" sz="1050" dirty="0">
                <a:solidFill>
                  <a:srgbClr val="0000FF"/>
                </a:solidFill>
                <a:latin typeface="Consolas"/>
              </a:rPr>
              <a:t>const</a:t>
            </a:r>
            <a:r>
              <a:rPr lang="en-US" sz="1050" dirty="0">
                <a:solidFill>
                  <a:srgbClr val="3B3B3B"/>
                </a:solidFill>
                <a:latin typeface="Consolas"/>
              </a:rPr>
              <a:t> </a:t>
            </a:r>
            <a:r>
              <a:rPr lang="en-US" sz="1050" dirty="0" err="1">
                <a:solidFill>
                  <a:srgbClr val="795E26"/>
                </a:solidFill>
                <a:latin typeface="Consolas"/>
              </a:rPr>
              <a:t>contar</a:t>
            </a:r>
            <a:r>
              <a:rPr lang="en-US" sz="1050" dirty="0">
                <a:solidFill>
                  <a:srgbClr val="3B3B3B"/>
                </a:solidFill>
                <a:latin typeface="Consolas"/>
              </a:rPr>
              <a:t> </a:t>
            </a:r>
            <a:r>
              <a:rPr lang="en-US" sz="1050" dirty="0">
                <a:latin typeface="Consolas"/>
              </a:rPr>
              <a:t>=</a:t>
            </a:r>
            <a:r>
              <a:rPr lang="en-US" sz="1050" dirty="0">
                <a:solidFill>
                  <a:srgbClr val="3B3B3B"/>
                </a:solidFill>
                <a:latin typeface="Consolas"/>
              </a:rPr>
              <a:t> (</a:t>
            </a:r>
            <a:r>
              <a:rPr lang="en-US" sz="1050" dirty="0">
                <a:solidFill>
                  <a:srgbClr val="001080"/>
                </a:solidFill>
                <a:latin typeface="Consolas"/>
              </a:rPr>
              <a:t>v</a:t>
            </a:r>
            <a:r>
              <a:rPr lang="en-US" sz="1050" dirty="0">
                <a:solidFill>
                  <a:srgbClr val="3B3B3B"/>
                </a:solidFill>
                <a:latin typeface="Consolas"/>
              </a:rPr>
              <a:t>) </a:t>
            </a:r>
            <a:r>
              <a:rPr lang="en-US" sz="1050" dirty="0">
                <a:solidFill>
                  <a:srgbClr val="0000FF"/>
                </a:solidFill>
                <a:latin typeface="Consolas"/>
              </a:rPr>
              <a:t>=&gt;</a:t>
            </a:r>
            <a:r>
              <a:rPr lang="en-US" sz="1050" dirty="0">
                <a:solidFill>
                  <a:srgbClr val="3B3B3B"/>
                </a:solidFill>
                <a:latin typeface="Consolas"/>
              </a:rPr>
              <a:t> {</a:t>
            </a:r>
          </a:p>
          <a:p>
            <a:r>
              <a:rPr lang="en-US" sz="1050" dirty="0">
                <a:solidFill>
                  <a:srgbClr val="3B3B3B"/>
                </a:solidFill>
                <a:latin typeface="Consolas"/>
              </a:rPr>
              <a:t>        </a:t>
            </a:r>
            <a:r>
              <a:rPr lang="en-US" sz="1050" dirty="0" err="1">
                <a:solidFill>
                  <a:srgbClr val="795E26"/>
                </a:solidFill>
                <a:latin typeface="Consolas"/>
              </a:rPr>
              <a:t>setFilhosLigados</a:t>
            </a:r>
            <a:r>
              <a:rPr lang="en-US" sz="1050" dirty="0">
                <a:solidFill>
                  <a:srgbClr val="3B3B3B"/>
                </a:solidFill>
                <a:latin typeface="Consolas"/>
              </a:rPr>
              <a:t>(</a:t>
            </a:r>
            <a:r>
              <a:rPr lang="en-US" sz="1050" dirty="0" err="1">
                <a:solidFill>
                  <a:srgbClr val="0070C1"/>
                </a:solidFill>
                <a:latin typeface="Consolas"/>
              </a:rPr>
              <a:t>filhosLigados</a:t>
            </a:r>
            <a:r>
              <a:rPr lang="en-US" sz="1050" dirty="0">
                <a:solidFill>
                  <a:srgbClr val="3B3B3B"/>
                </a:solidFill>
                <a:latin typeface="Consolas"/>
              </a:rPr>
              <a:t> </a:t>
            </a:r>
            <a:r>
              <a:rPr lang="en-US" sz="1050" dirty="0">
                <a:latin typeface="Consolas"/>
              </a:rPr>
              <a:t>+</a:t>
            </a:r>
            <a:r>
              <a:rPr lang="en-US" sz="1050" dirty="0">
                <a:solidFill>
                  <a:srgbClr val="3B3B3B"/>
                </a:solidFill>
                <a:latin typeface="Consolas"/>
              </a:rPr>
              <a:t> </a:t>
            </a:r>
            <a:r>
              <a:rPr lang="en-US" sz="1050" dirty="0">
                <a:solidFill>
                  <a:srgbClr val="001080"/>
                </a:solidFill>
                <a:latin typeface="Consolas"/>
              </a:rPr>
              <a:t>v</a:t>
            </a:r>
            <a:r>
              <a:rPr lang="en-US" sz="1050" dirty="0">
                <a:solidFill>
                  <a:srgbClr val="3B3B3B"/>
                </a:solidFill>
                <a:latin typeface="Consolas"/>
              </a:rPr>
              <a:t>);</a:t>
            </a:r>
          </a:p>
          <a:p>
            <a:r>
              <a:rPr lang="en-US" sz="1050" dirty="0">
                <a:solidFill>
                  <a:srgbClr val="3B3B3B"/>
                </a:solidFill>
                <a:latin typeface="Consolas"/>
              </a:rPr>
              <a:t>    }</a:t>
            </a:r>
          </a:p>
          <a:p>
            <a:br>
              <a:rPr lang="en-US" sz="1050" dirty="0">
                <a:solidFill>
                  <a:srgbClr val="3B3B3B"/>
                </a:solidFill>
                <a:latin typeface="Consolas"/>
              </a:rPr>
            </a:br>
            <a:r>
              <a:rPr lang="en-US" sz="1050" dirty="0">
                <a:solidFill>
                  <a:srgbClr val="3B3B3B"/>
                </a:solidFill>
                <a:latin typeface="Consolas"/>
              </a:rPr>
              <a:t>    </a:t>
            </a:r>
            <a:r>
              <a:rPr lang="en-US" sz="1050" dirty="0">
                <a:solidFill>
                  <a:srgbClr val="0000FF"/>
                </a:solidFill>
                <a:latin typeface="Consolas"/>
              </a:rPr>
              <a:t>const</a:t>
            </a:r>
            <a:r>
              <a:rPr lang="en-US" sz="1050" dirty="0">
                <a:solidFill>
                  <a:srgbClr val="3B3B3B"/>
                </a:solidFill>
                <a:latin typeface="Consolas"/>
              </a:rPr>
              <a:t> </a:t>
            </a:r>
            <a:r>
              <a:rPr lang="en-US" sz="1050" dirty="0" err="1">
                <a:solidFill>
                  <a:srgbClr val="795E26"/>
                </a:solidFill>
                <a:latin typeface="Consolas"/>
              </a:rPr>
              <a:t>handleEnergia</a:t>
            </a:r>
            <a:r>
              <a:rPr lang="en-US" sz="1050" dirty="0">
                <a:solidFill>
                  <a:srgbClr val="3B3B3B"/>
                </a:solidFill>
                <a:latin typeface="Consolas"/>
              </a:rPr>
              <a:t> </a:t>
            </a:r>
            <a:r>
              <a:rPr lang="en-US" sz="1050" dirty="0">
                <a:latin typeface="Consolas"/>
              </a:rPr>
              <a:t>=</a:t>
            </a:r>
            <a:r>
              <a:rPr lang="en-US" sz="1050" dirty="0">
                <a:solidFill>
                  <a:srgbClr val="3B3B3B"/>
                </a:solidFill>
                <a:latin typeface="Consolas"/>
              </a:rPr>
              <a:t> () </a:t>
            </a:r>
            <a:r>
              <a:rPr lang="en-US" sz="1050" dirty="0">
                <a:solidFill>
                  <a:srgbClr val="0000FF"/>
                </a:solidFill>
                <a:latin typeface="Consolas"/>
              </a:rPr>
              <a:t>=&gt;</a:t>
            </a:r>
            <a:r>
              <a:rPr lang="en-US" sz="1050" dirty="0">
                <a:solidFill>
                  <a:srgbClr val="3B3B3B"/>
                </a:solidFill>
                <a:latin typeface="Consolas"/>
              </a:rPr>
              <a:t> {</a:t>
            </a:r>
          </a:p>
          <a:p>
            <a:r>
              <a:rPr lang="en-US" sz="1050" dirty="0">
                <a:solidFill>
                  <a:srgbClr val="3B3B3B"/>
                </a:solidFill>
                <a:latin typeface="Consolas"/>
              </a:rPr>
              <a:t>        </a:t>
            </a:r>
            <a:r>
              <a:rPr lang="en-US" sz="1050" dirty="0" err="1">
                <a:solidFill>
                  <a:srgbClr val="795E26"/>
                </a:solidFill>
                <a:latin typeface="Consolas"/>
              </a:rPr>
              <a:t>setEnergia</a:t>
            </a:r>
            <a:r>
              <a:rPr lang="en-US" sz="1050" dirty="0">
                <a:solidFill>
                  <a:srgbClr val="3B3B3B"/>
                </a:solidFill>
                <a:latin typeface="Consolas"/>
              </a:rPr>
              <a:t>(</a:t>
            </a:r>
            <a:r>
              <a:rPr lang="en-US" sz="1050" dirty="0">
                <a:latin typeface="Consolas"/>
              </a:rPr>
              <a:t>!</a:t>
            </a:r>
            <a:r>
              <a:rPr lang="en-US" sz="1050" dirty="0" err="1">
                <a:solidFill>
                  <a:srgbClr val="0070C1"/>
                </a:solidFill>
                <a:latin typeface="Consolas"/>
              </a:rPr>
              <a:t>energia</a:t>
            </a:r>
            <a:r>
              <a:rPr lang="en-US" sz="1050" dirty="0">
                <a:solidFill>
                  <a:srgbClr val="3B3B3B"/>
                </a:solidFill>
                <a:latin typeface="Consolas"/>
              </a:rPr>
              <a:t>);</a:t>
            </a:r>
          </a:p>
          <a:p>
            <a:r>
              <a:rPr lang="en-US" sz="1050" dirty="0">
                <a:solidFill>
                  <a:srgbClr val="3B3B3B"/>
                </a:solidFill>
                <a:latin typeface="Consolas"/>
              </a:rPr>
              <a:t>    }</a:t>
            </a:r>
          </a:p>
          <a:p>
            <a:br>
              <a:rPr lang="en-US" sz="1050" dirty="0">
                <a:solidFill>
                  <a:srgbClr val="3B3B3B"/>
                </a:solidFill>
                <a:latin typeface="Consolas"/>
              </a:rPr>
            </a:br>
            <a:r>
              <a:rPr lang="en-US" sz="1050" dirty="0">
                <a:solidFill>
                  <a:srgbClr val="3B3B3B"/>
                </a:solidFill>
                <a:latin typeface="Consolas"/>
              </a:rPr>
              <a:t>    </a:t>
            </a:r>
            <a:r>
              <a:rPr lang="en-US" sz="1050" dirty="0">
                <a:solidFill>
                  <a:srgbClr val="AF00DB"/>
                </a:solidFill>
                <a:latin typeface="Consolas"/>
              </a:rPr>
              <a:t>return</a:t>
            </a:r>
            <a:r>
              <a:rPr lang="en-US" sz="1050" dirty="0">
                <a:solidFill>
                  <a:srgbClr val="3B3B3B"/>
                </a:solidFill>
                <a:latin typeface="Consolas"/>
              </a:rPr>
              <a:t> (</a:t>
            </a:r>
          </a:p>
          <a:p>
            <a:r>
              <a:rPr lang="en-US" sz="1050" dirty="0">
                <a:solidFill>
                  <a:srgbClr val="3B3B3B"/>
                </a:solidFill>
                <a:latin typeface="Consolas"/>
              </a:rPr>
              <a:t>        </a:t>
            </a:r>
            <a:r>
              <a:rPr lang="en-US" sz="1050" dirty="0">
                <a:solidFill>
                  <a:srgbClr val="800000"/>
                </a:solidFill>
                <a:latin typeface="Consolas"/>
              </a:rPr>
              <a:t>&lt;&gt;</a:t>
            </a:r>
          </a:p>
          <a:p>
            <a:r>
              <a:rPr lang="en-US" sz="1050" dirty="0">
                <a:solidFill>
                  <a:srgbClr val="3B3B3B"/>
                </a:solidFill>
                <a:latin typeface="Consolas"/>
              </a:rPr>
              <a:t>            </a:t>
            </a:r>
            <a:r>
              <a:rPr lang="en-US" sz="1050" dirty="0">
                <a:solidFill>
                  <a:srgbClr val="800000"/>
                </a:solidFill>
                <a:latin typeface="Consolas"/>
              </a:rPr>
              <a:t>&lt;div</a:t>
            </a:r>
            <a:r>
              <a:rPr lang="en-US" sz="1050" dirty="0">
                <a:solidFill>
                  <a:srgbClr val="3B3B3B"/>
                </a:solidFill>
                <a:latin typeface="Consolas"/>
              </a:rPr>
              <a:t> </a:t>
            </a:r>
            <a:r>
              <a:rPr lang="en-US" sz="1050" dirty="0" err="1">
                <a:solidFill>
                  <a:srgbClr val="E50000"/>
                </a:solidFill>
                <a:latin typeface="Consolas"/>
              </a:rPr>
              <a:t>className</a:t>
            </a:r>
            <a:r>
              <a:rPr lang="en-US" sz="1050" dirty="0">
                <a:latin typeface="Consolas"/>
              </a:rPr>
              <a:t>=</a:t>
            </a:r>
            <a:r>
              <a:rPr lang="en-US" sz="1050" dirty="0">
                <a:solidFill>
                  <a:srgbClr val="A31515"/>
                </a:solidFill>
                <a:latin typeface="Consolas"/>
              </a:rPr>
              <a:t>"flex flex-row mb-2 space-x-1"</a:t>
            </a:r>
            <a:r>
              <a:rPr lang="en-US" sz="1050" dirty="0">
                <a:solidFill>
                  <a:srgbClr val="800000"/>
                </a:solidFill>
                <a:latin typeface="Consolas"/>
              </a:rPr>
              <a:t>&gt;</a:t>
            </a:r>
          </a:p>
          <a:p>
            <a:r>
              <a:rPr lang="en-US" sz="1050" dirty="0">
                <a:solidFill>
                  <a:srgbClr val="3B3B3B"/>
                </a:solidFill>
                <a:latin typeface="Consolas"/>
              </a:rPr>
              <a:t>                </a:t>
            </a:r>
            <a:r>
              <a:rPr lang="en-US" sz="1050" dirty="0">
                <a:solidFill>
                  <a:srgbClr val="0000FF"/>
                </a:solidFill>
                <a:latin typeface="Consolas"/>
              </a:rPr>
              <a:t>{</a:t>
            </a:r>
          </a:p>
          <a:p>
            <a:r>
              <a:rPr lang="en-US" sz="1050" dirty="0">
                <a:latin typeface="Consolas"/>
              </a:rPr>
              <a:t>                    </a:t>
            </a:r>
            <a:r>
              <a:rPr lang="en-US" sz="1050" dirty="0" err="1">
                <a:solidFill>
                  <a:srgbClr val="0070C1"/>
                </a:solidFill>
                <a:latin typeface="Consolas"/>
              </a:rPr>
              <a:t>energia</a:t>
            </a:r>
            <a:r>
              <a:rPr lang="en-US" sz="1050" dirty="0">
                <a:latin typeface="Consolas"/>
              </a:rPr>
              <a:t> ? </a:t>
            </a:r>
            <a:r>
              <a:rPr lang="en-US" sz="1050" dirty="0">
                <a:solidFill>
                  <a:srgbClr val="800000"/>
                </a:solidFill>
                <a:latin typeface="Consolas"/>
              </a:rPr>
              <a:t>&lt;p&gt;</a:t>
            </a:r>
            <a:r>
              <a:rPr lang="en-US" sz="1050" dirty="0">
                <a:latin typeface="Consolas"/>
              </a:rPr>
              <a:t>Mesa de </a:t>
            </a:r>
            <a:r>
              <a:rPr lang="en-US" sz="1050" dirty="0" err="1">
                <a:latin typeface="Consolas"/>
              </a:rPr>
              <a:t>som</a:t>
            </a:r>
            <a:r>
              <a:rPr lang="en-US" sz="1050" dirty="0">
                <a:latin typeface="Consolas"/>
              </a:rPr>
              <a:t> </a:t>
            </a:r>
            <a:r>
              <a:rPr lang="en-US" sz="1050" dirty="0" err="1">
                <a:latin typeface="Consolas"/>
              </a:rPr>
              <a:t>ligada</a:t>
            </a:r>
            <a:r>
              <a:rPr lang="en-US" sz="1050" dirty="0">
                <a:solidFill>
                  <a:srgbClr val="800000"/>
                </a:solidFill>
                <a:latin typeface="Consolas"/>
              </a:rPr>
              <a:t>&lt;/p&gt;</a:t>
            </a:r>
            <a:r>
              <a:rPr lang="en-US" sz="1050" dirty="0">
                <a:latin typeface="Consolas"/>
              </a:rPr>
              <a:t> : </a:t>
            </a:r>
            <a:r>
              <a:rPr lang="en-US" sz="1050" dirty="0">
                <a:solidFill>
                  <a:srgbClr val="800000"/>
                </a:solidFill>
                <a:latin typeface="Consolas"/>
              </a:rPr>
              <a:t>&lt;p&gt;</a:t>
            </a:r>
            <a:r>
              <a:rPr lang="en-US" sz="1050" dirty="0">
                <a:latin typeface="Consolas"/>
              </a:rPr>
              <a:t>Mesa de </a:t>
            </a:r>
            <a:r>
              <a:rPr lang="en-US" sz="1050" dirty="0" err="1">
                <a:latin typeface="Consolas"/>
              </a:rPr>
              <a:t>som</a:t>
            </a:r>
            <a:r>
              <a:rPr lang="en-US" sz="1050" dirty="0">
                <a:latin typeface="Consolas"/>
              </a:rPr>
              <a:t> </a:t>
            </a:r>
            <a:r>
              <a:rPr lang="en-US" sz="1050" dirty="0" err="1">
                <a:latin typeface="Consolas"/>
              </a:rPr>
              <a:t>desligada</a:t>
            </a:r>
            <a:r>
              <a:rPr lang="en-US" sz="1050" dirty="0">
                <a:solidFill>
                  <a:srgbClr val="800000"/>
                </a:solidFill>
                <a:latin typeface="Consolas"/>
              </a:rPr>
              <a:t>&lt;/p&gt;</a:t>
            </a:r>
          </a:p>
          <a:p>
            <a:r>
              <a:rPr lang="en-US" sz="1050" dirty="0">
                <a:latin typeface="Consolas"/>
              </a:rPr>
              <a:t>                </a:t>
            </a:r>
            <a:r>
              <a:rPr lang="en-US" sz="1050" dirty="0">
                <a:solidFill>
                  <a:srgbClr val="0000FF"/>
                </a:solidFill>
                <a:latin typeface="Consolas"/>
              </a:rPr>
              <a:t>}</a:t>
            </a:r>
          </a:p>
          <a:p>
            <a:r>
              <a:rPr lang="en-US" sz="1050" dirty="0">
                <a:solidFill>
                  <a:srgbClr val="3B3B3B"/>
                </a:solidFill>
                <a:latin typeface="Consolas"/>
              </a:rPr>
              <a:t>                </a:t>
            </a:r>
            <a:r>
              <a:rPr lang="en-US" sz="1050" dirty="0">
                <a:solidFill>
                  <a:srgbClr val="800000"/>
                </a:solidFill>
                <a:latin typeface="Consolas"/>
              </a:rPr>
              <a:t>&lt;button</a:t>
            </a:r>
            <a:r>
              <a:rPr lang="en-US" sz="1050" dirty="0">
                <a:solidFill>
                  <a:srgbClr val="3B3B3B"/>
                </a:solidFill>
                <a:latin typeface="Consolas"/>
              </a:rPr>
              <a:t> </a:t>
            </a:r>
            <a:r>
              <a:rPr lang="en-US" sz="1050" dirty="0" err="1">
                <a:solidFill>
                  <a:srgbClr val="E50000"/>
                </a:solidFill>
                <a:latin typeface="Consolas"/>
              </a:rPr>
              <a:t>onClick</a:t>
            </a:r>
            <a:r>
              <a:rPr lang="en-US" sz="1050" dirty="0">
                <a:latin typeface="Consolas"/>
              </a:rPr>
              <a:t>=</a:t>
            </a:r>
            <a:r>
              <a:rPr lang="en-US" sz="1050" dirty="0">
                <a:solidFill>
                  <a:srgbClr val="0000FF"/>
                </a:solidFill>
                <a:latin typeface="Consolas"/>
              </a:rPr>
              <a:t>{</a:t>
            </a:r>
            <a:r>
              <a:rPr lang="en-US" sz="1050" dirty="0" err="1">
                <a:solidFill>
                  <a:srgbClr val="795E26"/>
                </a:solidFill>
                <a:latin typeface="Consolas"/>
              </a:rPr>
              <a:t>handleEnergia</a:t>
            </a:r>
            <a:r>
              <a:rPr lang="en-US" sz="1050" dirty="0">
                <a:solidFill>
                  <a:srgbClr val="0000FF"/>
                </a:solidFill>
                <a:latin typeface="Consolas"/>
              </a:rPr>
              <a:t>}</a:t>
            </a:r>
            <a:r>
              <a:rPr lang="en-US" sz="1050" dirty="0">
                <a:solidFill>
                  <a:srgbClr val="3B3B3B"/>
                </a:solidFill>
                <a:latin typeface="Consolas"/>
              </a:rPr>
              <a:t> </a:t>
            </a:r>
            <a:r>
              <a:rPr lang="en-US" sz="1050" dirty="0" err="1">
                <a:solidFill>
                  <a:srgbClr val="E50000"/>
                </a:solidFill>
                <a:latin typeface="Consolas"/>
              </a:rPr>
              <a:t>className</a:t>
            </a:r>
            <a:r>
              <a:rPr lang="en-US" sz="1050" dirty="0">
                <a:latin typeface="Consolas"/>
              </a:rPr>
              <a:t>=</a:t>
            </a:r>
            <a:r>
              <a:rPr lang="en-US" sz="1050" dirty="0">
                <a:solidFill>
                  <a:srgbClr val="0000FF"/>
                </a:solidFill>
                <a:latin typeface="Consolas"/>
              </a:rPr>
              <a:t>{</a:t>
            </a:r>
            <a:r>
              <a:rPr lang="en-US" sz="1050" dirty="0">
                <a:solidFill>
                  <a:srgbClr val="A31515"/>
                </a:solidFill>
                <a:latin typeface="Consolas"/>
              </a:rPr>
              <a:t>`px-2 </a:t>
            </a:r>
            <a:r>
              <a:rPr lang="en-US" sz="1050" dirty="0">
                <a:solidFill>
                  <a:srgbClr val="0000FF"/>
                </a:solidFill>
                <a:latin typeface="Consolas"/>
              </a:rPr>
              <a:t>${</a:t>
            </a:r>
            <a:r>
              <a:rPr lang="en-US" sz="1050" dirty="0" err="1">
                <a:solidFill>
                  <a:srgbClr val="0070C1"/>
                </a:solidFill>
                <a:latin typeface="Consolas"/>
              </a:rPr>
              <a:t>energia</a:t>
            </a:r>
            <a:r>
              <a:rPr lang="en-US" sz="1050" dirty="0">
                <a:latin typeface="Consolas"/>
              </a:rPr>
              <a:t> ? </a:t>
            </a:r>
            <a:r>
              <a:rPr lang="en-US" sz="1050" dirty="0">
                <a:solidFill>
                  <a:srgbClr val="A31515"/>
                </a:solidFill>
                <a:latin typeface="Consolas"/>
              </a:rPr>
              <a:t>'bg-pink-700'</a:t>
            </a:r>
            <a:r>
              <a:rPr lang="en-US" sz="1050" dirty="0">
                <a:latin typeface="Consolas"/>
              </a:rPr>
              <a:t> : </a:t>
            </a:r>
            <a:r>
              <a:rPr lang="en-US" sz="1050" dirty="0">
                <a:solidFill>
                  <a:srgbClr val="A31515"/>
                </a:solidFill>
                <a:latin typeface="Consolas"/>
              </a:rPr>
              <a:t>'bg-emerald-700'</a:t>
            </a:r>
            <a:r>
              <a:rPr lang="en-US" sz="1050" dirty="0">
                <a:solidFill>
                  <a:srgbClr val="0000FF"/>
                </a:solidFill>
                <a:latin typeface="Consolas"/>
              </a:rPr>
              <a:t>}</a:t>
            </a:r>
            <a:r>
              <a:rPr lang="en-US" sz="1050" dirty="0">
                <a:solidFill>
                  <a:srgbClr val="A31515"/>
                </a:solidFill>
                <a:latin typeface="Consolas"/>
              </a:rPr>
              <a:t> text-white rounded-md`</a:t>
            </a:r>
            <a:r>
              <a:rPr lang="en-US" sz="1050" dirty="0">
                <a:solidFill>
                  <a:srgbClr val="0000FF"/>
                </a:solidFill>
                <a:latin typeface="Consolas"/>
              </a:rPr>
              <a:t>}</a:t>
            </a:r>
            <a:r>
              <a:rPr lang="en-US" sz="1050" dirty="0">
                <a:solidFill>
                  <a:srgbClr val="800000"/>
                </a:solidFill>
                <a:latin typeface="Consolas"/>
              </a:rPr>
              <a:t>&gt;</a:t>
            </a:r>
          </a:p>
          <a:p>
            <a:r>
              <a:rPr lang="en-US" sz="1050" dirty="0">
                <a:solidFill>
                  <a:srgbClr val="3B3B3B"/>
                </a:solidFill>
                <a:latin typeface="Consolas"/>
              </a:rPr>
              <a:t>                    </a:t>
            </a:r>
            <a:r>
              <a:rPr lang="en-US" sz="1050" dirty="0">
                <a:solidFill>
                  <a:srgbClr val="0000FF"/>
                </a:solidFill>
                <a:latin typeface="Consolas"/>
              </a:rPr>
              <a:t>{</a:t>
            </a:r>
            <a:r>
              <a:rPr lang="en-US" sz="1050" dirty="0" err="1">
                <a:solidFill>
                  <a:srgbClr val="0070C1"/>
                </a:solidFill>
                <a:latin typeface="Consolas"/>
              </a:rPr>
              <a:t>energia</a:t>
            </a:r>
            <a:r>
              <a:rPr lang="en-US" sz="1050" dirty="0">
                <a:latin typeface="Consolas"/>
              </a:rPr>
              <a:t> ? </a:t>
            </a:r>
            <a:r>
              <a:rPr lang="en-US" sz="1050" dirty="0">
                <a:solidFill>
                  <a:srgbClr val="A31515"/>
                </a:solidFill>
                <a:latin typeface="Consolas"/>
              </a:rPr>
              <a:t>"</a:t>
            </a:r>
            <a:r>
              <a:rPr lang="en-US" sz="1050" dirty="0" err="1">
                <a:solidFill>
                  <a:srgbClr val="A31515"/>
                </a:solidFill>
                <a:latin typeface="Consolas"/>
              </a:rPr>
              <a:t>Desligar</a:t>
            </a:r>
            <a:r>
              <a:rPr lang="en-US" sz="1050" dirty="0">
                <a:solidFill>
                  <a:srgbClr val="A31515"/>
                </a:solidFill>
                <a:latin typeface="Consolas"/>
              </a:rPr>
              <a:t>"</a:t>
            </a:r>
            <a:r>
              <a:rPr lang="en-US" sz="1050" dirty="0">
                <a:latin typeface="Consolas"/>
              </a:rPr>
              <a:t> : </a:t>
            </a:r>
            <a:r>
              <a:rPr lang="en-US" sz="1050" dirty="0">
                <a:solidFill>
                  <a:srgbClr val="A31515"/>
                </a:solidFill>
                <a:latin typeface="Consolas"/>
              </a:rPr>
              <a:t>"</a:t>
            </a:r>
            <a:r>
              <a:rPr lang="en-US" sz="1050" dirty="0" err="1">
                <a:solidFill>
                  <a:srgbClr val="A31515"/>
                </a:solidFill>
                <a:latin typeface="Consolas"/>
              </a:rPr>
              <a:t>Ligar</a:t>
            </a:r>
            <a:r>
              <a:rPr lang="en-US" sz="1050" dirty="0">
                <a:solidFill>
                  <a:srgbClr val="A31515"/>
                </a:solidFill>
                <a:latin typeface="Consolas"/>
              </a:rPr>
              <a:t>"</a:t>
            </a:r>
            <a:r>
              <a:rPr lang="en-US" sz="1050" dirty="0">
                <a:solidFill>
                  <a:srgbClr val="0000FF"/>
                </a:solidFill>
                <a:latin typeface="Consolas"/>
              </a:rPr>
              <a:t>}</a:t>
            </a:r>
          </a:p>
          <a:p>
            <a:r>
              <a:rPr lang="en-US" sz="1050" dirty="0">
                <a:solidFill>
                  <a:srgbClr val="3B3B3B"/>
                </a:solidFill>
                <a:latin typeface="Consolas"/>
              </a:rPr>
              <a:t>                </a:t>
            </a:r>
            <a:r>
              <a:rPr lang="en-US" sz="1050" dirty="0">
                <a:solidFill>
                  <a:srgbClr val="800000"/>
                </a:solidFill>
                <a:latin typeface="Consolas"/>
              </a:rPr>
              <a:t>&lt;/button&gt;</a:t>
            </a:r>
          </a:p>
          <a:p>
            <a:r>
              <a:rPr lang="en-US" sz="1050" dirty="0">
                <a:solidFill>
                  <a:srgbClr val="3B3B3B"/>
                </a:solidFill>
                <a:latin typeface="Consolas"/>
              </a:rPr>
              <a:t>                </a:t>
            </a:r>
            <a:r>
              <a:rPr lang="en-US" sz="1050" dirty="0">
                <a:solidFill>
                  <a:srgbClr val="800000"/>
                </a:solidFill>
                <a:latin typeface="Consolas"/>
              </a:rPr>
              <a:t>&lt;p&gt;</a:t>
            </a:r>
            <a:r>
              <a:rPr lang="en-US" sz="1050" dirty="0" err="1">
                <a:solidFill>
                  <a:srgbClr val="3B3B3B"/>
                </a:solidFill>
                <a:latin typeface="Consolas"/>
              </a:rPr>
              <a:t>Filhos</a:t>
            </a:r>
            <a:r>
              <a:rPr lang="en-US" sz="1050" dirty="0">
                <a:solidFill>
                  <a:srgbClr val="3B3B3B"/>
                </a:solidFill>
                <a:latin typeface="Consolas"/>
              </a:rPr>
              <a:t> </a:t>
            </a:r>
            <a:r>
              <a:rPr lang="en-US" sz="1050" dirty="0" err="1">
                <a:solidFill>
                  <a:srgbClr val="3B3B3B"/>
                </a:solidFill>
                <a:latin typeface="Consolas"/>
              </a:rPr>
              <a:t>ligados</a:t>
            </a:r>
            <a:r>
              <a:rPr lang="en-US" sz="1050" dirty="0">
                <a:solidFill>
                  <a:srgbClr val="3B3B3B"/>
                </a:solidFill>
                <a:latin typeface="Consolas"/>
              </a:rPr>
              <a:t>: </a:t>
            </a:r>
            <a:r>
              <a:rPr lang="en-US" sz="1050" dirty="0">
                <a:solidFill>
                  <a:srgbClr val="0000FF"/>
                </a:solidFill>
                <a:latin typeface="Consolas"/>
              </a:rPr>
              <a:t>{</a:t>
            </a:r>
            <a:r>
              <a:rPr lang="en-US" sz="1050" dirty="0" err="1">
                <a:solidFill>
                  <a:srgbClr val="0070C1"/>
                </a:solidFill>
                <a:latin typeface="Consolas"/>
              </a:rPr>
              <a:t>energia</a:t>
            </a:r>
            <a:r>
              <a:rPr lang="en-US" sz="1050" dirty="0">
                <a:latin typeface="Consolas"/>
              </a:rPr>
              <a:t> ? </a:t>
            </a:r>
            <a:r>
              <a:rPr lang="en-US" sz="1050" dirty="0" err="1">
                <a:solidFill>
                  <a:srgbClr val="0070C1"/>
                </a:solidFill>
                <a:latin typeface="Consolas"/>
              </a:rPr>
              <a:t>filhosLigados</a:t>
            </a:r>
            <a:r>
              <a:rPr lang="en-US" sz="1050" dirty="0">
                <a:latin typeface="Consolas"/>
              </a:rPr>
              <a:t> : </a:t>
            </a:r>
            <a:r>
              <a:rPr lang="en-US" sz="1050" dirty="0">
                <a:solidFill>
                  <a:srgbClr val="098658"/>
                </a:solidFill>
                <a:latin typeface="Consolas"/>
              </a:rPr>
              <a:t>0</a:t>
            </a:r>
            <a:r>
              <a:rPr lang="en-US" sz="1050" dirty="0">
                <a:solidFill>
                  <a:srgbClr val="0000FF"/>
                </a:solidFill>
                <a:latin typeface="Consolas"/>
              </a:rPr>
              <a:t>}</a:t>
            </a:r>
            <a:r>
              <a:rPr lang="en-US" sz="1050" dirty="0">
                <a:solidFill>
                  <a:srgbClr val="800000"/>
                </a:solidFill>
                <a:latin typeface="Consolas"/>
              </a:rPr>
              <a:t>&lt;/p&gt;</a:t>
            </a:r>
          </a:p>
          <a:p>
            <a:r>
              <a:rPr lang="en-US" sz="1050" dirty="0">
                <a:solidFill>
                  <a:srgbClr val="3B3B3B"/>
                </a:solidFill>
                <a:latin typeface="Consolas"/>
              </a:rPr>
              <a:t>            </a:t>
            </a:r>
            <a:r>
              <a:rPr lang="en-US" sz="1050" dirty="0">
                <a:solidFill>
                  <a:srgbClr val="800000"/>
                </a:solidFill>
                <a:latin typeface="Consolas"/>
              </a:rPr>
              <a:t>&lt;/div&gt;</a:t>
            </a:r>
          </a:p>
          <a:p>
            <a:br>
              <a:rPr lang="en-US" sz="1050" dirty="0">
                <a:solidFill>
                  <a:srgbClr val="3B3B3B"/>
                </a:solidFill>
                <a:latin typeface="Consolas"/>
              </a:rPr>
            </a:br>
            <a:r>
              <a:rPr lang="en-US" sz="1050" dirty="0">
                <a:solidFill>
                  <a:srgbClr val="3B3B3B"/>
                </a:solidFill>
                <a:latin typeface="Consolas"/>
              </a:rPr>
              <a:t>            </a:t>
            </a:r>
            <a:r>
              <a:rPr lang="en-US" sz="1050" dirty="0">
                <a:solidFill>
                  <a:srgbClr val="800000"/>
                </a:solidFill>
                <a:latin typeface="Consolas"/>
              </a:rPr>
              <a:t>&lt;</a:t>
            </a:r>
            <a:r>
              <a:rPr lang="en-US" sz="1050" dirty="0" err="1">
                <a:solidFill>
                  <a:srgbClr val="267F99"/>
                </a:solidFill>
                <a:latin typeface="Consolas"/>
              </a:rPr>
              <a:t>EnergiaContext.Provider</a:t>
            </a:r>
            <a:r>
              <a:rPr lang="en-US" sz="1050" dirty="0">
                <a:solidFill>
                  <a:srgbClr val="3B3B3B"/>
                </a:solidFill>
                <a:latin typeface="Consolas"/>
              </a:rPr>
              <a:t> </a:t>
            </a:r>
            <a:r>
              <a:rPr lang="en-US" sz="1050" dirty="0">
                <a:solidFill>
                  <a:srgbClr val="E50000"/>
                </a:solidFill>
                <a:latin typeface="Consolas"/>
              </a:rPr>
              <a:t>value</a:t>
            </a:r>
            <a:r>
              <a:rPr lang="en-US" sz="1050" dirty="0">
                <a:latin typeface="Consolas"/>
              </a:rPr>
              <a:t>=</a:t>
            </a:r>
            <a:r>
              <a:rPr lang="en-US" sz="1050" dirty="0">
                <a:solidFill>
                  <a:srgbClr val="0000FF"/>
                </a:solidFill>
                <a:latin typeface="Consolas"/>
              </a:rPr>
              <a:t>{</a:t>
            </a:r>
            <a:r>
              <a:rPr lang="en-US" sz="1050" dirty="0">
                <a:latin typeface="Consolas"/>
              </a:rPr>
              <a:t>{</a:t>
            </a:r>
            <a:r>
              <a:rPr lang="en-US" sz="1050" dirty="0" err="1">
                <a:solidFill>
                  <a:srgbClr val="001080"/>
                </a:solidFill>
                <a:latin typeface="Consolas"/>
              </a:rPr>
              <a:t>ligado</a:t>
            </a:r>
            <a:r>
              <a:rPr lang="en-US" sz="1050" dirty="0">
                <a:solidFill>
                  <a:srgbClr val="001080"/>
                </a:solidFill>
                <a:latin typeface="Consolas"/>
              </a:rPr>
              <a:t>:</a:t>
            </a:r>
            <a:r>
              <a:rPr lang="en-US" sz="1050" dirty="0">
                <a:latin typeface="Consolas"/>
              </a:rPr>
              <a:t> </a:t>
            </a:r>
            <a:r>
              <a:rPr lang="en-US" sz="1050" dirty="0" err="1">
                <a:solidFill>
                  <a:srgbClr val="0070C1"/>
                </a:solidFill>
                <a:latin typeface="Consolas"/>
              </a:rPr>
              <a:t>energia</a:t>
            </a:r>
            <a:r>
              <a:rPr lang="en-US" sz="1050" dirty="0">
                <a:latin typeface="Consolas"/>
              </a:rPr>
              <a:t>, </a:t>
            </a:r>
            <a:r>
              <a:rPr lang="en-US" sz="1050" dirty="0" err="1">
                <a:solidFill>
                  <a:srgbClr val="795E26"/>
                </a:solidFill>
                <a:latin typeface="Consolas"/>
              </a:rPr>
              <a:t>contar</a:t>
            </a:r>
            <a:r>
              <a:rPr lang="en-US" sz="1050" dirty="0" err="1">
                <a:solidFill>
                  <a:srgbClr val="001080"/>
                </a:solidFill>
                <a:latin typeface="Consolas"/>
              </a:rPr>
              <a:t>:</a:t>
            </a:r>
            <a:r>
              <a:rPr lang="en-US" sz="1050" dirty="0" err="1">
                <a:solidFill>
                  <a:srgbClr val="795E26"/>
                </a:solidFill>
                <a:latin typeface="Consolas"/>
              </a:rPr>
              <a:t>contar</a:t>
            </a:r>
            <a:r>
              <a:rPr lang="en-US" sz="1050" dirty="0">
                <a:latin typeface="Consolas"/>
              </a:rPr>
              <a:t> }</a:t>
            </a:r>
            <a:r>
              <a:rPr lang="en-US" sz="1050" dirty="0">
                <a:solidFill>
                  <a:srgbClr val="0000FF"/>
                </a:solidFill>
                <a:latin typeface="Consolas"/>
              </a:rPr>
              <a:t>}</a:t>
            </a:r>
            <a:r>
              <a:rPr lang="en-US" sz="1050" dirty="0">
                <a:solidFill>
                  <a:srgbClr val="800000"/>
                </a:solidFill>
                <a:latin typeface="Consolas"/>
              </a:rPr>
              <a:t>&gt;</a:t>
            </a:r>
          </a:p>
          <a:p>
            <a:r>
              <a:rPr lang="en-US" sz="1050" dirty="0">
                <a:solidFill>
                  <a:srgbClr val="3B3B3B"/>
                </a:solidFill>
                <a:latin typeface="Consolas"/>
              </a:rPr>
              <a:t>                </a:t>
            </a:r>
            <a:r>
              <a:rPr lang="en-US" sz="1050" dirty="0">
                <a:solidFill>
                  <a:srgbClr val="800000"/>
                </a:solidFill>
                <a:latin typeface="Consolas"/>
              </a:rPr>
              <a:t>&lt;</a:t>
            </a:r>
            <a:r>
              <a:rPr lang="en-US" sz="1050" dirty="0">
                <a:solidFill>
                  <a:srgbClr val="267F99"/>
                </a:solidFill>
                <a:latin typeface="Consolas"/>
              </a:rPr>
              <a:t>Grupo</a:t>
            </a:r>
            <a:r>
              <a:rPr lang="en-US" sz="1050" dirty="0">
                <a:solidFill>
                  <a:srgbClr val="3B3B3B"/>
                </a:solidFill>
                <a:latin typeface="Consolas"/>
              </a:rPr>
              <a:t> </a:t>
            </a:r>
            <a:r>
              <a:rPr lang="en-US" sz="1050" dirty="0">
                <a:solidFill>
                  <a:srgbClr val="800000"/>
                </a:solidFill>
                <a:latin typeface="Consolas"/>
              </a:rPr>
              <a:t>/&gt;</a:t>
            </a:r>
          </a:p>
          <a:p>
            <a:r>
              <a:rPr lang="en-US" sz="1050" dirty="0">
                <a:solidFill>
                  <a:srgbClr val="3B3B3B"/>
                </a:solidFill>
                <a:latin typeface="Consolas"/>
              </a:rPr>
              <a:t>            </a:t>
            </a:r>
            <a:r>
              <a:rPr lang="en-US" sz="1050" dirty="0">
                <a:solidFill>
                  <a:srgbClr val="800000"/>
                </a:solidFill>
                <a:latin typeface="Consolas"/>
              </a:rPr>
              <a:t>&lt;/</a:t>
            </a:r>
            <a:r>
              <a:rPr lang="en-US" sz="1050" dirty="0" err="1">
                <a:solidFill>
                  <a:srgbClr val="267F99"/>
                </a:solidFill>
                <a:latin typeface="Consolas"/>
              </a:rPr>
              <a:t>EnergiaContext.Provider</a:t>
            </a:r>
            <a:r>
              <a:rPr lang="en-US" sz="1050" dirty="0">
                <a:solidFill>
                  <a:srgbClr val="800000"/>
                </a:solidFill>
                <a:latin typeface="Consolas"/>
              </a:rPr>
              <a:t>&gt;</a:t>
            </a:r>
          </a:p>
          <a:p>
            <a:r>
              <a:rPr lang="en-US" sz="1050" dirty="0">
                <a:solidFill>
                  <a:srgbClr val="3B3B3B"/>
                </a:solidFill>
                <a:latin typeface="Consolas"/>
              </a:rPr>
              <a:t>        </a:t>
            </a:r>
            <a:r>
              <a:rPr lang="en-US" sz="1050" dirty="0">
                <a:solidFill>
                  <a:srgbClr val="800000"/>
                </a:solidFill>
                <a:latin typeface="Consolas"/>
              </a:rPr>
              <a:t>&lt;/&gt;</a:t>
            </a:r>
          </a:p>
          <a:p>
            <a:r>
              <a:rPr lang="en-US" sz="1050" dirty="0">
                <a:solidFill>
                  <a:srgbClr val="3B3B3B"/>
                </a:solidFill>
                <a:latin typeface="Consolas"/>
              </a:rPr>
              <a:t>    )</a:t>
            </a:r>
          </a:p>
          <a:p>
            <a:r>
              <a:rPr lang="en-US" sz="1050" dirty="0">
                <a:solidFill>
                  <a:srgbClr val="3B3B3B"/>
                </a:solidFill>
                <a:latin typeface="Consolas"/>
              </a:rPr>
              <a:t>}</a:t>
            </a:r>
          </a:p>
          <a:p>
            <a:endParaRPr lang="en-US" sz="1050" dirty="0">
              <a:solidFill>
                <a:srgbClr val="3B3B3B"/>
              </a:solidFill>
              <a:latin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 de Texto 3"/>
          <p:cNvSpPr txBox="1"/>
          <p:nvPr/>
        </p:nvSpPr>
        <p:spPr>
          <a:xfrm>
            <a:off x="0" y="0"/>
            <a:ext cx="4064000" cy="368300"/>
          </a:xfrm>
          <a:prstGeom prst="rect">
            <a:avLst/>
          </a:prstGeom>
          <a:noFill/>
        </p:spPr>
        <p:txBody>
          <a:bodyPr wrap="square" rtlCol="0">
            <a:spAutoFit/>
          </a:bodyPr>
          <a:lstStyle/>
          <a:p>
            <a:r>
              <a:rPr lang="pt-BR" altLang="en-US"/>
              <a:t>grupo.js</a:t>
            </a:r>
          </a:p>
        </p:txBody>
      </p:sp>
      <p:sp>
        <p:nvSpPr>
          <p:cNvPr id="2" name="CaixaDeTexto 1">
            <a:extLst>
              <a:ext uri="{FF2B5EF4-FFF2-40B4-BE49-F238E27FC236}">
                <a16:creationId xmlns:a16="http://schemas.microsoft.com/office/drawing/2014/main" id="{2284CC24-098F-8784-A0C5-F040905B2424}"/>
              </a:ext>
            </a:extLst>
          </p:cNvPr>
          <p:cNvSpPr txBox="1"/>
          <p:nvPr/>
        </p:nvSpPr>
        <p:spPr>
          <a:xfrm>
            <a:off x="2005" y="513347"/>
            <a:ext cx="1211780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AF00DB"/>
                </a:solidFill>
                <a:latin typeface="Consolas"/>
              </a:rPr>
              <a:t>import</a:t>
            </a:r>
            <a:r>
              <a:rPr lang="en-US" sz="2400" dirty="0">
                <a:solidFill>
                  <a:srgbClr val="3B3B3B"/>
                </a:solidFill>
                <a:latin typeface="Consolas"/>
              </a:rPr>
              <a:t> </a:t>
            </a:r>
            <a:r>
              <a:rPr lang="en-US" sz="2400" dirty="0" err="1">
                <a:solidFill>
                  <a:srgbClr val="001080"/>
                </a:solidFill>
                <a:latin typeface="Consolas"/>
              </a:rPr>
              <a:t>Equipamento</a:t>
            </a:r>
            <a:r>
              <a:rPr lang="en-US" sz="2400" dirty="0">
                <a:solidFill>
                  <a:srgbClr val="3B3B3B"/>
                </a:solidFill>
                <a:latin typeface="Consolas"/>
              </a:rPr>
              <a:t> </a:t>
            </a:r>
            <a:r>
              <a:rPr lang="en-US" sz="2400" dirty="0">
                <a:solidFill>
                  <a:srgbClr val="AF00DB"/>
                </a:solidFill>
                <a:latin typeface="Consolas"/>
              </a:rPr>
              <a:t>from</a:t>
            </a:r>
            <a:r>
              <a:rPr lang="en-US" sz="2400" dirty="0">
                <a:solidFill>
                  <a:srgbClr val="3B3B3B"/>
                </a:solidFill>
                <a:latin typeface="Consolas"/>
              </a:rPr>
              <a:t> </a:t>
            </a:r>
            <a:r>
              <a:rPr lang="en-US" sz="2400" dirty="0">
                <a:solidFill>
                  <a:srgbClr val="A31515"/>
                </a:solidFill>
                <a:latin typeface="Consolas"/>
              </a:rPr>
              <a:t>"./</a:t>
            </a:r>
            <a:r>
              <a:rPr lang="en-US" sz="2400" dirty="0" err="1">
                <a:solidFill>
                  <a:srgbClr val="A31515"/>
                </a:solidFill>
                <a:latin typeface="Consolas"/>
              </a:rPr>
              <a:t>equipamento</a:t>
            </a:r>
            <a:r>
              <a:rPr lang="en-US" sz="2400" dirty="0">
                <a:solidFill>
                  <a:srgbClr val="A31515"/>
                </a:solidFill>
                <a:latin typeface="Consolas"/>
              </a:rPr>
              <a:t>"</a:t>
            </a:r>
            <a:r>
              <a:rPr lang="en-US" sz="2400" dirty="0">
                <a:solidFill>
                  <a:srgbClr val="3B3B3B"/>
                </a:solidFill>
                <a:latin typeface="Consolas"/>
              </a:rPr>
              <a:t>;</a:t>
            </a:r>
          </a:p>
          <a:p>
            <a:br>
              <a:rPr lang="en-US" sz="2400" dirty="0">
                <a:solidFill>
                  <a:srgbClr val="3B3B3B"/>
                </a:solidFill>
                <a:latin typeface="Consolas"/>
              </a:rPr>
            </a:br>
            <a:r>
              <a:rPr lang="en-US" sz="2400" dirty="0">
                <a:solidFill>
                  <a:srgbClr val="AF00DB"/>
                </a:solidFill>
                <a:latin typeface="Consolas"/>
              </a:rPr>
              <a:t>export</a:t>
            </a:r>
            <a:r>
              <a:rPr lang="en-US" sz="2400" dirty="0">
                <a:solidFill>
                  <a:srgbClr val="3B3B3B"/>
                </a:solidFill>
                <a:latin typeface="Consolas"/>
              </a:rPr>
              <a:t> </a:t>
            </a:r>
            <a:r>
              <a:rPr lang="en-US" sz="2400" dirty="0">
                <a:solidFill>
                  <a:srgbClr val="AF00DB"/>
                </a:solidFill>
                <a:latin typeface="Consolas"/>
              </a:rPr>
              <a:t>default</a:t>
            </a:r>
            <a:r>
              <a:rPr lang="en-US" sz="2400" dirty="0">
                <a:solidFill>
                  <a:srgbClr val="3B3B3B"/>
                </a:solidFill>
                <a:latin typeface="Consolas"/>
              </a:rPr>
              <a:t> </a:t>
            </a:r>
            <a:r>
              <a:rPr lang="en-US" sz="2400" dirty="0">
                <a:solidFill>
                  <a:srgbClr val="0000FF"/>
                </a:solidFill>
                <a:latin typeface="Consolas"/>
              </a:rPr>
              <a:t>function</a:t>
            </a:r>
            <a:r>
              <a:rPr lang="en-US" sz="2400" dirty="0">
                <a:solidFill>
                  <a:srgbClr val="3B3B3B"/>
                </a:solidFill>
                <a:latin typeface="Consolas"/>
              </a:rPr>
              <a:t> </a:t>
            </a:r>
            <a:r>
              <a:rPr lang="en-US" sz="2400" dirty="0">
                <a:solidFill>
                  <a:srgbClr val="795E26"/>
                </a:solidFill>
                <a:latin typeface="Consolas"/>
              </a:rPr>
              <a:t>Grupo</a:t>
            </a:r>
            <a:r>
              <a:rPr lang="en-US" sz="2400" dirty="0">
                <a:solidFill>
                  <a:srgbClr val="3B3B3B"/>
                </a:solidFill>
                <a:latin typeface="Consolas"/>
              </a:rPr>
              <a:t>() {</a:t>
            </a:r>
          </a:p>
          <a:p>
            <a:br>
              <a:rPr lang="en-US" sz="2400" dirty="0">
                <a:solidFill>
                  <a:srgbClr val="3B3B3B"/>
                </a:solidFill>
                <a:latin typeface="Consolas"/>
              </a:rPr>
            </a:br>
            <a:r>
              <a:rPr lang="en-US" sz="2400" dirty="0">
                <a:solidFill>
                  <a:srgbClr val="3B3B3B"/>
                </a:solidFill>
                <a:latin typeface="Consolas"/>
              </a:rPr>
              <a:t>    </a:t>
            </a:r>
            <a:r>
              <a:rPr lang="en-US" sz="2400" dirty="0">
                <a:solidFill>
                  <a:srgbClr val="AF00DB"/>
                </a:solidFill>
                <a:latin typeface="Consolas"/>
              </a:rPr>
              <a:t>return</a:t>
            </a:r>
            <a:r>
              <a:rPr lang="en-US" sz="2400" dirty="0">
                <a:solidFill>
                  <a:srgbClr val="3B3B3B"/>
                </a:solidFill>
                <a:latin typeface="Consolas"/>
              </a:rPr>
              <a:t> (</a:t>
            </a:r>
          </a:p>
          <a:p>
            <a:r>
              <a:rPr lang="en-US" sz="2400" dirty="0">
                <a:solidFill>
                  <a:srgbClr val="3B3B3B"/>
                </a:solidFill>
                <a:latin typeface="Consolas"/>
              </a:rPr>
              <a:t>        </a:t>
            </a:r>
            <a:r>
              <a:rPr lang="en-US" sz="2400" dirty="0">
                <a:solidFill>
                  <a:srgbClr val="800000"/>
                </a:solidFill>
                <a:latin typeface="Consolas"/>
              </a:rPr>
              <a:t>&lt;&gt;</a:t>
            </a:r>
          </a:p>
          <a:p>
            <a:r>
              <a:rPr lang="en-US" sz="2400" dirty="0">
                <a:solidFill>
                  <a:srgbClr val="3B3B3B"/>
                </a:solidFill>
                <a:latin typeface="Consolas"/>
              </a:rPr>
              <a:t>            </a:t>
            </a:r>
            <a:r>
              <a:rPr lang="en-US" sz="2400" dirty="0">
                <a:solidFill>
                  <a:srgbClr val="800000"/>
                </a:solidFill>
                <a:latin typeface="Consolas"/>
              </a:rPr>
              <a:t>&lt;</a:t>
            </a:r>
            <a:r>
              <a:rPr lang="en-US" sz="2400" dirty="0" err="1">
                <a:solidFill>
                  <a:srgbClr val="267F99"/>
                </a:solidFill>
                <a:latin typeface="Consolas"/>
              </a:rPr>
              <a:t>Equipamento</a:t>
            </a:r>
            <a:r>
              <a:rPr lang="en-US" sz="2400" dirty="0">
                <a:solidFill>
                  <a:srgbClr val="3B3B3B"/>
                </a:solidFill>
                <a:latin typeface="Consolas"/>
              </a:rPr>
              <a:t> </a:t>
            </a:r>
            <a:r>
              <a:rPr lang="en-US" sz="2400" dirty="0" err="1">
                <a:solidFill>
                  <a:srgbClr val="E50000"/>
                </a:solidFill>
                <a:latin typeface="Consolas"/>
              </a:rPr>
              <a:t>nome</a:t>
            </a:r>
            <a:r>
              <a:rPr lang="en-US" sz="2400" dirty="0">
                <a:latin typeface="Consolas"/>
              </a:rPr>
              <a:t>=</a:t>
            </a:r>
            <a:r>
              <a:rPr lang="en-US" sz="2400" dirty="0">
                <a:solidFill>
                  <a:srgbClr val="A31515"/>
                </a:solidFill>
                <a:latin typeface="Consolas"/>
              </a:rPr>
              <a:t>'</a:t>
            </a:r>
            <a:r>
              <a:rPr lang="en-US" sz="2400" dirty="0" err="1">
                <a:solidFill>
                  <a:srgbClr val="A31515"/>
                </a:solidFill>
                <a:latin typeface="Consolas"/>
              </a:rPr>
              <a:t>Microfone</a:t>
            </a:r>
            <a:r>
              <a:rPr lang="en-US" sz="2400" dirty="0">
                <a:solidFill>
                  <a:srgbClr val="A31515"/>
                </a:solidFill>
                <a:latin typeface="Consolas"/>
              </a:rPr>
              <a:t>'</a:t>
            </a:r>
            <a:r>
              <a:rPr lang="en-US" sz="2400" dirty="0">
                <a:solidFill>
                  <a:srgbClr val="3B3B3B"/>
                </a:solidFill>
                <a:latin typeface="Consolas"/>
              </a:rPr>
              <a:t> </a:t>
            </a:r>
            <a:r>
              <a:rPr lang="en-US" sz="2400" dirty="0">
                <a:solidFill>
                  <a:srgbClr val="800000"/>
                </a:solidFill>
                <a:latin typeface="Consolas"/>
              </a:rPr>
              <a:t>/&gt;</a:t>
            </a:r>
          </a:p>
          <a:p>
            <a:r>
              <a:rPr lang="en-US" sz="2400" dirty="0">
                <a:solidFill>
                  <a:srgbClr val="3B3B3B"/>
                </a:solidFill>
                <a:latin typeface="Consolas"/>
              </a:rPr>
              <a:t>            </a:t>
            </a:r>
            <a:r>
              <a:rPr lang="en-US" sz="2400" dirty="0">
                <a:solidFill>
                  <a:srgbClr val="800000"/>
                </a:solidFill>
                <a:latin typeface="Consolas"/>
              </a:rPr>
              <a:t>&lt;</a:t>
            </a:r>
            <a:r>
              <a:rPr lang="en-US" sz="2400" dirty="0" err="1">
                <a:solidFill>
                  <a:srgbClr val="267F99"/>
                </a:solidFill>
                <a:latin typeface="Consolas"/>
              </a:rPr>
              <a:t>Equipamento</a:t>
            </a:r>
            <a:r>
              <a:rPr lang="en-US" sz="2400" dirty="0">
                <a:solidFill>
                  <a:srgbClr val="3B3B3B"/>
                </a:solidFill>
                <a:latin typeface="Consolas"/>
              </a:rPr>
              <a:t> </a:t>
            </a:r>
            <a:r>
              <a:rPr lang="en-US" sz="2400" dirty="0" err="1">
                <a:solidFill>
                  <a:srgbClr val="E50000"/>
                </a:solidFill>
                <a:latin typeface="Consolas"/>
              </a:rPr>
              <a:t>nome</a:t>
            </a:r>
            <a:r>
              <a:rPr lang="en-US" sz="2400" dirty="0">
                <a:latin typeface="Consolas"/>
              </a:rPr>
              <a:t>=</a:t>
            </a:r>
            <a:r>
              <a:rPr lang="en-US" sz="2400" dirty="0">
                <a:solidFill>
                  <a:srgbClr val="A31515"/>
                </a:solidFill>
                <a:latin typeface="Consolas"/>
              </a:rPr>
              <a:t>'</a:t>
            </a:r>
            <a:r>
              <a:rPr lang="en-US" sz="2400" dirty="0" err="1">
                <a:solidFill>
                  <a:srgbClr val="A31515"/>
                </a:solidFill>
                <a:latin typeface="Consolas"/>
              </a:rPr>
              <a:t>Guitarra</a:t>
            </a:r>
            <a:r>
              <a:rPr lang="en-US" sz="2400" dirty="0">
                <a:solidFill>
                  <a:srgbClr val="A31515"/>
                </a:solidFill>
                <a:latin typeface="Consolas"/>
              </a:rPr>
              <a:t>'</a:t>
            </a:r>
            <a:r>
              <a:rPr lang="en-US" sz="2400" dirty="0">
                <a:solidFill>
                  <a:srgbClr val="3B3B3B"/>
                </a:solidFill>
                <a:latin typeface="Consolas"/>
              </a:rPr>
              <a:t> </a:t>
            </a:r>
            <a:r>
              <a:rPr lang="en-US" sz="2400" dirty="0">
                <a:solidFill>
                  <a:srgbClr val="800000"/>
                </a:solidFill>
                <a:latin typeface="Consolas"/>
              </a:rPr>
              <a:t>/&gt;</a:t>
            </a:r>
          </a:p>
          <a:p>
            <a:r>
              <a:rPr lang="en-US" sz="2400" dirty="0">
                <a:solidFill>
                  <a:srgbClr val="3B3B3B"/>
                </a:solidFill>
                <a:latin typeface="Consolas"/>
              </a:rPr>
              <a:t>            </a:t>
            </a:r>
            <a:r>
              <a:rPr lang="en-US" sz="2400" dirty="0">
                <a:solidFill>
                  <a:srgbClr val="800000"/>
                </a:solidFill>
                <a:latin typeface="Consolas"/>
              </a:rPr>
              <a:t>&lt;</a:t>
            </a:r>
            <a:r>
              <a:rPr lang="en-US" sz="2400" dirty="0" err="1">
                <a:solidFill>
                  <a:srgbClr val="267F99"/>
                </a:solidFill>
                <a:latin typeface="Consolas"/>
              </a:rPr>
              <a:t>Equipamento</a:t>
            </a:r>
            <a:r>
              <a:rPr lang="en-US" sz="2400" dirty="0">
                <a:solidFill>
                  <a:srgbClr val="3B3B3B"/>
                </a:solidFill>
                <a:latin typeface="Consolas"/>
              </a:rPr>
              <a:t> </a:t>
            </a:r>
            <a:r>
              <a:rPr lang="en-US" sz="2400" dirty="0" err="1">
                <a:solidFill>
                  <a:srgbClr val="E50000"/>
                </a:solidFill>
                <a:latin typeface="Consolas"/>
              </a:rPr>
              <a:t>nome</a:t>
            </a:r>
            <a:r>
              <a:rPr lang="en-US" sz="2400" dirty="0">
                <a:latin typeface="Consolas"/>
              </a:rPr>
              <a:t>=</a:t>
            </a:r>
            <a:r>
              <a:rPr lang="en-US" sz="2400" dirty="0">
                <a:solidFill>
                  <a:srgbClr val="A31515"/>
                </a:solidFill>
                <a:latin typeface="Consolas"/>
              </a:rPr>
              <a:t>'</a:t>
            </a:r>
            <a:r>
              <a:rPr lang="en-US" sz="2400" dirty="0" err="1">
                <a:solidFill>
                  <a:srgbClr val="A31515"/>
                </a:solidFill>
                <a:latin typeface="Consolas"/>
              </a:rPr>
              <a:t>Baixo</a:t>
            </a:r>
            <a:r>
              <a:rPr lang="en-US" sz="2400" dirty="0">
                <a:solidFill>
                  <a:srgbClr val="A31515"/>
                </a:solidFill>
                <a:latin typeface="Consolas"/>
              </a:rPr>
              <a:t>'</a:t>
            </a:r>
            <a:r>
              <a:rPr lang="en-US" sz="2400" dirty="0">
                <a:solidFill>
                  <a:srgbClr val="3B3B3B"/>
                </a:solidFill>
                <a:latin typeface="Consolas"/>
              </a:rPr>
              <a:t> </a:t>
            </a:r>
            <a:r>
              <a:rPr lang="en-US" sz="2400" dirty="0">
                <a:solidFill>
                  <a:srgbClr val="800000"/>
                </a:solidFill>
                <a:latin typeface="Consolas"/>
              </a:rPr>
              <a:t>/&gt;</a:t>
            </a:r>
          </a:p>
          <a:p>
            <a:r>
              <a:rPr lang="en-US" sz="2400" dirty="0">
                <a:solidFill>
                  <a:srgbClr val="3B3B3B"/>
                </a:solidFill>
                <a:latin typeface="Consolas"/>
              </a:rPr>
              <a:t>            </a:t>
            </a:r>
            <a:r>
              <a:rPr lang="en-US" sz="2400" dirty="0">
                <a:solidFill>
                  <a:srgbClr val="800000"/>
                </a:solidFill>
                <a:latin typeface="Consolas"/>
              </a:rPr>
              <a:t>&lt;</a:t>
            </a:r>
            <a:r>
              <a:rPr lang="en-US" sz="2400" dirty="0" err="1">
                <a:solidFill>
                  <a:srgbClr val="267F99"/>
                </a:solidFill>
                <a:latin typeface="Consolas"/>
              </a:rPr>
              <a:t>Equipamento</a:t>
            </a:r>
            <a:r>
              <a:rPr lang="en-US" sz="2400" dirty="0">
                <a:solidFill>
                  <a:srgbClr val="3B3B3B"/>
                </a:solidFill>
                <a:latin typeface="Consolas"/>
              </a:rPr>
              <a:t> </a:t>
            </a:r>
            <a:r>
              <a:rPr lang="en-US" sz="2400" dirty="0" err="1">
                <a:solidFill>
                  <a:srgbClr val="E50000"/>
                </a:solidFill>
                <a:latin typeface="Consolas"/>
              </a:rPr>
              <a:t>nome</a:t>
            </a:r>
            <a:r>
              <a:rPr lang="en-US" sz="2400" dirty="0">
                <a:latin typeface="Consolas"/>
              </a:rPr>
              <a:t>=</a:t>
            </a:r>
            <a:r>
              <a:rPr lang="en-US" sz="2400" dirty="0">
                <a:solidFill>
                  <a:srgbClr val="A31515"/>
                </a:solidFill>
                <a:latin typeface="Consolas"/>
              </a:rPr>
              <a:t>'</a:t>
            </a:r>
            <a:r>
              <a:rPr lang="en-US" sz="2400" dirty="0" err="1">
                <a:solidFill>
                  <a:srgbClr val="A31515"/>
                </a:solidFill>
                <a:latin typeface="Consolas"/>
              </a:rPr>
              <a:t>Bateria</a:t>
            </a:r>
            <a:r>
              <a:rPr lang="en-US" sz="2400" dirty="0">
                <a:solidFill>
                  <a:srgbClr val="A31515"/>
                </a:solidFill>
                <a:latin typeface="Consolas"/>
              </a:rPr>
              <a:t>'</a:t>
            </a:r>
            <a:r>
              <a:rPr lang="en-US" sz="2400" dirty="0">
                <a:solidFill>
                  <a:srgbClr val="3B3B3B"/>
                </a:solidFill>
                <a:latin typeface="Consolas"/>
              </a:rPr>
              <a:t> </a:t>
            </a:r>
            <a:r>
              <a:rPr lang="en-US" sz="2400" dirty="0">
                <a:solidFill>
                  <a:srgbClr val="800000"/>
                </a:solidFill>
                <a:latin typeface="Consolas"/>
              </a:rPr>
              <a:t>/&gt;</a:t>
            </a:r>
          </a:p>
          <a:p>
            <a:r>
              <a:rPr lang="en-US" sz="2400" dirty="0">
                <a:solidFill>
                  <a:srgbClr val="3B3B3B"/>
                </a:solidFill>
                <a:latin typeface="Consolas"/>
              </a:rPr>
              <a:t>        </a:t>
            </a:r>
            <a:r>
              <a:rPr lang="en-US" sz="2400" dirty="0">
                <a:solidFill>
                  <a:srgbClr val="800000"/>
                </a:solidFill>
                <a:latin typeface="Consolas"/>
              </a:rPr>
              <a:t>&lt;/&gt;</a:t>
            </a:r>
          </a:p>
          <a:p>
            <a:r>
              <a:rPr lang="en-US" sz="2400" dirty="0">
                <a:solidFill>
                  <a:srgbClr val="3B3B3B"/>
                </a:solidFill>
                <a:latin typeface="Consolas"/>
              </a:rPr>
              <a:t>    )</a:t>
            </a:r>
          </a:p>
          <a:p>
            <a:r>
              <a:rPr lang="en-US" sz="2400" dirty="0">
                <a:solidFill>
                  <a:srgbClr val="3B3B3B"/>
                </a:solidFill>
                <a:latin typeface="Consolas"/>
              </a:rPr>
              <a:t>}</a:t>
            </a:r>
          </a:p>
          <a:p>
            <a:endParaRPr lang="en-US" sz="2400" dirty="0">
              <a:solidFill>
                <a:srgbClr val="3B3B3B"/>
              </a:solidFill>
              <a:latin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 de Texto 3"/>
          <p:cNvSpPr txBox="1"/>
          <p:nvPr/>
        </p:nvSpPr>
        <p:spPr>
          <a:xfrm>
            <a:off x="0" y="0"/>
            <a:ext cx="4064000" cy="368300"/>
          </a:xfrm>
          <a:prstGeom prst="rect">
            <a:avLst/>
          </a:prstGeom>
          <a:noFill/>
        </p:spPr>
        <p:txBody>
          <a:bodyPr wrap="square" rtlCol="0">
            <a:spAutoFit/>
          </a:bodyPr>
          <a:lstStyle/>
          <a:p>
            <a:r>
              <a:rPr lang="pt-BR" altLang="en-US"/>
              <a:t>equipamento.js</a:t>
            </a:r>
          </a:p>
        </p:txBody>
      </p:sp>
      <p:sp>
        <p:nvSpPr>
          <p:cNvPr id="2" name="CaixaDeTexto 1">
            <a:extLst>
              <a:ext uri="{FF2B5EF4-FFF2-40B4-BE49-F238E27FC236}">
                <a16:creationId xmlns:a16="http://schemas.microsoft.com/office/drawing/2014/main" id="{A81C7DE1-F7CB-216A-EE51-3DC779A2DAE4}"/>
              </a:ext>
            </a:extLst>
          </p:cNvPr>
          <p:cNvSpPr txBox="1"/>
          <p:nvPr/>
        </p:nvSpPr>
        <p:spPr>
          <a:xfrm>
            <a:off x="2005" y="473242"/>
            <a:ext cx="12187988" cy="64479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rgbClr val="A31515"/>
                </a:solidFill>
                <a:latin typeface="Consolas"/>
              </a:rPr>
              <a:t>'use client'</a:t>
            </a:r>
          </a:p>
          <a:p>
            <a:br>
              <a:rPr lang="en-US" sz="700" dirty="0">
                <a:latin typeface="Consolas"/>
              </a:rPr>
            </a:br>
            <a:r>
              <a:rPr lang="en-US" sz="700" dirty="0">
                <a:solidFill>
                  <a:srgbClr val="AF00DB"/>
                </a:solidFill>
                <a:latin typeface="Consolas"/>
              </a:rPr>
              <a:t>import</a:t>
            </a:r>
            <a:r>
              <a:rPr lang="en-US" sz="700" dirty="0">
                <a:solidFill>
                  <a:srgbClr val="3B3B3B"/>
                </a:solidFill>
                <a:latin typeface="Consolas"/>
              </a:rPr>
              <a:t> { </a:t>
            </a:r>
            <a:r>
              <a:rPr lang="en-US" sz="700" dirty="0" err="1">
                <a:solidFill>
                  <a:srgbClr val="001080"/>
                </a:solidFill>
                <a:latin typeface="Consolas"/>
              </a:rPr>
              <a:t>useContext</a:t>
            </a:r>
            <a:r>
              <a:rPr lang="en-US" sz="700" dirty="0">
                <a:solidFill>
                  <a:srgbClr val="3B3B3B"/>
                </a:solidFill>
                <a:latin typeface="Consolas"/>
              </a:rPr>
              <a:t>, </a:t>
            </a:r>
            <a:r>
              <a:rPr lang="en-US" sz="700" dirty="0" err="1">
                <a:solidFill>
                  <a:srgbClr val="001080"/>
                </a:solidFill>
                <a:latin typeface="Consolas"/>
              </a:rPr>
              <a:t>useState</a:t>
            </a:r>
            <a:r>
              <a:rPr lang="en-US" sz="700" dirty="0">
                <a:solidFill>
                  <a:srgbClr val="3B3B3B"/>
                </a:solidFill>
                <a:latin typeface="Consolas"/>
              </a:rPr>
              <a:t> } </a:t>
            </a:r>
            <a:r>
              <a:rPr lang="en-US" sz="700" dirty="0">
                <a:solidFill>
                  <a:srgbClr val="AF00DB"/>
                </a:solidFill>
                <a:latin typeface="Consolas"/>
              </a:rPr>
              <a:t>from</a:t>
            </a:r>
            <a:r>
              <a:rPr lang="en-US" sz="700" dirty="0">
                <a:solidFill>
                  <a:srgbClr val="3B3B3B"/>
                </a:solidFill>
                <a:latin typeface="Consolas"/>
              </a:rPr>
              <a:t> </a:t>
            </a:r>
            <a:r>
              <a:rPr lang="en-US" sz="700" dirty="0">
                <a:solidFill>
                  <a:srgbClr val="A31515"/>
                </a:solidFill>
                <a:latin typeface="Consolas"/>
              </a:rPr>
              <a:t>"react"</a:t>
            </a:r>
          </a:p>
          <a:p>
            <a:r>
              <a:rPr lang="en-US" sz="700" dirty="0">
                <a:solidFill>
                  <a:srgbClr val="AF00DB"/>
                </a:solidFill>
                <a:latin typeface="Consolas"/>
              </a:rPr>
              <a:t>import</a:t>
            </a:r>
            <a:r>
              <a:rPr lang="en-US" sz="700" dirty="0">
                <a:solidFill>
                  <a:srgbClr val="3B3B3B"/>
                </a:solidFill>
                <a:latin typeface="Consolas"/>
              </a:rPr>
              <a:t> { </a:t>
            </a:r>
            <a:r>
              <a:rPr lang="en-US" sz="700" dirty="0" err="1">
                <a:solidFill>
                  <a:srgbClr val="001080"/>
                </a:solidFill>
                <a:latin typeface="Consolas"/>
              </a:rPr>
              <a:t>EnergiaContext</a:t>
            </a:r>
            <a:r>
              <a:rPr lang="en-US" sz="700" dirty="0">
                <a:solidFill>
                  <a:srgbClr val="3B3B3B"/>
                </a:solidFill>
                <a:latin typeface="Consolas"/>
              </a:rPr>
              <a:t> } </a:t>
            </a:r>
            <a:r>
              <a:rPr lang="en-US" sz="700" dirty="0">
                <a:solidFill>
                  <a:srgbClr val="AF00DB"/>
                </a:solidFill>
                <a:latin typeface="Consolas"/>
              </a:rPr>
              <a:t>from</a:t>
            </a:r>
            <a:r>
              <a:rPr lang="en-US" sz="700" dirty="0">
                <a:solidFill>
                  <a:srgbClr val="3B3B3B"/>
                </a:solidFill>
                <a:latin typeface="Consolas"/>
              </a:rPr>
              <a:t> </a:t>
            </a:r>
            <a:r>
              <a:rPr lang="en-US" sz="700" dirty="0">
                <a:solidFill>
                  <a:srgbClr val="A31515"/>
                </a:solidFill>
                <a:latin typeface="Consolas"/>
              </a:rPr>
              <a:t>"./mesa"</a:t>
            </a:r>
            <a:r>
              <a:rPr lang="en-US" sz="700" dirty="0">
                <a:solidFill>
                  <a:srgbClr val="3B3B3B"/>
                </a:solidFill>
                <a:latin typeface="Consolas"/>
              </a:rPr>
              <a:t>;</a:t>
            </a:r>
          </a:p>
          <a:p>
            <a:br>
              <a:rPr lang="en-US" sz="700" dirty="0">
                <a:latin typeface="Consolas"/>
              </a:rPr>
            </a:br>
            <a:r>
              <a:rPr lang="en-US" sz="700" dirty="0">
                <a:solidFill>
                  <a:srgbClr val="AF00DB"/>
                </a:solidFill>
                <a:latin typeface="Consolas"/>
              </a:rPr>
              <a:t>export</a:t>
            </a:r>
            <a:r>
              <a:rPr lang="en-US" sz="700" dirty="0">
                <a:solidFill>
                  <a:srgbClr val="3B3B3B"/>
                </a:solidFill>
                <a:latin typeface="Consolas"/>
              </a:rPr>
              <a:t> </a:t>
            </a:r>
            <a:r>
              <a:rPr lang="en-US" sz="700" dirty="0">
                <a:solidFill>
                  <a:srgbClr val="AF00DB"/>
                </a:solidFill>
                <a:latin typeface="Consolas"/>
              </a:rPr>
              <a:t>default</a:t>
            </a:r>
            <a:r>
              <a:rPr lang="en-US" sz="700" dirty="0">
                <a:solidFill>
                  <a:srgbClr val="3B3B3B"/>
                </a:solidFill>
                <a:latin typeface="Consolas"/>
              </a:rPr>
              <a:t> </a:t>
            </a:r>
            <a:r>
              <a:rPr lang="en-US" sz="700" dirty="0">
                <a:solidFill>
                  <a:srgbClr val="0000FF"/>
                </a:solidFill>
                <a:latin typeface="Consolas"/>
              </a:rPr>
              <a:t>function</a:t>
            </a:r>
            <a:r>
              <a:rPr lang="en-US" sz="700" dirty="0">
                <a:solidFill>
                  <a:srgbClr val="3B3B3B"/>
                </a:solidFill>
                <a:latin typeface="Consolas"/>
              </a:rPr>
              <a:t> </a:t>
            </a:r>
            <a:r>
              <a:rPr lang="en-US" sz="700" dirty="0" err="1">
                <a:solidFill>
                  <a:srgbClr val="795E26"/>
                </a:solidFill>
                <a:latin typeface="Consolas"/>
              </a:rPr>
              <a:t>Equipamento</a:t>
            </a:r>
            <a:r>
              <a:rPr lang="en-US" sz="700" dirty="0">
                <a:solidFill>
                  <a:srgbClr val="3B3B3B"/>
                </a:solidFill>
                <a:latin typeface="Consolas"/>
              </a:rPr>
              <a:t>({ </a:t>
            </a:r>
            <a:r>
              <a:rPr lang="en-US" sz="700" dirty="0" err="1">
                <a:solidFill>
                  <a:srgbClr val="001080"/>
                </a:solidFill>
                <a:latin typeface="Consolas"/>
              </a:rPr>
              <a:t>nome</a:t>
            </a:r>
            <a:r>
              <a:rPr lang="en-US" sz="700" dirty="0">
                <a:solidFill>
                  <a:srgbClr val="3B3B3B"/>
                </a:solidFill>
                <a:latin typeface="Consolas"/>
              </a:rPr>
              <a:t> }) {</a:t>
            </a:r>
          </a:p>
          <a:p>
            <a:br>
              <a:rPr lang="en-US" sz="700" dirty="0">
                <a:latin typeface="Consolas"/>
              </a:rPr>
            </a:br>
            <a:r>
              <a:rPr lang="en-US" sz="700" dirty="0">
                <a:solidFill>
                  <a:srgbClr val="3B3B3B"/>
                </a:solidFill>
                <a:latin typeface="Consolas"/>
              </a:rPr>
              <a:t>    </a:t>
            </a:r>
            <a:r>
              <a:rPr lang="en-US" sz="700" dirty="0">
                <a:solidFill>
                  <a:srgbClr val="0000FF"/>
                </a:solidFill>
                <a:latin typeface="Consolas"/>
              </a:rPr>
              <a:t>const</a:t>
            </a:r>
            <a:r>
              <a:rPr lang="en-US" sz="700" dirty="0">
                <a:solidFill>
                  <a:srgbClr val="3B3B3B"/>
                </a:solidFill>
                <a:latin typeface="Consolas"/>
              </a:rPr>
              <a:t> [</a:t>
            </a:r>
            <a:r>
              <a:rPr lang="en-US" sz="700" dirty="0">
                <a:solidFill>
                  <a:srgbClr val="0070C1"/>
                </a:solidFill>
                <a:latin typeface="Consolas"/>
              </a:rPr>
              <a:t>volume</a:t>
            </a:r>
            <a:r>
              <a:rPr lang="en-US" sz="700" dirty="0">
                <a:solidFill>
                  <a:srgbClr val="3B3B3B"/>
                </a:solidFill>
                <a:latin typeface="Consolas"/>
              </a:rPr>
              <a:t>, </a:t>
            </a:r>
            <a:r>
              <a:rPr lang="en-US" sz="700" dirty="0" err="1">
                <a:solidFill>
                  <a:srgbClr val="795E26"/>
                </a:solidFill>
                <a:latin typeface="Consolas"/>
              </a:rPr>
              <a:t>setVolume</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a:t>
            </a:r>
            <a:r>
              <a:rPr lang="en-US" sz="700" dirty="0" err="1">
                <a:solidFill>
                  <a:srgbClr val="795E26"/>
                </a:solidFill>
                <a:latin typeface="Consolas"/>
              </a:rPr>
              <a:t>useState</a:t>
            </a:r>
            <a:r>
              <a:rPr lang="en-US" sz="700" dirty="0">
                <a:solidFill>
                  <a:srgbClr val="3B3B3B"/>
                </a:solidFill>
                <a:latin typeface="Consolas"/>
              </a:rPr>
              <a:t>(</a:t>
            </a:r>
            <a:r>
              <a:rPr lang="en-US" sz="700" dirty="0">
                <a:solidFill>
                  <a:srgbClr val="098658"/>
                </a:solidFill>
                <a:latin typeface="Consolas"/>
              </a:rPr>
              <a:t>0</a:t>
            </a:r>
            <a:r>
              <a:rPr lang="en-US" sz="700" dirty="0">
                <a:solidFill>
                  <a:srgbClr val="3B3B3B"/>
                </a:solidFill>
                <a:latin typeface="Consolas"/>
              </a:rPr>
              <a:t>);</a:t>
            </a:r>
          </a:p>
          <a:p>
            <a:br>
              <a:rPr lang="en-US" sz="700" dirty="0">
                <a:latin typeface="Consolas"/>
              </a:rPr>
            </a:br>
            <a:r>
              <a:rPr lang="en-US" sz="700" dirty="0">
                <a:solidFill>
                  <a:srgbClr val="3B3B3B"/>
                </a:solidFill>
                <a:latin typeface="Consolas"/>
              </a:rPr>
              <a:t>    </a:t>
            </a:r>
            <a:r>
              <a:rPr lang="en-US" sz="700" dirty="0">
                <a:solidFill>
                  <a:srgbClr val="0000FF"/>
                </a:solidFill>
                <a:latin typeface="Consolas"/>
              </a:rPr>
              <a:t>const</a:t>
            </a:r>
            <a:r>
              <a:rPr lang="en-US" sz="700" dirty="0">
                <a:solidFill>
                  <a:srgbClr val="3B3B3B"/>
                </a:solidFill>
                <a:latin typeface="Consolas"/>
              </a:rPr>
              <a:t> [</a:t>
            </a:r>
            <a:r>
              <a:rPr lang="en-US" sz="700" dirty="0" err="1">
                <a:solidFill>
                  <a:srgbClr val="0070C1"/>
                </a:solidFill>
                <a:latin typeface="Consolas"/>
              </a:rPr>
              <a:t>ligado</a:t>
            </a:r>
            <a:r>
              <a:rPr lang="en-US" sz="700" dirty="0">
                <a:solidFill>
                  <a:srgbClr val="3B3B3B"/>
                </a:solidFill>
                <a:latin typeface="Consolas"/>
              </a:rPr>
              <a:t>, </a:t>
            </a:r>
            <a:r>
              <a:rPr lang="en-US" sz="700" dirty="0" err="1">
                <a:solidFill>
                  <a:srgbClr val="795E26"/>
                </a:solidFill>
                <a:latin typeface="Consolas"/>
              </a:rPr>
              <a:t>setLigado</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a:t>
            </a:r>
            <a:r>
              <a:rPr lang="en-US" sz="700" dirty="0" err="1">
                <a:solidFill>
                  <a:srgbClr val="795E26"/>
                </a:solidFill>
                <a:latin typeface="Consolas"/>
              </a:rPr>
              <a:t>useState</a:t>
            </a:r>
            <a:r>
              <a:rPr lang="en-US" sz="700" dirty="0">
                <a:solidFill>
                  <a:srgbClr val="3B3B3B"/>
                </a:solidFill>
                <a:latin typeface="Consolas"/>
              </a:rPr>
              <a:t>(</a:t>
            </a:r>
            <a:r>
              <a:rPr lang="en-US" sz="700" dirty="0">
                <a:solidFill>
                  <a:srgbClr val="0000FF"/>
                </a:solidFill>
                <a:latin typeface="Consolas"/>
              </a:rPr>
              <a:t>false</a:t>
            </a:r>
            <a:r>
              <a:rPr lang="en-US" sz="700" dirty="0">
                <a:solidFill>
                  <a:srgbClr val="3B3B3B"/>
                </a:solidFill>
                <a:latin typeface="Consolas"/>
              </a:rPr>
              <a:t>);</a:t>
            </a:r>
          </a:p>
          <a:p>
            <a:br>
              <a:rPr lang="en-US" sz="700" dirty="0">
                <a:latin typeface="Consolas"/>
              </a:rPr>
            </a:br>
            <a:r>
              <a:rPr lang="en-US" sz="700" dirty="0">
                <a:solidFill>
                  <a:srgbClr val="3B3B3B"/>
                </a:solidFill>
                <a:latin typeface="Consolas"/>
              </a:rPr>
              <a:t>    </a:t>
            </a:r>
            <a:r>
              <a:rPr lang="en-US" sz="700" dirty="0">
                <a:solidFill>
                  <a:srgbClr val="0000FF"/>
                </a:solidFill>
                <a:latin typeface="Consolas"/>
              </a:rPr>
              <a:t>const</a:t>
            </a:r>
            <a:r>
              <a:rPr lang="en-US" sz="700" dirty="0">
                <a:solidFill>
                  <a:srgbClr val="3B3B3B"/>
                </a:solidFill>
                <a:latin typeface="Consolas"/>
              </a:rPr>
              <a:t> </a:t>
            </a:r>
            <a:r>
              <a:rPr lang="en-US" sz="700" dirty="0">
                <a:solidFill>
                  <a:srgbClr val="0070C1"/>
                </a:solidFill>
                <a:latin typeface="Consolas"/>
              </a:rPr>
              <a:t>fallback</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a:t>
            </a:r>
            <a:r>
              <a:rPr lang="en-US" sz="700" dirty="0" err="1">
                <a:solidFill>
                  <a:srgbClr val="795E26"/>
                </a:solidFill>
                <a:latin typeface="Consolas"/>
              </a:rPr>
              <a:t>useContext</a:t>
            </a:r>
            <a:r>
              <a:rPr lang="en-US" sz="700" dirty="0">
                <a:solidFill>
                  <a:srgbClr val="3B3B3B"/>
                </a:solidFill>
                <a:latin typeface="Consolas"/>
              </a:rPr>
              <a:t>(</a:t>
            </a:r>
            <a:r>
              <a:rPr lang="en-US" sz="700" dirty="0" err="1">
                <a:solidFill>
                  <a:srgbClr val="0070C1"/>
                </a:solidFill>
                <a:latin typeface="Consolas"/>
              </a:rPr>
              <a:t>EnergiaContext</a:t>
            </a:r>
            <a:r>
              <a:rPr lang="en-US" sz="700" dirty="0">
                <a:solidFill>
                  <a:srgbClr val="3B3B3B"/>
                </a:solidFill>
                <a:latin typeface="Consolas"/>
              </a:rPr>
              <a:t>);</a:t>
            </a:r>
          </a:p>
          <a:p>
            <a:br>
              <a:rPr lang="en-US" sz="700" dirty="0">
                <a:latin typeface="Consolas"/>
              </a:rPr>
            </a:br>
            <a:r>
              <a:rPr lang="en-US" sz="700" dirty="0">
                <a:solidFill>
                  <a:srgbClr val="3B3B3B"/>
                </a:solidFill>
                <a:latin typeface="Consolas"/>
              </a:rPr>
              <a:t>    </a:t>
            </a:r>
            <a:r>
              <a:rPr lang="en-US" sz="700" dirty="0">
                <a:solidFill>
                  <a:srgbClr val="0000FF"/>
                </a:solidFill>
                <a:latin typeface="Consolas"/>
              </a:rPr>
              <a:t>function</a:t>
            </a:r>
            <a:r>
              <a:rPr lang="en-US" sz="700" dirty="0">
                <a:solidFill>
                  <a:srgbClr val="3B3B3B"/>
                </a:solidFill>
                <a:latin typeface="Consolas"/>
              </a:rPr>
              <a:t> </a:t>
            </a:r>
            <a:r>
              <a:rPr lang="en-US" sz="700" dirty="0" err="1">
                <a:solidFill>
                  <a:srgbClr val="795E26"/>
                </a:solidFill>
                <a:latin typeface="Consolas"/>
              </a:rPr>
              <a:t>diminuirVolume</a:t>
            </a:r>
            <a:r>
              <a:rPr lang="en-US" sz="700" dirty="0">
                <a:solidFill>
                  <a:srgbClr val="3B3B3B"/>
                </a:solidFill>
                <a:latin typeface="Consolas"/>
              </a:rPr>
              <a:t>() {</a:t>
            </a:r>
          </a:p>
          <a:p>
            <a:r>
              <a:rPr lang="en-US" sz="700" dirty="0">
                <a:solidFill>
                  <a:srgbClr val="3B3B3B"/>
                </a:solidFill>
                <a:latin typeface="Consolas"/>
              </a:rPr>
              <a:t>        </a:t>
            </a:r>
            <a:r>
              <a:rPr lang="en-US" sz="700" dirty="0">
                <a:solidFill>
                  <a:srgbClr val="AF00DB"/>
                </a:solidFill>
                <a:latin typeface="Consolas"/>
              </a:rPr>
              <a:t>if</a:t>
            </a:r>
            <a:r>
              <a:rPr lang="en-US" sz="700" dirty="0">
                <a:solidFill>
                  <a:srgbClr val="3B3B3B"/>
                </a:solidFill>
                <a:latin typeface="Consolas"/>
              </a:rPr>
              <a:t> (</a:t>
            </a:r>
            <a:r>
              <a:rPr lang="en-US" sz="700" dirty="0">
                <a:solidFill>
                  <a:srgbClr val="0070C1"/>
                </a:solidFill>
                <a:latin typeface="Consolas"/>
              </a:rPr>
              <a:t>volume</a:t>
            </a:r>
            <a:r>
              <a:rPr lang="en-US" sz="700" dirty="0">
                <a:solidFill>
                  <a:srgbClr val="3B3B3B"/>
                </a:solidFill>
                <a:latin typeface="Consolas"/>
              </a:rPr>
              <a:t> </a:t>
            </a:r>
            <a:r>
              <a:rPr lang="en-US" sz="700" dirty="0">
                <a:latin typeface="Consolas"/>
              </a:rPr>
              <a:t>&gt;</a:t>
            </a:r>
            <a:r>
              <a:rPr lang="en-US" sz="700" dirty="0">
                <a:solidFill>
                  <a:srgbClr val="3B3B3B"/>
                </a:solidFill>
                <a:latin typeface="Consolas"/>
              </a:rPr>
              <a:t> </a:t>
            </a:r>
            <a:r>
              <a:rPr lang="en-US" sz="700" dirty="0">
                <a:solidFill>
                  <a:srgbClr val="098658"/>
                </a:solidFill>
                <a:latin typeface="Consolas"/>
              </a:rPr>
              <a:t>0</a:t>
            </a:r>
            <a:r>
              <a:rPr lang="en-US" sz="700" dirty="0">
                <a:solidFill>
                  <a:srgbClr val="3B3B3B"/>
                </a:solidFill>
                <a:latin typeface="Consolas"/>
              </a:rPr>
              <a:t>)</a:t>
            </a:r>
          </a:p>
          <a:p>
            <a:r>
              <a:rPr lang="en-US" sz="700" dirty="0">
                <a:solidFill>
                  <a:srgbClr val="3B3B3B"/>
                </a:solidFill>
                <a:latin typeface="Consolas"/>
              </a:rPr>
              <a:t>            </a:t>
            </a:r>
            <a:r>
              <a:rPr lang="en-US" sz="700" dirty="0" err="1">
                <a:solidFill>
                  <a:srgbClr val="795E26"/>
                </a:solidFill>
                <a:latin typeface="Consolas"/>
              </a:rPr>
              <a:t>setVolume</a:t>
            </a:r>
            <a:r>
              <a:rPr lang="en-US" sz="700" dirty="0">
                <a:solidFill>
                  <a:srgbClr val="3B3B3B"/>
                </a:solidFill>
                <a:latin typeface="Consolas"/>
              </a:rPr>
              <a:t>(</a:t>
            </a:r>
            <a:r>
              <a:rPr lang="en-US" sz="700" dirty="0">
                <a:solidFill>
                  <a:srgbClr val="0070C1"/>
                </a:solidFill>
                <a:latin typeface="Consolas"/>
              </a:rPr>
              <a:t>volume</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a:t>
            </a:r>
            <a:r>
              <a:rPr lang="en-US" sz="700" dirty="0">
                <a:solidFill>
                  <a:srgbClr val="098658"/>
                </a:solidFill>
                <a:latin typeface="Consolas"/>
              </a:rPr>
              <a:t>1</a:t>
            </a:r>
            <a:r>
              <a:rPr lang="en-US" sz="700" dirty="0">
                <a:solidFill>
                  <a:srgbClr val="3B3B3B"/>
                </a:solidFill>
                <a:latin typeface="Consolas"/>
              </a:rPr>
              <a:t>);</a:t>
            </a:r>
          </a:p>
          <a:p>
            <a:r>
              <a:rPr lang="en-US" sz="700" dirty="0">
                <a:solidFill>
                  <a:srgbClr val="3B3B3B"/>
                </a:solidFill>
                <a:latin typeface="Consolas"/>
              </a:rPr>
              <a:t>    }</a:t>
            </a:r>
          </a:p>
          <a:p>
            <a:br>
              <a:rPr lang="en-US" sz="700" dirty="0">
                <a:latin typeface="Consolas"/>
              </a:rPr>
            </a:br>
            <a:r>
              <a:rPr lang="en-US" sz="700" dirty="0">
                <a:solidFill>
                  <a:srgbClr val="3B3B3B"/>
                </a:solidFill>
                <a:latin typeface="Consolas"/>
              </a:rPr>
              <a:t>    </a:t>
            </a:r>
            <a:r>
              <a:rPr lang="en-US" sz="700" dirty="0">
                <a:solidFill>
                  <a:srgbClr val="0000FF"/>
                </a:solidFill>
                <a:latin typeface="Consolas"/>
              </a:rPr>
              <a:t>const</a:t>
            </a:r>
            <a:r>
              <a:rPr lang="en-US" sz="700" dirty="0">
                <a:solidFill>
                  <a:srgbClr val="3B3B3B"/>
                </a:solidFill>
                <a:latin typeface="Consolas"/>
              </a:rPr>
              <a:t> </a:t>
            </a:r>
            <a:r>
              <a:rPr lang="en-US" sz="700" dirty="0" err="1">
                <a:solidFill>
                  <a:srgbClr val="795E26"/>
                </a:solidFill>
                <a:latin typeface="Consolas"/>
              </a:rPr>
              <a:t>aumentarVolume</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 </a:t>
            </a:r>
            <a:r>
              <a:rPr lang="en-US" sz="700" dirty="0">
                <a:solidFill>
                  <a:srgbClr val="0000FF"/>
                </a:solidFill>
                <a:latin typeface="Consolas"/>
              </a:rPr>
              <a:t>=&gt;</a:t>
            </a:r>
            <a:r>
              <a:rPr lang="en-US" sz="700" dirty="0">
                <a:solidFill>
                  <a:srgbClr val="3B3B3B"/>
                </a:solidFill>
                <a:latin typeface="Consolas"/>
              </a:rPr>
              <a:t> {</a:t>
            </a:r>
          </a:p>
          <a:p>
            <a:r>
              <a:rPr lang="en-US" sz="700" dirty="0">
                <a:solidFill>
                  <a:srgbClr val="3B3B3B"/>
                </a:solidFill>
                <a:latin typeface="Consolas"/>
              </a:rPr>
              <a:t>        </a:t>
            </a:r>
            <a:r>
              <a:rPr lang="en-US" sz="700" dirty="0">
                <a:solidFill>
                  <a:srgbClr val="AF00DB"/>
                </a:solidFill>
                <a:latin typeface="Consolas"/>
              </a:rPr>
              <a:t>if</a:t>
            </a:r>
            <a:r>
              <a:rPr lang="en-US" sz="700" dirty="0">
                <a:solidFill>
                  <a:srgbClr val="3B3B3B"/>
                </a:solidFill>
                <a:latin typeface="Consolas"/>
              </a:rPr>
              <a:t> (</a:t>
            </a:r>
            <a:r>
              <a:rPr lang="en-US" sz="700" dirty="0">
                <a:solidFill>
                  <a:srgbClr val="0070C1"/>
                </a:solidFill>
                <a:latin typeface="Consolas"/>
              </a:rPr>
              <a:t>volume</a:t>
            </a:r>
            <a:r>
              <a:rPr lang="en-US" sz="700" dirty="0">
                <a:solidFill>
                  <a:srgbClr val="3B3B3B"/>
                </a:solidFill>
                <a:latin typeface="Consolas"/>
              </a:rPr>
              <a:t> </a:t>
            </a:r>
            <a:r>
              <a:rPr lang="en-US" sz="700" dirty="0">
                <a:latin typeface="Consolas"/>
              </a:rPr>
              <a:t>&lt;</a:t>
            </a:r>
            <a:r>
              <a:rPr lang="en-US" sz="700" dirty="0">
                <a:solidFill>
                  <a:srgbClr val="3B3B3B"/>
                </a:solidFill>
                <a:latin typeface="Consolas"/>
              </a:rPr>
              <a:t> </a:t>
            </a:r>
            <a:r>
              <a:rPr lang="en-US" sz="700" dirty="0">
                <a:solidFill>
                  <a:srgbClr val="098658"/>
                </a:solidFill>
                <a:latin typeface="Consolas"/>
              </a:rPr>
              <a:t>10</a:t>
            </a:r>
            <a:r>
              <a:rPr lang="en-US" sz="700" dirty="0">
                <a:solidFill>
                  <a:srgbClr val="3B3B3B"/>
                </a:solidFill>
                <a:latin typeface="Consolas"/>
              </a:rPr>
              <a:t>)</a:t>
            </a:r>
          </a:p>
          <a:p>
            <a:r>
              <a:rPr lang="en-US" sz="700" dirty="0">
                <a:solidFill>
                  <a:srgbClr val="3B3B3B"/>
                </a:solidFill>
                <a:latin typeface="Consolas"/>
              </a:rPr>
              <a:t>            </a:t>
            </a:r>
            <a:r>
              <a:rPr lang="en-US" sz="700" dirty="0" err="1">
                <a:solidFill>
                  <a:srgbClr val="795E26"/>
                </a:solidFill>
                <a:latin typeface="Consolas"/>
              </a:rPr>
              <a:t>setVolume</a:t>
            </a:r>
            <a:r>
              <a:rPr lang="en-US" sz="700" dirty="0">
                <a:solidFill>
                  <a:srgbClr val="3B3B3B"/>
                </a:solidFill>
                <a:latin typeface="Consolas"/>
              </a:rPr>
              <a:t>(</a:t>
            </a:r>
            <a:r>
              <a:rPr lang="en-US" sz="700" dirty="0">
                <a:solidFill>
                  <a:srgbClr val="0070C1"/>
                </a:solidFill>
                <a:latin typeface="Consolas"/>
              </a:rPr>
              <a:t>volume</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a:t>
            </a:r>
            <a:r>
              <a:rPr lang="en-US" sz="700" dirty="0">
                <a:solidFill>
                  <a:srgbClr val="098658"/>
                </a:solidFill>
                <a:latin typeface="Consolas"/>
              </a:rPr>
              <a:t>1</a:t>
            </a:r>
            <a:r>
              <a:rPr lang="en-US" sz="700" dirty="0">
                <a:solidFill>
                  <a:srgbClr val="3B3B3B"/>
                </a:solidFill>
                <a:latin typeface="Consolas"/>
              </a:rPr>
              <a:t>);</a:t>
            </a:r>
          </a:p>
          <a:p>
            <a:r>
              <a:rPr lang="en-US" sz="700" dirty="0">
                <a:solidFill>
                  <a:srgbClr val="3B3B3B"/>
                </a:solidFill>
                <a:latin typeface="Consolas"/>
              </a:rPr>
              <a:t>    }</a:t>
            </a:r>
          </a:p>
          <a:p>
            <a:br>
              <a:rPr lang="en-US" sz="700" dirty="0">
                <a:latin typeface="Consolas"/>
              </a:rPr>
            </a:br>
            <a:r>
              <a:rPr lang="en-US" sz="700" dirty="0">
                <a:solidFill>
                  <a:srgbClr val="3B3B3B"/>
                </a:solidFill>
                <a:latin typeface="Consolas"/>
              </a:rPr>
              <a:t>    </a:t>
            </a:r>
            <a:r>
              <a:rPr lang="en-US" sz="700" dirty="0">
                <a:solidFill>
                  <a:srgbClr val="0000FF"/>
                </a:solidFill>
                <a:latin typeface="Consolas"/>
              </a:rPr>
              <a:t>const</a:t>
            </a:r>
            <a:r>
              <a:rPr lang="en-US" sz="700" dirty="0">
                <a:solidFill>
                  <a:srgbClr val="3B3B3B"/>
                </a:solidFill>
                <a:latin typeface="Consolas"/>
              </a:rPr>
              <a:t> </a:t>
            </a:r>
            <a:r>
              <a:rPr lang="en-US" sz="700" dirty="0" err="1">
                <a:solidFill>
                  <a:srgbClr val="795E26"/>
                </a:solidFill>
                <a:latin typeface="Consolas"/>
              </a:rPr>
              <a:t>handleLigar</a:t>
            </a:r>
            <a:r>
              <a:rPr lang="en-US" sz="700" dirty="0">
                <a:solidFill>
                  <a:srgbClr val="3B3B3B"/>
                </a:solidFill>
                <a:latin typeface="Consolas"/>
              </a:rPr>
              <a:t> </a:t>
            </a:r>
            <a:r>
              <a:rPr lang="en-US" sz="700" dirty="0">
                <a:latin typeface="Consolas"/>
              </a:rPr>
              <a:t>=</a:t>
            </a:r>
            <a:r>
              <a:rPr lang="en-US" sz="700" dirty="0">
                <a:solidFill>
                  <a:srgbClr val="3B3B3B"/>
                </a:solidFill>
                <a:latin typeface="Consolas"/>
              </a:rPr>
              <a:t> () </a:t>
            </a:r>
            <a:r>
              <a:rPr lang="en-US" sz="700" dirty="0">
                <a:solidFill>
                  <a:srgbClr val="0000FF"/>
                </a:solidFill>
                <a:latin typeface="Consolas"/>
              </a:rPr>
              <a:t>=&gt;</a:t>
            </a:r>
            <a:r>
              <a:rPr lang="en-US" sz="700" dirty="0">
                <a:solidFill>
                  <a:srgbClr val="3B3B3B"/>
                </a:solidFill>
                <a:latin typeface="Consolas"/>
              </a:rPr>
              <a:t> {</a:t>
            </a:r>
          </a:p>
          <a:p>
            <a:r>
              <a:rPr lang="en-US" sz="700" dirty="0">
                <a:solidFill>
                  <a:srgbClr val="3B3B3B"/>
                </a:solidFill>
                <a:latin typeface="Consolas"/>
              </a:rPr>
              <a:t>        </a:t>
            </a:r>
            <a:r>
              <a:rPr lang="en-US" sz="700" dirty="0">
                <a:solidFill>
                  <a:srgbClr val="AF00DB"/>
                </a:solidFill>
                <a:latin typeface="Consolas"/>
              </a:rPr>
              <a:t>if</a:t>
            </a:r>
            <a:r>
              <a:rPr lang="en-US" sz="700" dirty="0">
                <a:solidFill>
                  <a:srgbClr val="3B3B3B"/>
                </a:solidFill>
                <a:latin typeface="Consolas"/>
              </a:rPr>
              <a:t>(</a:t>
            </a:r>
            <a:r>
              <a:rPr lang="en-US" sz="700" dirty="0" err="1">
                <a:solidFill>
                  <a:srgbClr val="0070C1"/>
                </a:solidFill>
                <a:latin typeface="Consolas"/>
              </a:rPr>
              <a:t>ligado</a:t>
            </a:r>
            <a:r>
              <a:rPr lang="en-US" sz="700" dirty="0">
                <a:solidFill>
                  <a:srgbClr val="3B3B3B"/>
                </a:solidFill>
                <a:latin typeface="Consolas"/>
              </a:rPr>
              <a:t>) {</a:t>
            </a:r>
          </a:p>
          <a:p>
            <a:r>
              <a:rPr lang="en-US" sz="700" dirty="0">
                <a:solidFill>
                  <a:srgbClr val="3B3B3B"/>
                </a:solidFill>
                <a:latin typeface="Consolas"/>
              </a:rPr>
              <a:t>            </a:t>
            </a:r>
            <a:r>
              <a:rPr lang="en-US" sz="700" dirty="0" err="1">
                <a:solidFill>
                  <a:srgbClr val="0070C1"/>
                </a:solidFill>
                <a:latin typeface="Consolas"/>
              </a:rPr>
              <a:t>fallback</a:t>
            </a:r>
            <a:r>
              <a:rPr lang="en-US" sz="700" dirty="0" err="1">
                <a:solidFill>
                  <a:srgbClr val="3B3B3B"/>
                </a:solidFill>
                <a:latin typeface="Consolas"/>
              </a:rPr>
              <a:t>.</a:t>
            </a:r>
            <a:r>
              <a:rPr lang="en-US" sz="700" dirty="0" err="1">
                <a:solidFill>
                  <a:srgbClr val="795E26"/>
                </a:solidFill>
                <a:latin typeface="Consolas"/>
              </a:rPr>
              <a:t>contar</a:t>
            </a:r>
            <a:r>
              <a:rPr lang="en-US" sz="700" dirty="0">
                <a:solidFill>
                  <a:srgbClr val="3B3B3B"/>
                </a:solidFill>
                <a:latin typeface="Consolas"/>
              </a:rPr>
              <a:t>(</a:t>
            </a:r>
            <a:r>
              <a:rPr lang="en-US" sz="700" dirty="0">
                <a:latin typeface="Consolas"/>
              </a:rPr>
              <a:t>-</a:t>
            </a:r>
            <a:r>
              <a:rPr lang="en-US" sz="700" dirty="0">
                <a:solidFill>
                  <a:srgbClr val="098658"/>
                </a:solidFill>
                <a:latin typeface="Consolas"/>
              </a:rPr>
              <a:t>1</a:t>
            </a:r>
            <a:r>
              <a:rPr lang="en-US" sz="700" dirty="0">
                <a:solidFill>
                  <a:srgbClr val="3B3B3B"/>
                </a:solidFill>
                <a:latin typeface="Consolas"/>
              </a:rPr>
              <a:t>);</a:t>
            </a:r>
          </a:p>
          <a:p>
            <a:r>
              <a:rPr lang="en-US" sz="700" dirty="0">
                <a:solidFill>
                  <a:srgbClr val="3B3B3B"/>
                </a:solidFill>
                <a:latin typeface="Consolas"/>
              </a:rPr>
              <a:t>        }</a:t>
            </a:r>
          </a:p>
          <a:p>
            <a:r>
              <a:rPr lang="en-US" sz="700" dirty="0">
                <a:solidFill>
                  <a:srgbClr val="3B3B3B"/>
                </a:solidFill>
                <a:latin typeface="Consolas"/>
              </a:rPr>
              <a:t>        </a:t>
            </a:r>
            <a:r>
              <a:rPr lang="en-US" sz="700" dirty="0">
                <a:solidFill>
                  <a:srgbClr val="AF00DB"/>
                </a:solidFill>
                <a:latin typeface="Consolas"/>
              </a:rPr>
              <a:t>else</a:t>
            </a:r>
            <a:r>
              <a:rPr lang="en-US" sz="700" dirty="0">
                <a:solidFill>
                  <a:srgbClr val="3B3B3B"/>
                </a:solidFill>
                <a:latin typeface="Consolas"/>
              </a:rPr>
              <a:t> {</a:t>
            </a:r>
          </a:p>
          <a:p>
            <a:r>
              <a:rPr lang="en-US" sz="700" dirty="0">
                <a:solidFill>
                  <a:srgbClr val="3B3B3B"/>
                </a:solidFill>
                <a:latin typeface="Consolas"/>
              </a:rPr>
              <a:t>            </a:t>
            </a:r>
            <a:r>
              <a:rPr lang="en-US" sz="700" dirty="0" err="1">
                <a:solidFill>
                  <a:srgbClr val="0070C1"/>
                </a:solidFill>
                <a:latin typeface="Consolas"/>
              </a:rPr>
              <a:t>fallback</a:t>
            </a:r>
            <a:r>
              <a:rPr lang="en-US" sz="700" dirty="0" err="1">
                <a:solidFill>
                  <a:srgbClr val="3B3B3B"/>
                </a:solidFill>
                <a:latin typeface="Consolas"/>
              </a:rPr>
              <a:t>.</a:t>
            </a:r>
            <a:r>
              <a:rPr lang="en-US" sz="700" dirty="0" err="1">
                <a:solidFill>
                  <a:srgbClr val="795E26"/>
                </a:solidFill>
                <a:latin typeface="Consolas"/>
              </a:rPr>
              <a:t>contar</a:t>
            </a:r>
            <a:r>
              <a:rPr lang="en-US" sz="700" dirty="0">
                <a:solidFill>
                  <a:srgbClr val="3B3B3B"/>
                </a:solidFill>
                <a:latin typeface="Consolas"/>
              </a:rPr>
              <a:t>(</a:t>
            </a:r>
            <a:r>
              <a:rPr lang="en-US" sz="700" dirty="0">
                <a:solidFill>
                  <a:srgbClr val="098658"/>
                </a:solidFill>
                <a:latin typeface="Consolas"/>
              </a:rPr>
              <a:t>1</a:t>
            </a:r>
            <a:r>
              <a:rPr lang="en-US" sz="700" dirty="0">
                <a:solidFill>
                  <a:srgbClr val="3B3B3B"/>
                </a:solidFill>
                <a:latin typeface="Consolas"/>
              </a:rPr>
              <a:t>);</a:t>
            </a:r>
          </a:p>
          <a:p>
            <a:r>
              <a:rPr lang="en-US" sz="700" dirty="0">
                <a:solidFill>
                  <a:srgbClr val="3B3B3B"/>
                </a:solidFill>
                <a:latin typeface="Consolas"/>
              </a:rPr>
              <a:t>        }        </a:t>
            </a:r>
          </a:p>
          <a:p>
            <a:r>
              <a:rPr lang="en-US" sz="700" dirty="0">
                <a:solidFill>
                  <a:srgbClr val="3B3B3B"/>
                </a:solidFill>
                <a:latin typeface="Consolas"/>
              </a:rPr>
              <a:t>        </a:t>
            </a:r>
            <a:r>
              <a:rPr lang="en-US" sz="700" dirty="0" err="1">
                <a:solidFill>
                  <a:srgbClr val="795E26"/>
                </a:solidFill>
                <a:latin typeface="Consolas"/>
              </a:rPr>
              <a:t>setLigado</a:t>
            </a:r>
            <a:r>
              <a:rPr lang="en-US" sz="700" dirty="0">
                <a:solidFill>
                  <a:srgbClr val="3B3B3B"/>
                </a:solidFill>
                <a:latin typeface="Consolas"/>
              </a:rPr>
              <a:t>(</a:t>
            </a:r>
            <a:r>
              <a:rPr lang="en-US" sz="700" dirty="0">
                <a:latin typeface="Consolas"/>
              </a:rPr>
              <a:t>!</a:t>
            </a:r>
            <a:r>
              <a:rPr lang="en-US" sz="700" dirty="0" err="1">
                <a:solidFill>
                  <a:srgbClr val="0070C1"/>
                </a:solidFill>
                <a:latin typeface="Consolas"/>
              </a:rPr>
              <a:t>ligado</a:t>
            </a:r>
            <a:r>
              <a:rPr lang="en-US" sz="700" dirty="0">
                <a:solidFill>
                  <a:srgbClr val="3B3B3B"/>
                </a:solidFill>
                <a:latin typeface="Consolas"/>
              </a:rPr>
              <a:t>);</a:t>
            </a:r>
          </a:p>
          <a:p>
            <a:r>
              <a:rPr lang="en-US" sz="700" dirty="0">
                <a:solidFill>
                  <a:srgbClr val="3B3B3B"/>
                </a:solidFill>
                <a:latin typeface="Consolas"/>
              </a:rPr>
              <a:t>    }</a:t>
            </a:r>
          </a:p>
          <a:p>
            <a:br>
              <a:rPr lang="en-US" sz="700" dirty="0">
                <a:latin typeface="Consolas"/>
              </a:rPr>
            </a:br>
            <a:r>
              <a:rPr lang="en-US" sz="700" dirty="0">
                <a:solidFill>
                  <a:srgbClr val="3B3B3B"/>
                </a:solidFill>
                <a:latin typeface="Consolas"/>
              </a:rPr>
              <a:t>    </a:t>
            </a:r>
            <a:r>
              <a:rPr lang="en-US" sz="700" dirty="0">
                <a:solidFill>
                  <a:srgbClr val="AF00DB"/>
                </a:solidFill>
                <a:latin typeface="Consolas"/>
              </a:rPr>
              <a:t>return</a:t>
            </a:r>
            <a:r>
              <a:rPr lang="en-US" sz="700" dirty="0">
                <a:solidFill>
                  <a:srgbClr val="3B3B3B"/>
                </a:solidFill>
                <a:latin typeface="Consolas"/>
              </a:rPr>
              <a:t> (</a:t>
            </a:r>
          </a:p>
          <a:p>
            <a:r>
              <a:rPr lang="en-US" sz="700" dirty="0">
                <a:solidFill>
                  <a:srgbClr val="3B3B3B"/>
                </a:solidFill>
                <a:latin typeface="Consolas"/>
              </a:rPr>
              <a:t>        </a:t>
            </a:r>
            <a:r>
              <a:rPr lang="en-US" sz="700" dirty="0">
                <a:solidFill>
                  <a:srgbClr val="800000"/>
                </a:solidFill>
                <a:latin typeface="Consolas"/>
              </a:rPr>
              <a:t>&lt;&gt;</a:t>
            </a:r>
          </a:p>
          <a:p>
            <a:r>
              <a:rPr lang="en-US" sz="700" dirty="0">
                <a:solidFill>
                  <a:srgbClr val="3B3B3B"/>
                </a:solidFill>
                <a:latin typeface="Consolas"/>
              </a:rPr>
              <a:t>            </a:t>
            </a:r>
            <a:r>
              <a:rPr lang="en-US" sz="700" dirty="0">
                <a:solidFill>
                  <a:srgbClr val="800000"/>
                </a:solidFill>
                <a:latin typeface="Consolas"/>
              </a:rPr>
              <a:t>&lt;div</a:t>
            </a:r>
            <a:r>
              <a:rPr lang="en-US" sz="700" dirty="0">
                <a:solidFill>
                  <a:srgbClr val="3B3B3B"/>
                </a:solidFill>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"flex flex-row space-x-1"</a:t>
            </a:r>
            <a:r>
              <a:rPr lang="en-US" sz="700" dirty="0">
                <a:solidFill>
                  <a:srgbClr val="800000"/>
                </a:solidFill>
                <a:latin typeface="Consolas"/>
              </a:rPr>
              <a:t>&gt;</a:t>
            </a:r>
          </a:p>
          <a:p>
            <a:r>
              <a:rPr lang="en-US" sz="700" dirty="0">
                <a:solidFill>
                  <a:srgbClr val="3B3B3B"/>
                </a:solidFill>
                <a:latin typeface="Consolas"/>
              </a:rPr>
              <a:t>                </a:t>
            </a:r>
            <a:r>
              <a:rPr lang="en-US" sz="700" dirty="0">
                <a:solidFill>
                  <a:srgbClr val="800000"/>
                </a:solidFill>
                <a:latin typeface="Consolas"/>
              </a:rPr>
              <a:t>&lt;p&gt;</a:t>
            </a:r>
            <a:r>
              <a:rPr lang="en-US" sz="700" dirty="0">
                <a:solidFill>
                  <a:srgbClr val="0000FF"/>
                </a:solidFill>
                <a:latin typeface="Consolas"/>
              </a:rPr>
              <a:t>{</a:t>
            </a:r>
            <a:r>
              <a:rPr lang="en-US" sz="700" dirty="0" err="1">
                <a:solidFill>
                  <a:srgbClr val="001080"/>
                </a:solidFill>
                <a:latin typeface="Consolas"/>
              </a:rPr>
              <a:t>nome</a:t>
            </a:r>
            <a:r>
              <a:rPr lang="en-US" sz="700" dirty="0">
                <a:solidFill>
                  <a:srgbClr val="0000FF"/>
                </a:solidFill>
                <a:latin typeface="Consolas"/>
              </a:rPr>
              <a:t>}</a:t>
            </a:r>
            <a:r>
              <a:rPr lang="en-US" sz="700" dirty="0">
                <a:solidFill>
                  <a:srgbClr val="800000"/>
                </a:solidFill>
                <a:latin typeface="Consolas"/>
              </a:rPr>
              <a:t>&lt;/p&gt;</a:t>
            </a:r>
          </a:p>
          <a:p>
            <a:r>
              <a:rPr lang="en-US" sz="700" dirty="0">
                <a:solidFill>
                  <a:srgbClr val="3B3B3B"/>
                </a:solidFill>
                <a:latin typeface="Consolas"/>
              </a:rPr>
              <a:t>                </a:t>
            </a:r>
            <a:r>
              <a:rPr lang="en-US" sz="700" dirty="0">
                <a:solidFill>
                  <a:srgbClr val="800000"/>
                </a:solidFill>
                <a:latin typeface="Consolas"/>
              </a:rPr>
              <a:t>&lt;button</a:t>
            </a:r>
            <a:r>
              <a:rPr lang="en-US" sz="700" dirty="0">
                <a:solidFill>
                  <a:srgbClr val="3B3B3B"/>
                </a:solidFill>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"px-2 rounded-md bg-purple-300"</a:t>
            </a:r>
            <a:r>
              <a:rPr lang="en-US" sz="700" dirty="0">
                <a:solidFill>
                  <a:srgbClr val="3B3B3B"/>
                </a:solidFill>
                <a:latin typeface="Consolas"/>
              </a:rPr>
              <a:t> </a:t>
            </a:r>
            <a:r>
              <a:rPr lang="en-US" sz="700" dirty="0" err="1">
                <a:solidFill>
                  <a:srgbClr val="E50000"/>
                </a:solidFill>
                <a:latin typeface="Consolas"/>
              </a:rPr>
              <a:t>onClick</a:t>
            </a:r>
            <a:r>
              <a:rPr lang="en-US" sz="700" dirty="0">
                <a:latin typeface="Consolas"/>
              </a:rPr>
              <a:t>=</a:t>
            </a:r>
            <a:r>
              <a:rPr lang="en-US" sz="700" dirty="0">
                <a:solidFill>
                  <a:srgbClr val="0000FF"/>
                </a:solidFill>
                <a:latin typeface="Consolas"/>
              </a:rPr>
              <a:t>{</a:t>
            </a:r>
            <a:r>
              <a:rPr lang="en-US" sz="700" dirty="0" err="1">
                <a:solidFill>
                  <a:srgbClr val="795E26"/>
                </a:solidFill>
                <a:latin typeface="Consolas"/>
              </a:rPr>
              <a:t>handleLigar</a:t>
            </a:r>
            <a:r>
              <a:rPr lang="en-US" sz="700" dirty="0">
                <a:solidFill>
                  <a:srgbClr val="0000FF"/>
                </a:solidFill>
                <a:latin typeface="Consolas"/>
              </a:rPr>
              <a:t>}</a:t>
            </a:r>
            <a:r>
              <a:rPr lang="en-US" sz="700" dirty="0">
                <a:solidFill>
                  <a:srgbClr val="800000"/>
                </a:solidFill>
                <a:latin typeface="Consolas"/>
              </a:rPr>
              <a:t>&gt;</a:t>
            </a:r>
            <a:r>
              <a:rPr lang="en-US" sz="700" dirty="0">
                <a:solidFill>
                  <a:srgbClr val="3B3B3B"/>
                </a:solidFill>
                <a:latin typeface="Consolas"/>
              </a:rPr>
              <a:t> </a:t>
            </a:r>
            <a:r>
              <a:rPr lang="en-US" sz="700" dirty="0">
                <a:solidFill>
                  <a:srgbClr val="0000FF"/>
                </a:solidFill>
                <a:latin typeface="Consolas"/>
              </a:rPr>
              <a:t>{</a:t>
            </a:r>
            <a:r>
              <a:rPr lang="en-US" sz="700" dirty="0" err="1">
                <a:solidFill>
                  <a:srgbClr val="0070C1"/>
                </a:solidFill>
                <a:latin typeface="Consolas"/>
              </a:rPr>
              <a:t>ligado</a:t>
            </a:r>
            <a:r>
              <a:rPr lang="en-US" sz="700" dirty="0">
                <a:latin typeface="Consolas"/>
              </a:rPr>
              <a:t> ? </a:t>
            </a:r>
            <a:r>
              <a:rPr lang="en-US" sz="700" dirty="0">
                <a:solidFill>
                  <a:srgbClr val="A31515"/>
                </a:solidFill>
                <a:latin typeface="Consolas"/>
              </a:rPr>
              <a:t>"</a:t>
            </a:r>
            <a:r>
              <a:rPr lang="en-US" sz="700" dirty="0" err="1">
                <a:solidFill>
                  <a:srgbClr val="A31515"/>
                </a:solidFill>
                <a:latin typeface="Consolas"/>
              </a:rPr>
              <a:t>Desligar</a:t>
            </a:r>
            <a:r>
              <a:rPr lang="en-US" sz="700" dirty="0">
                <a:solidFill>
                  <a:srgbClr val="A31515"/>
                </a:solidFill>
                <a:latin typeface="Consolas"/>
              </a:rPr>
              <a:t>"</a:t>
            </a:r>
            <a:r>
              <a:rPr lang="en-US" sz="700" dirty="0">
                <a:latin typeface="Consolas"/>
              </a:rPr>
              <a:t> : </a:t>
            </a:r>
            <a:r>
              <a:rPr lang="en-US" sz="700" dirty="0">
                <a:solidFill>
                  <a:srgbClr val="A31515"/>
                </a:solidFill>
                <a:latin typeface="Consolas"/>
              </a:rPr>
              <a:t>"</a:t>
            </a:r>
            <a:r>
              <a:rPr lang="en-US" sz="700" dirty="0" err="1">
                <a:solidFill>
                  <a:srgbClr val="A31515"/>
                </a:solidFill>
                <a:latin typeface="Consolas"/>
              </a:rPr>
              <a:t>Ligar</a:t>
            </a:r>
            <a:r>
              <a:rPr lang="en-US" sz="700" dirty="0">
                <a:solidFill>
                  <a:srgbClr val="A31515"/>
                </a:solidFill>
                <a:latin typeface="Consolas"/>
              </a:rPr>
              <a:t>"</a:t>
            </a:r>
            <a:r>
              <a:rPr lang="en-US" sz="700" dirty="0">
                <a:solidFill>
                  <a:srgbClr val="0000FF"/>
                </a:solidFill>
                <a:latin typeface="Consolas"/>
              </a:rPr>
              <a:t>}</a:t>
            </a:r>
            <a:r>
              <a:rPr lang="en-US" sz="700" dirty="0">
                <a:solidFill>
                  <a:srgbClr val="3B3B3B"/>
                </a:solidFill>
                <a:latin typeface="Consolas"/>
              </a:rPr>
              <a:t> </a:t>
            </a:r>
            <a:r>
              <a:rPr lang="en-US" sz="700" dirty="0">
                <a:solidFill>
                  <a:srgbClr val="800000"/>
                </a:solidFill>
                <a:latin typeface="Consolas"/>
              </a:rPr>
              <a:t>&lt;/button&gt;</a:t>
            </a:r>
          </a:p>
          <a:p>
            <a:r>
              <a:rPr lang="en-US" sz="700" dirty="0">
                <a:solidFill>
                  <a:srgbClr val="3B3B3B"/>
                </a:solidFill>
                <a:latin typeface="Consolas"/>
              </a:rPr>
              <a:t>            </a:t>
            </a:r>
            <a:r>
              <a:rPr lang="en-US" sz="700" dirty="0">
                <a:solidFill>
                  <a:srgbClr val="800000"/>
                </a:solidFill>
                <a:latin typeface="Consolas"/>
              </a:rPr>
              <a:t>&lt;/div&gt;</a:t>
            </a:r>
          </a:p>
          <a:p>
            <a:r>
              <a:rPr lang="en-US" sz="700" dirty="0">
                <a:solidFill>
                  <a:srgbClr val="3B3B3B"/>
                </a:solidFill>
                <a:latin typeface="Consolas"/>
              </a:rPr>
              <a:t>            </a:t>
            </a:r>
            <a:r>
              <a:rPr lang="en-US" sz="700" dirty="0">
                <a:solidFill>
                  <a:srgbClr val="0000FF"/>
                </a:solidFill>
                <a:latin typeface="Consolas"/>
              </a:rPr>
              <a:t>{</a:t>
            </a:r>
          </a:p>
          <a:p>
            <a:r>
              <a:rPr lang="en-US" sz="700" dirty="0">
                <a:latin typeface="Consolas"/>
              </a:rPr>
              <a:t>                </a:t>
            </a:r>
            <a:r>
              <a:rPr lang="en-US" sz="700" dirty="0" err="1">
                <a:solidFill>
                  <a:srgbClr val="0070C1"/>
                </a:solidFill>
                <a:latin typeface="Consolas"/>
              </a:rPr>
              <a:t>fallback</a:t>
            </a:r>
            <a:r>
              <a:rPr lang="en-US" sz="700" dirty="0" err="1">
                <a:latin typeface="Consolas"/>
              </a:rPr>
              <a:t>.</a:t>
            </a:r>
            <a:r>
              <a:rPr lang="en-US" sz="700" dirty="0" err="1">
                <a:solidFill>
                  <a:srgbClr val="001080"/>
                </a:solidFill>
                <a:latin typeface="Consolas"/>
              </a:rPr>
              <a:t>ligado</a:t>
            </a:r>
            <a:r>
              <a:rPr lang="en-US" sz="700" dirty="0">
                <a:latin typeface="Consolas"/>
              </a:rPr>
              <a:t> &amp;&amp; </a:t>
            </a:r>
            <a:r>
              <a:rPr lang="en-US" sz="700" dirty="0" err="1">
                <a:solidFill>
                  <a:srgbClr val="0070C1"/>
                </a:solidFill>
                <a:latin typeface="Consolas"/>
              </a:rPr>
              <a:t>ligado</a:t>
            </a:r>
            <a:r>
              <a:rPr lang="en-US" sz="700" dirty="0">
                <a:latin typeface="Consolas"/>
              </a:rPr>
              <a:t> &amp;&amp;</a:t>
            </a:r>
          </a:p>
          <a:p>
            <a:r>
              <a:rPr lang="en-US" sz="700" dirty="0">
                <a:latin typeface="Consolas"/>
              </a:rPr>
              <a:t>                </a:t>
            </a:r>
            <a:r>
              <a:rPr lang="en-US" sz="700" dirty="0">
                <a:solidFill>
                  <a:srgbClr val="800000"/>
                </a:solidFill>
                <a:latin typeface="Consolas"/>
              </a:rPr>
              <a:t>&lt;div</a:t>
            </a:r>
            <a:r>
              <a:rPr lang="en-US" sz="700" dirty="0">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"flex flex-row space-x-1"</a:t>
            </a:r>
            <a:r>
              <a:rPr lang="en-US" sz="700" dirty="0">
                <a:solidFill>
                  <a:srgbClr val="800000"/>
                </a:solidFill>
                <a:latin typeface="Consolas"/>
              </a:rPr>
              <a:t>&gt;</a:t>
            </a:r>
          </a:p>
          <a:p>
            <a:r>
              <a:rPr lang="en-US" sz="700" dirty="0">
                <a:latin typeface="Consolas"/>
              </a:rPr>
              <a:t>                    </a:t>
            </a:r>
            <a:r>
              <a:rPr lang="en-US" sz="700" dirty="0">
                <a:solidFill>
                  <a:srgbClr val="800000"/>
                </a:solidFill>
                <a:latin typeface="Consolas"/>
              </a:rPr>
              <a:t>&lt;button</a:t>
            </a:r>
            <a:r>
              <a:rPr lang="en-US" sz="700" dirty="0">
                <a:latin typeface="Consolas"/>
              </a:rPr>
              <a:t> </a:t>
            </a:r>
            <a:r>
              <a:rPr lang="en-US" sz="700" dirty="0">
                <a:solidFill>
                  <a:srgbClr val="E50000"/>
                </a:solidFill>
                <a:latin typeface="Consolas"/>
              </a:rPr>
              <a:t>disabled</a:t>
            </a:r>
            <a:r>
              <a:rPr lang="en-US" sz="700" dirty="0">
                <a:latin typeface="Consolas"/>
              </a:rPr>
              <a:t>=</a:t>
            </a:r>
            <a:r>
              <a:rPr lang="en-US" sz="700" dirty="0">
                <a:solidFill>
                  <a:srgbClr val="0000FF"/>
                </a:solidFill>
                <a:latin typeface="Consolas"/>
              </a:rPr>
              <a:t>{</a:t>
            </a:r>
            <a:r>
              <a:rPr lang="en-US" sz="700" dirty="0">
                <a:solidFill>
                  <a:srgbClr val="001080"/>
                </a:solidFill>
                <a:latin typeface="Consolas"/>
              </a:rPr>
              <a:t>volume</a:t>
            </a:r>
            <a:r>
              <a:rPr lang="en-US" sz="700" dirty="0">
                <a:latin typeface="Consolas"/>
              </a:rPr>
              <a:t> === </a:t>
            </a:r>
            <a:r>
              <a:rPr lang="en-US" sz="700" dirty="0">
                <a:solidFill>
                  <a:srgbClr val="098658"/>
                </a:solidFill>
                <a:latin typeface="Consolas"/>
              </a:rPr>
              <a:t>0</a:t>
            </a:r>
            <a:r>
              <a:rPr lang="en-US" sz="700" dirty="0">
                <a:solidFill>
                  <a:srgbClr val="0000FF"/>
                </a:solidFill>
                <a:latin typeface="Consolas"/>
              </a:rPr>
              <a:t>}</a:t>
            </a:r>
            <a:r>
              <a:rPr lang="en-US" sz="700" dirty="0">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"px-2 rounded-md bg-red-600 text-white disabled:bg-red-300 </a:t>
            </a:r>
            <a:r>
              <a:rPr lang="en-US" sz="700" dirty="0" err="1">
                <a:solidFill>
                  <a:srgbClr val="A31515"/>
                </a:solidFill>
                <a:latin typeface="Consolas"/>
              </a:rPr>
              <a:t>disabled:cursor-not-allowed</a:t>
            </a:r>
            <a:r>
              <a:rPr lang="en-US" sz="700" dirty="0">
                <a:solidFill>
                  <a:srgbClr val="A31515"/>
                </a:solidFill>
                <a:latin typeface="Consolas"/>
              </a:rPr>
              <a:t>"</a:t>
            </a:r>
            <a:r>
              <a:rPr lang="en-US" sz="700" dirty="0">
                <a:latin typeface="Consolas"/>
              </a:rPr>
              <a:t> </a:t>
            </a:r>
            <a:r>
              <a:rPr lang="en-US" sz="700" dirty="0" err="1">
                <a:solidFill>
                  <a:srgbClr val="E50000"/>
                </a:solidFill>
                <a:latin typeface="Consolas"/>
              </a:rPr>
              <a:t>onClick</a:t>
            </a:r>
            <a:r>
              <a:rPr lang="en-US" sz="700" dirty="0">
                <a:latin typeface="Consolas"/>
              </a:rPr>
              <a:t>=</a:t>
            </a:r>
            <a:r>
              <a:rPr lang="en-US" sz="700" dirty="0">
                <a:solidFill>
                  <a:srgbClr val="0000FF"/>
                </a:solidFill>
                <a:latin typeface="Consolas"/>
              </a:rPr>
              <a:t>{</a:t>
            </a:r>
            <a:r>
              <a:rPr lang="en-US" sz="700" dirty="0" err="1">
                <a:solidFill>
                  <a:srgbClr val="001080"/>
                </a:solidFill>
                <a:latin typeface="Consolas"/>
              </a:rPr>
              <a:t>diminuirVolume</a:t>
            </a:r>
            <a:r>
              <a:rPr lang="en-US" sz="700" dirty="0">
                <a:solidFill>
                  <a:srgbClr val="0000FF"/>
                </a:solidFill>
                <a:latin typeface="Consolas"/>
              </a:rPr>
              <a:t>}</a:t>
            </a:r>
            <a:r>
              <a:rPr lang="en-US" sz="700" dirty="0">
                <a:solidFill>
                  <a:srgbClr val="800000"/>
                </a:solidFill>
                <a:latin typeface="Consolas"/>
              </a:rPr>
              <a:t>&gt;</a:t>
            </a:r>
            <a:r>
              <a:rPr lang="en-US" sz="700" dirty="0">
                <a:latin typeface="Consolas"/>
              </a:rPr>
              <a:t>-</a:t>
            </a:r>
            <a:r>
              <a:rPr lang="en-US" sz="700" dirty="0">
                <a:solidFill>
                  <a:srgbClr val="800000"/>
                </a:solidFill>
                <a:latin typeface="Consolas"/>
              </a:rPr>
              <a:t>&lt;/button&gt;</a:t>
            </a:r>
          </a:p>
          <a:p>
            <a:r>
              <a:rPr lang="en-US" sz="700" dirty="0">
                <a:latin typeface="Consolas"/>
              </a:rPr>
              <a:t>                    </a:t>
            </a:r>
            <a:r>
              <a:rPr lang="en-US" sz="700" dirty="0">
                <a:solidFill>
                  <a:srgbClr val="800000"/>
                </a:solidFill>
                <a:latin typeface="Consolas"/>
              </a:rPr>
              <a:t>&lt;button</a:t>
            </a:r>
            <a:r>
              <a:rPr lang="en-US" sz="700" dirty="0">
                <a:latin typeface="Consolas"/>
              </a:rPr>
              <a:t> </a:t>
            </a:r>
            <a:r>
              <a:rPr lang="en-US" sz="700" dirty="0">
                <a:solidFill>
                  <a:srgbClr val="E50000"/>
                </a:solidFill>
                <a:latin typeface="Consolas"/>
              </a:rPr>
              <a:t>disabled</a:t>
            </a:r>
            <a:r>
              <a:rPr lang="en-US" sz="700" dirty="0">
                <a:latin typeface="Consolas"/>
              </a:rPr>
              <a:t>=</a:t>
            </a:r>
            <a:r>
              <a:rPr lang="en-US" sz="700" dirty="0">
                <a:solidFill>
                  <a:srgbClr val="0000FF"/>
                </a:solidFill>
                <a:latin typeface="Consolas"/>
              </a:rPr>
              <a:t>{</a:t>
            </a:r>
            <a:r>
              <a:rPr lang="en-US" sz="700" dirty="0">
                <a:solidFill>
                  <a:srgbClr val="001080"/>
                </a:solidFill>
                <a:latin typeface="Consolas"/>
              </a:rPr>
              <a:t>volume</a:t>
            </a:r>
            <a:r>
              <a:rPr lang="en-US" sz="700" dirty="0">
                <a:latin typeface="Consolas"/>
              </a:rPr>
              <a:t> === </a:t>
            </a:r>
            <a:r>
              <a:rPr lang="en-US" sz="700" dirty="0">
                <a:solidFill>
                  <a:srgbClr val="098658"/>
                </a:solidFill>
                <a:latin typeface="Consolas"/>
              </a:rPr>
              <a:t>10</a:t>
            </a:r>
            <a:r>
              <a:rPr lang="en-US" sz="700" dirty="0">
                <a:solidFill>
                  <a:srgbClr val="0000FF"/>
                </a:solidFill>
                <a:latin typeface="Consolas"/>
              </a:rPr>
              <a:t>}</a:t>
            </a:r>
            <a:r>
              <a:rPr lang="en-US" sz="700" dirty="0">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"px-2 rounded-md bg-blue-600 text-white disabled:bg-blue-300 </a:t>
            </a:r>
            <a:r>
              <a:rPr lang="en-US" sz="700" dirty="0" err="1">
                <a:solidFill>
                  <a:srgbClr val="A31515"/>
                </a:solidFill>
                <a:latin typeface="Consolas"/>
              </a:rPr>
              <a:t>disabled:cursor-not-allowed</a:t>
            </a:r>
            <a:r>
              <a:rPr lang="en-US" sz="700" dirty="0">
                <a:solidFill>
                  <a:srgbClr val="A31515"/>
                </a:solidFill>
                <a:latin typeface="Consolas"/>
              </a:rPr>
              <a:t>"</a:t>
            </a:r>
            <a:r>
              <a:rPr lang="en-US" sz="700" dirty="0">
                <a:latin typeface="Consolas"/>
              </a:rPr>
              <a:t> </a:t>
            </a:r>
            <a:r>
              <a:rPr lang="en-US" sz="700" dirty="0" err="1">
                <a:solidFill>
                  <a:srgbClr val="E50000"/>
                </a:solidFill>
                <a:latin typeface="Consolas"/>
              </a:rPr>
              <a:t>onClick</a:t>
            </a:r>
            <a:r>
              <a:rPr lang="en-US" sz="700" dirty="0">
                <a:latin typeface="Consolas"/>
              </a:rPr>
              <a:t>=</a:t>
            </a:r>
            <a:r>
              <a:rPr lang="en-US" sz="700" dirty="0">
                <a:solidFill>
                  <a:srgbClr val="0000FF"/>
                </a:solidFill>
                <a:latin typeface="Consolas"/>
              </a:rPr>
              <a:t>{</a:t>
            </a:r>
            <a:r>
              <a:rPr lang="en-US" sz="700" dirty="0" err="1">
                <a:solidFill>
                  <a:srgbClr val="001080"/>
                </a:solidFill>
                <a:latin typeface="Consolas"/>
              </a:rPr>
              <a:t>aumentarVolume</a:t>
            </a:r>
            <a:r>
              <a:rPr lang="en-US" sz="700" dirty="0">
                <a:solidFill>
                  <a:srgbClr val="0000FF"/>
                </a:solidFill>
                <a:latin typeface="Consolas"/>
              </a:rPr>
              <a:t>}</a:t>
            </a:r>
            <a:r>
              <a:rPr lang="en-US" sz="700" dirty="0">
                <a:solidFill>
                  <a:srgbClr val="800000"/>
                </a:solidFill>
                <a:latin typeface="Consolas"/>
              </a:rPr>
              <a:t>&gt;</a:t>
            </a:r>
            <a:r>
              <a:rPr lang="en-US" sz="700" dirty="0">
                <a:latin typeface="Consolas"/>
              </a:rPr>
              <a:t>+</a:t>
            </a:r>
            <a:r>
              <a:rPr lang="en-US" sz="700" dirty="0">
                <a:solidFill>
                  <a:srgbClr val="800000"/>
                </a:solidFill>
                <a:latin typeface="Consolas"/>
              </a:rPr>
              <a:t>&lt;/button&gt;</a:t>
            </a:r>
          </a:p>
          <a:p>
            <a:r>
              <a:rPr lang="en-US" sz="700" dirty="0">
                <a:latin typeface="Consolas"/>
              </a:rPr>
              <a:t>                    </a:t>
            </a:r>
            <a:r>
              <a:rPr lang="en-US" sz="700" dirty="0">
                <a:solidFill>
                  <a:srgbClr val="800000"/>
                </a:solidFill>
                <a:latin typeface="Consolas"/>
              </a:rPr>
              <a:t>&lt;p&gt;</a:t>
            </a:r>
            <a:r>
              <a:rPr lang="en-US" sz="700" dirty="0">
                <a:solidFill>
                  <a:srgbClr val="0000FF"/>
                </a:solidFill>
                <a:latin typeface="Consolas"/>
              </a:rPr>
              <a:t>{</a:t>
            </a:r>
            <a:r>
              <a:rPr lang="en-US" sz="700" dirty="0">
                <a:solidFill>
                  <a:srgbClr val="001080"/>
                </a:solidFill>
                <a:latin typeface="Consolas"/>
              </a:rPr>
              <a:t>volume</a:t>
            </a:r>
            <a:r>
              <a:rPr lang="en-US" sz="700" dirty="0">
                <a:solidFill>
                  <a:srgbClr val="0000FF"/>
                </a:solidFill>
                <a:latin typeface="Consolas"/>
              </a:rPr>
              <a:t>}</a:t>
            </a:r>
            <a:r>
              <a:rPr lang="en-US" sz="700" dirty="0">
                <a:solidFill>
                  <a:srgbClr val="800000"/>
                </a:solidFill>
                <a:latin typeface="Consolas"/>
              </a:rPr>
              <a:t>&lt;/p&gt;</a:t>
            </a:r>
          </a:p>
          <a:p>
            <a:br>
              <a:rPr lang="en-US" sz="700" dirty="0">
                <a:latin typeface="Consolas"/>
              </a:rPr>
            </a:br>
            <a:r>
              <a:rPr lang="en-US" sz="700" dirty="0">
                <a:latin typeface="Consolas"/>
              </a:rPr>
              <a:t>                    </a:t>
            </a:r>
            <a:r>
              <a:rPr lang="en-US" sz="700" dirty="0">
                <a:solidFill>
                  <a:srgbClr val="0000FF"/>
                </a:solidFill>
                <a:latin typeface="Consolas"/>
              </a:rPr>
              <a:t>{</a:t>
            </a:r>
          </a:p>
          <a:p>
            <a:r>
              <a:rPr lang="en-US" sz="700" dirty="0">
                <a:latin typeface="Consolas"/>
              </a:rPr>
              <a:t>                        </a:t>
            </a:r>
            <a:r>
              <a:rPr lang="en-US" sz="700" dirty="0">
                <a:solidFill>
                  <a:srgbClr val="001080"/>
                </a:solidFill>
                <a:latin typeface="Consolas"/>
              </a:rPr>
              <a:t>volume</a:t>
            </a:r>
            <a:r>
              <a:rPr lang="en-US" sz="700" dirty="0">
                <a:latin typeface="Consolas"/>
              </a:rPr>
              <a:t> === </a:t>
            </a:r>
            <a:r>
              <a:rPr lang="en-US" sz="700" dirty="0">
                <a:solidFill>
                  <a:srgbClr val="098658"/>
                </a:solidFill>
                <a:latin typeface="Consolas"/>
              </a:rPr>
              <a:t>0</a:t>
            </a:r>
            <a:r>
              <a:rPr lang="en-US" sz="700" dirty="0">
                <a:latin typeface="Consolas"/>
              </a:rPr>
              <a:t> ? </a:t>
            </a:r>
            <a:r>
              <a:rPr lang="en-US" sz="700" dirty="0">
                <a:solidFill>
                  <a:srgbClr val="800000"/>
                </a:solidFill>
                <a:latin typeface="Consolas"/>
              </a:rPr>
              <a:t>&lt;p</a:t>
            </a:r>
            <a:r>
              <a:rPr lang="en-US" sz="700" dirty="0">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"text-yellow-600"</a:t>
            </a:r>
            <a:r>
              <a:rPr lang="en-US" sz="700" dirty="0">
                <a:solidFill>
                  <a:srgbClr val="800000"/>
                </a:solidFill>
                <a:latin typeface="Consolas"/>
              </a:rPr>
              <a:t>&gt;</a:t>
            </a:r>
            <a:r>
              <a:rPr lang="en-US" sz="700" dirty="0" err="1">
                <a:latin typeface="Consolas"/>
              </a:rPr>
              <a:t>Equipamento</a:t>
            </a:r>
            <a:r>
              <a:rPr lang="en-US" sz="700" dirty="0">
                <a:latin typeface="Consolas"/>
              </a:rPr>
              <a:t> </a:t>
            </a:r>
            <a:r>
              <a:rPr lang="en-US" sz="700" dirty="0" err="1">
                <a:latin typeface="Consolas"/>
              </a:rPr>
              <a:t>mudo</a:t>
            </a:r>
            <a:r>
              <a:rPr lang="en-US" sz="700" dirty="0">
                <a:solidFill>
                  <a:srgbClr val="800000"/>
                </a:solidFill>
                <a:latin typeface="Consolas"/>
              </a:rPr>
              <a:t>&lt;/p&gt;</a:t>
            </a:r>
            <a:r>
              <a:rPr lang="en-US" sz="700" dirty="0">
                <a:latin typeface="Consolas"/>
              </a:rPr>
              <a:t> : </a:t>
            </a:r>
            <a:r>
              <a:rPr lang="en-US" sz="700" dirty="0">
                <a:solidFill>
                  <a:srgbClr val="0000FF"/>
                </a:solidFill>
                <a:latin typeface="Consolas"/>
              </a:rPr>
              <a:t>null</a:t>
            </a:r>
          </a:p>
          <a:p>
            <a:r>
              <a:rPr lang="en-US" sz="700" dirty="0">
                <a:latin typeface="Consolas"/>
              </a:rPr>
              <a:t>                    </a:t>
            </a:r>
            <a:r>
              <a:rPr lang="en-US" sz="700" dirty="0">
                <a:solidFill>
                  <a:srgbClr val="0000FF"/>
                </a:solidFill>
                <a:latin typeface="Consolas"/>
              </a:rPr>
              <a:t>}</a:t>
            </a:r>
          </a:p>
          <a:p>
            <a:r>
              <a:rPr lang="en-US" sz="700" dirty="0">
                <a:latin typeface="Consolas"/>
              </a:rPr>
              <a:t>                    </a:t>
            </a:r>
            <a:r>
              <a:rPr lang="en-US" sz="700" dirty="0">
                <a:solidFill>
                  <a:srgbClr val="0000FF"/>
                </a:solidFill>
                <a:latin typeface="Consolas"/>
              </a:rPr>
              <a:t>{</a:t>
            </a:r>
          </a:p>
          <a:p>
            <a:r>
              <a:rPr lang="en-US" sz="700" dirty="0">
                <a:latin typeface="Consolas"/>
              </a:rPr>
              <a:t>                        </a:t>
            </a:r>
            <a:r>
              <a:rPr lang="en-US" sz="700" dirty="0">
                <a:solidFill>
                  <a:srgbClr val="001080"/>
                </a:solidFill>
                <a:latin typeface="Consolas"/>
              </a:rPr>
              <a:t>volume</a:t>
            </a:r>
            <a:r>
              <a:rPr lang="en-US" sz="700" dirty="0">
                <a:latin typeface="Consolas"/>
              </a:rPr>
              <a:t> === </a:t>
            </a:r>
            <a:r>
              <a:rPr lang="en-US" sz="700" dirty="0">
                <a:solidFill>
                  <a:srgbClr val="098658"/>
                </a:solidFill>
                <a:latin typeface="Consolas"/>
              </a:rPr>
              <a:t>10</a:t>
            </a:r>
            <a:r>
              <a:rPr lang="en-US" sz="700" dirty="0">
                <a:latin typeface="Consolas"/>
              </a:rPr>
              <a:t> &amp;&amp; </a:t>
            </a:r>
            <a:r>
              <a:rPr lang="en-US" sz="700" dirty="0">
                <a:solidFill>
                  <a:srgbClr val="800000"/>
                </a:solidFill>
                <a:latin typeface="Consolas"/>
              </a:rPr>
              <a:t>&lt;p</a:t>
            </a:r>
            <a:r>
              <a:rPr lang="en-US" sz="700" dirty="0">
                <a:latin typeface="Consolas"/>
              </a:rPr>
              <a:t> </a:t>
            </a:r>
            <a:r>
              <a:rPr lang="en-US" sz="700" dirty="0" err="1">
                <a:solidFill>
                  <a:srgbClr val="E50000"/>
                </a:solidFill>
                <a:latin typeface="Consolas"/>
              </a:rPr>
              <a:t>className</a:t>
            </a:r>
            <a:r>
              <a:rPr lang="en-US" sz="700" dirty="0">
                <a:latin typeface="Consolas"/>
              </a:rPr>
              <a:t>=</a:t>
            </a:r>
            <a:r>
              <a:rPr lang="en-US" sz="700" dirty="0">
                <a:solidFill>
                  <a:srgbClr val="A31515"/>
                </a:solidFill>
                <a:latin typeface="Consolas"/>
              </a:rPr>
              <a:t>"text-red-700"</a:t>
            </a:r>
            <a:r>
              <a:rPr lang="en-US" sz="700" dirty="0">
                <a:solidFill>
                  <a:srgbClr val="800000"/>
                </a:solidFill>
                <a:latin typeface="Consolas"/>
              </a:rPr>
              <a:t>&gt;</a:t>
            </a:r>
            <a:r>
              <a:rPr lang="en-US" sz="700" dirty="0" err="1">
                <a:latin typeface="Consolas"/>
              </a:rPr>
              <a:t>Equipamento</a:t>
            </a:r>
            <a:r>
              <a:rPr lang="en-US" sz="700" dirty="0">
                <a:latin typeface="Consolas"/>
              </a:rPr>
              <a:t> com volume </a:t>
            </a:r>
            <a:r>
              <a:rPr lang="en-US" sz="700" dirty="0" err="1">
                <a:latin typeface="Consolas"/>
              </a:rPr>
              <a:t>máximo</a:t>
            </a:r>
            <a:r>
              <a:rPr lang="en-US" sz="700" dirty="0">
                <a:solidFill>
                  <a:srgbClr val="800000"/>
                </a:solidFill>
                <a:latin typeface="Consolas"/>
              </a:rPr>
              <a:t>&lt;/p&gt;</a:t>
            </a:r>
          </a:p>
          <a:p>
            <a:r>
              <a:rPr lang="en-US" sz="700" dirty="0">
                <a:latin typeface="Consolas"/>
              </a:rPr>
              <a:t>                    </a:t>
            </a:r>
            <a:r>
              <a:rPr lang="en-US" sz="700" dirty="0">
                <a:solidFill>
                  <a:srgbClr val="0000FF"/>
                </a:solidFill>
                <a:latin typeface="Consolas"/>
              </a:rPr>
              <a:t>}</a:t>
            </a:r>
          </a:p>
          <a:p>
            <a:r>
              <a:rPr lang="en-US" sz="700" dirty="0">
                <a:latin typeface="Consolas"/>
              </a:rPr>
              <a:t>                </a:t>
            </a:r>
            <a:r>
              <a:rPr lang="en-US" sz="700" dirty="0">
                <a:solidFill>
                  <a:srgbClr val="800000"/>
                </a:solidFill>
                <a:latin typeface="Consolas"/>
              </a:rPr>
              <a:t>&lt;/div&gt;</a:t>
            </a:r>
          </a:p>
          <a:p>
            <a:r>
              <a:rPr lang="en-US" sz="700" dirty="0">
                <a:latin typeface="Consolas"/>
              </a:rPr>
              <a:t>            </a:t>
            </a:r>
            <a:r>
              <a:rPr lang="en-US" sz="700" dirty="0">
                <a:solidFill>
                  <a:srgbClr val="0000FF"/>
                </a:solidFill>
                <a:latin typeface="Consolas"/>
              </a:rPr>
              <a:t>}</a:t>
            </a:r>
          </a:p>
          <a:p>
            <a:r>
              <a:rPr lang="en-US" sz="700" dirty="0">
                <a:solidFill>
                  <a:srgbClr val="3B3B3B"/>
                </a:solidFill>
                <a:latin typeface="Consolas"/>
              </a:rPr>
              <a:t>        </a:t>
            </a:r>
            <a:r>
              <a:rPr lang="en-US" sz="700" dirty="0">
                <a:solidFill>
                  <a:srgbClr val="800000"/>
                </a:solidFill>
                <a:latin typeface="Consolas"/>
              </a:rPr>
              <a:t>&lt;/&gt;</a:t>
            </a:r>
          </a:p>
          <a:p>
            <a:r>
              <a:rPr lang="en-US" sz="700" dirty="0">
                <a:solidFill>
                  <a:srgbClr val="3B3B3B"/>
                </a:solidFill>
                <a:latin typeface="Consolas"/>
              </a:rPr>
              <a:t>    )</a:t>
            </a:r>
          </a:p>
          <a:p>
            <a:r>
              <a:rPr lang="en-US" sz="700" dirty="0">
                <a:solidFill>
                  <a:srgbClr val="3B3B3B"/>
                </a:solidFill>
                <a:latin typeface="Consolas"/>
              </a:rPr>
              <a:t>}</a:t>
            </a:r>
          </a:p>
          <a:p>
            <a:endParaRPr lang="en-US" sz="700" dirty="0">
              <a:solidFill>
                <a:srgbClr val="3B3B3B"/>
              </a:solidFill>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Exercício - Mesa de som</a:t>
            </a:r>
          </a:p>
        </p:txBody>
      </p:sp>
      <p:sp>
        <p:nvSpPr>
          <p:cNvPr id="6" name="Espaço Reservado para Conteúdo 5"/>
          <p:cNvSpPr>
            <a:spLocks noGrp="1"/>
          </p:cNvSpPr>
          <p:nvPr>
            <p:ph idx="1"/>
          </p:nvPr>
        </p:nvSpPr>
        <p:spPr>
          <a:xfrm>
            <a:off x="676656" y="1676400"/>
            <a:ext cx="10753725" cy="4682067"/>
          </a:xfrm>
        </p:spPr>
        <p:txBody>
          <a:bodyPr vert="horz" lIns="91440" tIns="45720" rIns="91440" bIns="45720" rtlCol="0" anchor="t">
            <a:normAutofit fontScale="92500" lnSpcReduction="10000"/>
          </a:bodyPr>
          <a:lstStyle/>
          <a:p>
            <a:pPr marL="0" indent="0" algn="just">
              <a:buNone/>
              <a:tabLst>
                <a:tab pos="0" algn="l"/>
              </a:tabLst>
            </a:pPr>
            <a:r>
              <a:rPr lang="pt-BR" sz="3200" b="0" strike="noStrike" spc="-1" dirty="0">
                <a:solidFill>
                  <a:schemeClr val="bg1">
                    <a:lumMod val="76000"/>
                  </a:schemeClr>
                </a:solidFill>
                <a:latin typeface="Calibri Light" panose="020F0302020204030204"/>
              </a:rPr>
              <a:t>Crie um aplicativo </a:t>
            </a:r>
            <a:r>
              <a:rPr lang="pt-BR" sz="3200" b="0" strike="noStrike" spc="-1" err="1">
                <a:solidFill>
                  <a:schemeClr val="bg1">
                    <a:lumMod val="76000"/>
                  </a:schemeClr>
                </a:solidFill>
                <a:latin typeface="Calibri Light" panose="020F0302020204030204"/>
              </a:rPr>
              <a:t>React</a:t>
            </a:r>
            <a:r>
              <a:rPr lang="pt-BR" sz="3200" b="0" strike="noStrike" spc="-1" dirty="0">
                <a:solidFill>
                  <a:schemeClr val="bg1">
                    <a:lumMod val="76000"/>
                  </a:schemeClr>
                </a:solidFill>
                <a:latin typeface="Calibri Light" panose="020F0302020204030204"/>
              </a:rPr>
              <a:t> para "ajustar o volume" de três entradas de áudio de um equipamento. Cada entrada de áudio possui volume mínimo de zero e máximo de 10, sendo que o incremento/decremento utilizado é de 1. Exibir o volume de cada entrada de áudio juntamente com o seu nome (usar nomes fictícios). Informar se o volume do equipamento estiver no mínimo ou </a:t>
            </a:r>
            <a:r>
              <a:rPr lang="pt-BR" sz="3200" spc="-1" dirty="0">
                <a:solidFill>
                  <a:schemeClr val="bg1">
                    <a:lumMod val="76000"/>
                  </a:schemeClr>
                </a:solidFill>
                <a:latin typeface="Calibri Light" panose="020F0302020204030204"/>
              </a:rPr>
              <a:t>no máximo. Cada equipamento deve possuir um botão de energia próprio, que liga ou desliga o equipamento. Ainda, todo o sistema deve possuir um botão geral de energia, que quando ligado permite a passagem de energia para os componentes, mas quando desligado, não permite a passagem de energia para os demais componentes.</a:t>
            </a:r>
            <a:r>
              <a:rPr lang="pt-BR" sz="3200" spc="-1" dirty="0">
                <a:solidFill>
                  <a:schemeClr val="bg1">
                    <a:lumMod val="85000"/>
                  </a:schemeClr>
                </a:solidFill>
                <a:latin typeface="Calibri Light" panose="020F0302020204030204"/>
              </a:rPr>
              <a:t> </a:t>
            </a:r>
            <a:r>
              <a:rPr lang="pt-BR" sz="3200" spc="-1">
                <a:solidFill>
                  <a:schemeClr val="tx1"/>
                </a:solidFill>
                <a:latin typeface="Calibri Light" panose="020F0302020204030204"/>
              </a:rPr>
              <a:t>Criar um botão na mesa de som que deixa todos os equipamentos mudos.</a:t>
            </a:r>
            <a:endParaRPr lang="pt-BR" sz="3200" b="0" strike="noStrike" spc="-1">
              <a:solidFill>
                <a:schemeClr val="tx1"/>
              </a:solidFill>
              <a:latin typeface="Calibri Light" panose="020F0302020204030204"/>
            </a:endParaRPr>
          </a:p>
        </p:txBody>
      </p:sp>
    </p:spTree>
    <p:extLst>
      <p:ext uri="{BB962C8B-B14F-4D97-AF65-F5344CB8AC3E}">
        <p14:creationId xmlns:p14="http://schemas.microsoft.com/office/powerpoint/2010/main" val="804493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Introdução</a:t>
            </a:r>
          </a:p>
        </p:txBody>
      </p:sp>
      <p:sp>
        <p:nvSpPr>
          <p:cNvPr id="3" name="Espaço Reservado para Conteúdo 2"/>
          <p:cNvSpPr>
            <a:spLocks noGrp="1"/>
          </p:cNvSpPr>
          <p:nvPr>
            <p:ph idx="1"/>
          </p:nvPr>
        </p:nvSpPr>
        <p:spPr/>
        <p:txBody>
          <a:bodyPr vert="horz" lIns="91440" tIns="45720" rIns="91440" bIns="45720" rtlCol="0" anchor="t">
            <a:normAutofit/>
          </a:bodyPr>
          <a:lstStyle/>
          <a:p>
            <a:pPr algn="just"/>
            <a:r>
              <a:rPr lang="pt-BR" sz="3200">
                <a:ea typeface="Calibri Light"/>
                <a:cs typeface="Calibri Light"/>
              </a:rPr>
              <a:t>Podemos utilizar o </a:t>
            </a:r>
            <a:r>
              <a:rPr lang="pt-BR" sz="3200" i="1">
                <a:ea typeface="Calibri Light"/>
                <a:cs typeface="Calibri Light"/>
              </a:rPr>
              <a:t>hook</a:t>
            </a:r>
            <a:r>
              <a:rPr lang="pt-BR" sz="3200" dirty="0">
                <a:ea typeface="Calibri Light"/>
                <a:cs typeface="Calibri Light"/>
              </a:rPr>
              <a:t> </a:t>
            </a:r>
            <a:r>
              <a:rPr lang="pt-BR" sz="3200" b="1">
                <a:ea typeface="Calibri Light"/>
                <a:cs typeface="Calibri Light"/>
              </a:rPr>
              <a:t>useEffect </a:t>
            </a:r>
            <a:r>
              <a:rPr lang="pt-BR" sz="3200">
                <a:ea typeface="Calibri Light"/>
                <a:cs typeface="Calibri Light"/>
              </a:rPr>
              <a:t>para adicionar um efeito colateral ao componente, que é executado após a montagem de um componente e, opcionalmente, quando alguns valores são alterados.</a:t>
            </a:r>
            <a:endParaRPr lang="pt-BR" sz="3200" dirty="0">
              <a:ea typeface="Calibri Light"/>
              <a:cs typeface="Calibri Light"/>
            </a:endParaRPr>
          </a:p>
          <a:p>
            <a:pPr algn="just"/>
            <a:r>
              <a:rPr lang="pt-BR" sz="3200">
                <a:ea typeface="Calibri Light"/>
                <a:cs typeface="Calibri Light"/>
              </a:rPr>
              <a:t>Costumamos utilizar efeitos quando queremos executar ações</a:t>
            </a:r>
            <a:r>
              <a:rPr lang="pt-BR" sz="3200" dirty="0">
                <a:ea typeface="Calibri Light"/>
                <a:cs typeface="Calibri Light"/>
              </a:rPr>
              <a:t> </a:t>
            </a:r>
            <a:r>
              <a:rPr lang="pt-BR" sz="3200">
                <a:ea typeface="Calibri Light"/>
                <a:cs typeface="Calibri Light"/>
              </a:rPr>
              <a:t>dependentes de dados externos, como ao obter dados de uma API, por exemplo.</a:t>
            </a:r>
            <a:endParaRPr lang="pt-BR" sz="3200" dirty="0">
              <a:ea typeface="Calibri Light"/>
              <a:cs typeface="Calibri Light"/>
            </a:endParaRPr>
          </a:p>
        </p:txBody>
      </p:sp>
    </p:spTree>
    <p:extLst>
      <p:ext uri="{BB962C8B-B14F-4D97-AF65-F5344CB8AC3E}">
        <p14:creationId xmlns:p14="http://schemas.microsoft.com/office/powerpoint/2010/main" val="701182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Effect</a:t>
            </a:r>
            <a:endParaRPr lang="pt-BR" dirty="0"/>
          </a:p>
        </p:txBody>
      </p:sp>
      <p:sp>
        <p:nvSpPr>
          <p:cNvPr id="3" name="Espaço Reservado para Conteúdo 2"/>
          <p:cNvSpPr>
            <a:spLocks noGrp="1"/>
          </p:cNvSpPr>
          <p:nvPr>
            <p:ph idx="1"/>
          </p:nvPr>
        </p:nvSpPr>
        <p:spPr>
          <a:xfrm>
            <a:off x="656604" y="2011680"/>
            <a:ext cx="10763751" cy="4357737"/>
          </a:xfrm>
        </p:spPr>
        <p:txBody>
          <a:bodyPr vert="horz" lIns="91440" tIns="45720" rIns="91440" bIns="45720" rtlCol="0" anchor="t">
            <a:normAutofit/>
          </a:bodyPr>
          <a:lstStyle/>
          <a:p>
            <a:pPr algn="just"/>
            <a:r>
              <a:rPr lang="pt-BR" sz="3200">
                <a:ea typeface="Calibri Light"/>
                <a:cs typeface="Calibri Light"/>
              </a:rPr>
              <a:t>Sua utilização padrão é a seguinte:</a:t>
            </a:r>
          </a:p>
          <a:p>
            <a:pPr algn="just"/>
            <a:endParaRPr lang="pt-BR" sz="3200" dirty="0">
              <a:ea typeface="Calibri Light"/>
              <a:cs typeface="Calibri Light"/>
            </a:endParaRPr>
          </a:p>
          <a:p>
            <a:pPr algn="just"/>
            <a:endParaRPr lang="pt-BR" sz="3200" dirty="0">
              <a:ea typeface="Calibri Light"/>
              <a:cs typeface="Calibri Light"/>
            </a:endParaRPr>
          </a:p>
          <a:p>
            <a:pPr algn="just"/>
            <a:endParaRPr lang="pt-BR" sz="3200" dirty="0">
              <a:ea typeface="Calibri Light"/>
              <a:cs typeface="Calibri Light"/>
            </a:endParaRPr>
          </a:p>
          <a:p>
            <a:pPr algn="just"/>
            <a:r>
              <a:rPr lang="pt-BR" sz="3200">
                <a:ea typeface="Calibri Light"/>
                <a:cs typeface="Calibri Light"/>
              </a:rPr>
              <a:t>Neste caso, o código dentro do efeito será executado ao término da montagem do componente.</a:t>
            </a:r>
          </a:p>
          <a:p>
            <a:pPr algn="just"/>
            <a:r>
              <a:rPr lang="pt-BR" sz="3200">
                <a:ea typeface="Calibri Light"/>
                <a:cs typeface="Calibri Light"/>
              </a:rPr>
              <a:t>Não esqueça de fazer a sua importação.</a:t>
            </a:r>
            <a:endParaRPr lang="pt-BR" sz="3200" dirty="0">
              <a:ea typeface="Calibri Light"/>
              <a:cs typeface="Calibri Light"/>
            </a:endParaRPr>
          </a:p>
        </p:txBody>
      </p:sp>
      <p:sp>
        <p:nvSpPr>
          <p:cNvPr id="4" name="CaixaDeTexto 3">
            <a:extLst>
              <a:ext uri="{FF2B5EF4-FFF2-40B4-BE49-F238E27FC236}">
                <a16:creationId xmlns:a16="http://schemas.microsoft.com/office/drawing/2014/main" id="{7343DE0E-7FD6-D688-64BA-0651C44DD17F}"/>
              </a:ext>
            </a:extLst>
          </p:cNvPr>
          <p:cNvSpPr txBox="1"/>
          <p:nvPr/>
        </p:nvSpPr>
        <p:spPr>
          <a:xfrm>
            <a:off x="874295" y="2829426"/>
            <a:ext cx="434741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795E26"/>
                </a:solidFill>
                <a:latin typeface="Consolas"/>
              </a:rPr>
              <a:t>useEffect</a:t>
            </a:r>
            <a:r>
              <a:rPr lang="en-US" sz="2400">
                <a:solidFill>
                  <a:srgbClr val="3B3B3B"/>
                </a:solidFill>
                <a:latin typeface="Consolas"/>
              </a:rPr>
              <a:t>(()</a:t>
            </a:r>
            <a:r>
              <a:rPr lang="en-US" sz="2400">
                <a:solidFill>
                  <a:srgbClr val="0000FF"/>
                </a:solidFill>
                <a:latin typeface="Consolas"/>
              </a:rPr>
              <a:t>=&gt;</a:t>
            </a:r>
            <a:r>
              <a:rPr lang="en-US" sz="2400">
                <a:solidFill>
                  <a:srgbClr val="3B3B3B"/>
                </a:solidFill>
                <a:latin typeface="Consolas"/>
              </a:rPr>
              <a:t>{</a:t>
            </a:r>
          </a:p>
          <a:p>
            <a:r>
              <a:rPr lang="en-US" sz="2400" dirty="0">
                <a:solidFill>
                  <a:srgbClr val="3B3B3B"/>
                </a:solidFill>
                <a:latin typeface="Consolas"/>
              </a:rPr>
              <a:t>        </a:t>
            </a:r>
          </a:p>
          <a:p>
            <a:r>
              <a:rPr lang="en-US" sz="2400">
                <a:solidFill>
                  <a:srgbClr val="3B3B3B"/>
                </a:solidFill>
                <a:latin typeface="Consolas"/>
              </a:rPr>
              <a:t>    }, [])</a:t>
            </a:r>
          </a:p>
          <a:p>
            <a:endParaRPr lang="en-US" sz="2400">
              <a:solidFill>
                <a:srgbClr val="3B3B3B"/>
              </a:solidFill>
              <a:latin typeface="Consolas"/>
            </a:endParaRPr>
          </a:p>
        </p:txBody>
      </p:sp>
    </p:spTree>
    <p:extLst>
      <p:ext uri="{BB962C8B-B14F-4D97-AF65-F5344CB8AC3E}">
        <p14:creationId xmlns:p14="http://schemas.microsoft.com/office/powerpoint/2010/main" val="162897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7" name="CaixaDeTexto 6">
            <a:extLst>
              <a:ext uri="{FF2B5EF4-FFF2-40B4-BE49-F238E27FC236}">
                <a16:creationId xmlns:a16="http://schemas.microsoft.com/office/drawing/2014/main" id="{4D57F17B-71CB-0D7A-B64C-58853B3ED61F}"/>
              </a:ext>
            </a:extLst>
          </p:cNvPr>
          <p:cNvSpPr txBox="1"/>
          <p:nvPr/>
        </p:nvSpPr>
        <p:spPr>
          <a:xfrm>
            <a:off x="653716" y="1866900"/>
            <a:ext cx="981175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A31515"/>
                </a:solidFill>
                <a:latin typeface="Consolas"/>
              </a:rPr>
              <a:t>'use client'</a:t>
            </a:r>
          </a:p>
          <a:p>
            <a:br>
              <a:rPr lang="en-US">
                <a:solidFill>
                  <a:srgbClr val="3B3B3B"/>
                </a:solidFill>
                <a:latin typeface="Consolas"/>
              </a:rPr>
            </a:br>
            <a:r>
              <a:rPr lang="en-US">
                <a:solidFill>
                  <a:srgbClr val="AF00DB"/>
                </a:solidFill>
                <a:latin typeface="Consolas"/>
              </a:rPr>
              <a:t>import</a:t>
            </a:r>
            <a:r>
              <a:rPr lang="en-US">
                <a:solidFill>
                  <a:srgbClr val="3B3B3B"/>
                </a:solidFill>
                <a:latin typeface="Consolas"/>
              </a:rPr>
              <a:t> { </a:t>
            </a:r>
            <a:r>
              <a:rPr lang="en-US">
                <a:solidFill>
                  <a:srgbClr val="001080"/>
                </a:solidFill>
                <a:latin typeface="Consolas"/>
              </a:rPr>
              <a:t>useEffect</a:t>
            </a:r>
            <a:r>
              <a:rPr lang="en-US">
                <a:solidFill>
                  <a:srgbClr val="3B3B3B"/>
                </a:solidFill>
                <a:latin typeface="Consolas"/>
              </a:rPr>
              <a:t> } </a:t>
            </a:r>
            <a:r>
              <a:rPr lang="en-US">
                <a:solidFill>
                  <a:srgbClr val="AF00DB"/>
                </a:solidFill>
                <a:latin typeface="Consolas"/>
              </a:rPr>
              <a:t>from</a:t>
            </a:r>
            <a:r>
              <a:rPr lang="en-US">
                <a:solidFill>
                  <a:srgbClr val="3B3B3B"/>
                </a:solidFill>
                <a:latin typeface="Consolas"/>
              </a:rPr>
              <a:t> </a:t>
            </a:r>
            <a:r>
              <a:rPr lang="en-US">
                <a:solidFill>
                  <a:srgbClr val="A31515"/>
                </a:solidFill>
                <a:latin typeface="Consolas"/>
              </a:rPr>
              <a:t>"react"</a:t>
            </a:r>
          </a:p>
          <a:p>
            <a:br>
              <a:rPr lang="en-US">
                <a:solidFill>
                  <a:srgbClr val="3B3B3B"/>
                </a:solidFill>
                <a:latin typeface="Consolas"/>
              </a:rPr>
            </a:br>
            <a:r>
              <a:rPr lang="en-US">
                <a:solidFill>
                  <a:srgbClr val="AF00DB"/>
                </a:solidFill>
                <a:latin typeface="Consolas"/>
              </a:rPr>
              <a:t>export</a:t>
            </a:r>
            <a:r>
              <a:rPr lang="en-US">
                <a:solidFill>
                  <a:srgbClr val="3B3B3B"/>
                </a:solidFill>
                <a:latin typeface="Consolas"/>
              </a:rPr>
              <a:t> </a:t>
            </a:r>
            <a:r>
              <a:rPr lang="en-US">
                <a:solidFill>
                  <a:srgbClr val="AF00DB"/>
                </a:solidFill>
                <a:latin typeface="Consolas"/>
              </a:rPr>
              <a:t>default</a:t>
            </a:r>
            <a:r>
              <a:rPr lang="en-US">
                <a:solidFill>
                  <a:srgbClr val="3B3B3B"/>
                </a:solidFill>
                <a:latin typeface="Consolas"/>
              </a:rPr>
              <a:t> </a:t>
            </a:r>
            <a:r>
              <a:rPr lang="en-US">
                <a:solidFill>
                  <a:srgbClr val="0000FF"/>
                </a:solidFill>
                <a:latin typeface="Consolas"/>
              </a:rPr>
              <a:t>function</a:t>
            </a:r>
            <a:r>
              <a:rPr lang="en-US">
                <a:solidFill>
                  <a:srgbClr val="3B3B3B"/>
                </a:solidFill>
                <a:latin typeface="Consolas"/>
              </a:rPr>
              <a:t> </a:t>
            </a:r>
            <a:r>
              <a:rPr lang="en-US">
                <a:solidFill>
                  <a:srgbClr val="795E26"/>
                </a:solidFill>
                <a:latin typeface="Consolas"/>
              </a:rPr>
              <a:t>Effect</a:t>
            </a:r>
            <a:r>
              <a:rPr lang="en-US">
                <a:solidFill>
                  <a:srgbClr val="3B3B3B"/>
                </a:solidFill>
                <a:latin typeface="Consolas"/>
              </a:rPr>
              <a:t>() {</a:t>
            </a:r>
          </a:p>
          <a:p>
            <a:br>
              <a:rPr lang="en-US">
                <a:solidFill>
                  <a:srgbClr val="3B3B3B"/>
                </a:solidFill>
                <a:latin typeface="Consolas"/>
              </a:rPr>
            </a:br>
            <a:r>
              <a:rPr lang="en-US">
                <a:solidFill>
                  <a:srgbClr val="3B3B3B"/>
                </a:solidFill>
                <a:latin typeface="Consolas"/>
              </a:rPr>
              <a:t>    </a:t>
            </a:r>
            <a:r>
              <a:rPr lang="en-US">
                <a:solidFill>
                  <a:srgbClr val="795E26"/>
                </a:solidFill>
                <a:latin typeface="Consolas"/>
              </a:rPr>
              <a:t>useEffect</a:t>
            </a:r>
            <a:r>
              <a:rPr lang="en-US">
                <a:solidFill>
                  <a:srgbClr val="3B3B3B"/>
                </a:solidFill>
                <a:latin typeface="Consolas"/>
              </a:rPr>
              <a:t>(()</a:t>
            </a:r>
            <a:r>
              <a:rPr lang="en-US">
                <a:solidFill>
                  <a:srgbClr val="0000FF"/>
                </a:solidFill>
                <a:latin typeface="Consolas"/>
              </a:rPr>
              <a:t>=&gt;</a:t>
            </a:r>
            <a:r>
              <a:rPr lang="en-US">
                <a:solidFill>
                  <a:srgbClr val="3B3B3B"/>
                </a:solidFill>
                <a:latin typeface="Consolas"/>
              </a:rPr>
              <a:t>{</a:t>
            </a:r>
          </a:p>
          <a:p>
            <a:r>
              <a:rPr lang="en-US">
                <a:solidFill>
                  <a:srgbClr val="3B3B3B"/>
                </a:solidFill>
                <a:latin typeface="Consolas"/>
              </a:rPr>
              <a:t>        </a:t>
            </a:r>
            <a:r>
              <a:rPr lang="en-US">
                <a:solidFill>
                  <a:srgbClr val="001080"/>
                </a:solidFill>
                <a:latin typeface="Consolas"/>
              </a:rPr>
              <a:t>console</a:t>
            </a:r>
            <a:r>
              <a:rPr lang="en-US">
                <a:solidFill>
                  <a:srgbClr val="3B3B3B"/>
                </a:solidFill>
                <a:latin typeface="Consolas"/>
              </a:rPr>
              <a:t>.</a:t>
            </a:r>
            <a:r>
              <a:rPr lang="en-US">
                <a:solidFill>
                  <a:srgbClr val="795E26"/>
                </a:solidFill>
                <a:latin typeface="Consolas"/>
              </a:rPr>
              <a:t>log</a:t>
            </a:r>
            <a:r>
              <a:rPr lang="en-US">
                <a:solidFill>
                  <a:srgbClr val="3B3B3B"/>
                </a:solidFill>
                <a:latin typeface="Consolas"/>
              </a:rPr>
              <a:t>(</a:t>
            </a:r>
            <a:r>
              <a:rPr lang="en-US">
                <a:solidFill>
                  <a:srgbClr val="A31515"/>
                </a:solidFill>
                <a:latin typeface="Consolas"/>
              </a:rPr>
              <a:t>'Olá!'</a:t>
            </a:r>
            <a:r>
              <a:rPr lang="en-US">
                <a:solidFill>
                  <a:srgbClr val="3B3B3B"/>
                </a:solidFill>
                <a:latin typeface="Consolas"/>
              </a:rPr>
              <a:t>);</a:t>
            </a:r>
          </a:p>
          <a:p>
            <a:r>
              <a:rPr lang="en-US">
                <a:solidFill>
                  <a:srgbClr val="3B3B3B"/>
                </a:solidFill>
                <a:latin typeface="Consolas"/>
              </a:rPr>
              <a:t>    }, []);</a:t>
            </a:r>
          </a:p>
          <a:p>
            <a:br>
              <a:rPr lang="en-US">
                <a:solidFill>
                  <a:srgbClr val="3B3B3B"/>
                </a:solidFill>
                <a:latin typeface="Consolas"/>
              </a:rPr>
            </a:br>
            <a:r>
              <a:rPr lang="en-US">
                <a:solidFill>
                  <a:srgbClr val="3B3B3B"/>
                </a:solidFill>
                <a:latin typeface="Consolas"/>
              </a:rPr>
              <a:t>    </a:t>
            </a:r>
            <a:r>
              <a:rPr lang="en-US">
                <a:solidFill>
                  <a:srgbClr val="AF00DB"/>
                </a:solidFill>
                <a:latin typeface="Consolas"/>
              </a:rPr>
              <a:t>return</a:t>
            </a:r>
            <a:r>
              <a:rPr lang="en-US">
                <a:solidFill>
                  <a:srgbClr val="3B3B3B"/>
                </a:solidFill>
                <a:latin typeface="Consolas"/>
              </a:rPr>
              <a:t>(</a:t>
            </a:r>
          </a:p>
          <a:p>
            <a:r>
              <a:rPr lang="en-US">
                <a:solidFill>
                  <a:srgbClr val="3B3B3B"/>
                </a:solidFill>
                <a:latin typeface="Consolas"/>
              </a:rPr>
              <a:t>        </a:t>
            </a:r>
            <a:r>
              <a:rPr lang="en-US">
                <a:solidFill>
                  <a:srgbClr val="800000"/>
                </a:solidFill>
                <a:latin typeface="Consolas"/>
              </a:rPr>
              <a:t>&lt;&gt;</a:t>
            </a:r>
          </a:p>
          <a:p>
            <a:r>
              <a:rPr lang="en-US">
                <a:solidFill>
                  <a:srgbClr val="3B3B3B"/>
                </a:solidFill>
                <a:latin typeface="Consolas"/>
              </a:rPr>
              <a:t>            Olá mundo</a:t>
            </a:r>
          </a:p>
          <a:p>
            <a:r>
              <a:rPr lang="en-US">
                <a:solidFill>
                  <a:srgbClr val="3B3B3B"/>
                </a:solidFill>
                <a:latin typeface="Consolas"/>
              </a:rPr>
              <a:t>        </a:t>
            </a:r>
            <a:r>
              <a:rPr lang="en-US">
                <a:solidFill>
                  <a:srgbClr val="800000"/>
                </a:solidFill>
                <a:latin typeface="Consolas"/>
              </a:rPr>
              <a:t>&lt;/&gt;</a:t>
            </a:r>
          </a:p>
          <a:p>
            <a:r>
              <a:rPr lang="en-US">
                <a:solidFill>
                  <a:srgbClr val="3B3B3B"/>
                </a:solidFill>
                <a:latin typeface="Consolas"/>
              </a:rPr>
              <a:t>    )</a:t>
            </a:r>
          </a:p>
          <a:p>
            <a:r>
              <a:rPr lang="en-US">
                <a:solidFill>
                  <a:srgbClr val="3B3B3B"/>
                </a:solidFill>
                <a:latin typeface="Consolas"/>
              </a:rPr>
              <a:t>}</a:t>
            </a:r>
          </a:p>
          <a:p>
            <a:endParaRPr lang="en-US">
              <a:solidFill>
                <a:srgbClr val="3B3B3B"/>
              </a:solidFill>
              <a:latin typeface="Consolas"/>
            </a:endParaRPr>
          </a:p>
        </p:txBody>
      </p:sp>
      <p:sp>
        <p:nvSpPr>
          <p:cNvPr id="8" name="CaixaDeTexto 7">
            <a:extLst>
              <a:ext uri="{FF2B5EF4-FFF2-40B4-BE49-F238E27FC236}">
                <a16:creationId xmlns:a16="http://schemas.microsoft.com/office/drawing/2014/main" id="{7EEF3146-1650-84B7-657B-08883CF1997B}"/>
              </a:ext>
            </a:extLst>
          </p:cNvPr>
          <p:cNvSpPr txBox="1"/>
          <p:nvPr/>
        </p:nvSpPr>
        <p:spPr>
          <a:xfrm>
            <a:off x="6968289" y="5745078"/>
            <a:ext cx="503321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ea typeface="Calibri Light"/>
                <a:cs typeface="Calibri Light"/>
              </a:rPr>
              <a:t>O código dentro do </a:t>
            </a:r>
            <a:r>
              <a:rPr lang="pt-BR" i="1" dirty="0">
                <a:ea typeface="Calibri Light"/>
                <a:cs typeface="Calibri Light"/>
              </a:rPr>
              <a:t>effect</a:t>
            </a:r>
            <a:r>
              <a:rPr lang="pt-BR" dirty="0">
                <a:ea typeface="Calibri Light"/>
                <a:cs typeface="Calibri Light"/>
              </a:rPr>
              <a:t> será executado duas vezes após a montagem do componente quando </a:t>
            </a:r>
            <a:r>
              <a:rPr lang="pt-BR">
                <a:ea typeface="Calibri Light"/>
                <a:cs typeface="Calibri Light"/>
              </a:rPr>
              <a:t>executado em modo de desenvolvimento.</a:t>
            </a:r>
            <a:endParaRPr lang="pt-BR"/>
          </a:p>
        </p:txBody>
      </p:sp>
    </p:spTree>
    <p:extLst>
      <p:ext uri="{BB962C8B-B14F-4D97-AF65-F5344CB8AC3E}">
        <p14:creationId xmlns:p14="http://schemas.microsoft.com/office/powerpoint/2010/main" val="1274551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Vetor de dependência</a:t>
            </a:r>
            <a:endParaRPr lang="pt-BR" dirty="0"/>
          </a:p>
        </p:txBody>
      </p:sp>
      <p:sp>
        <p:nvSpPr>
          <p:cNvPr id="3" name="Espaço Reservado para Conteúdo 2"/>
          <p:cNvSpPr>
            <a:spLocks noGrp="1"/>
          </p:cNvSpPr>
          <p:nvPr>
            <p:ph idx="1"/>
          </p:nvPr>
        </p:nvSpPr>
        <p:spPr>
          <a:xfrm>
            <a:off x="656604" y="2011680"/>
            <a:ext cx="10763751" cy="4357737"/>
          </a:xfrm>
        </p:spPr>
        <p:txBody>
          <a:bodyPr vert="horz" lIns="91440" tIns="45720" rIns="91440" bIns="45720" rtlCol="0" anchor="t">
            <a:normAutofit/>
          </a:bodyPr>
          <a:lstStyle/>
          <a:p>
            <a:pPr algn="just"/>
            <a:r>
              <a:rPr lang="pt-BR" sz="3200" dirty="0">
                <a:ea typeface="Calibri Light"/>
                <a:cs typeface="Calibri Light"/>
              </a:rPr>
              <a:t>O </a:t>
            </a:r>
            <a:r>
              <a:rPr lang="pt-BR" sz="3200" b="1" dirty="0">
                <a:ea typeface="Calibri Light"/>
                <a:cs typeface="Calibri Light"/>
              </a:rPr>
              <a:t>[]</a:t>
            </a:r>
            <a:r>
              <a:rPr lang="pt-BR" sz="3200" dirty="0">
                <a:ea typeface="Calibri Light"/>
                <a:cs typeface="Calibri Light"/>
              </a:rPr>
              <a:t> ao término do </a:t>
            </a:r>
            <a:r>
              <a:rPr lang="pt-BR" sz="3200" b="1" dirty="0" err="1">
                <a:ea typeface="Calibri Light"/>
                <a:cs typeface="Calibri Light"/>
              </a:rPr>
              <a:t>useEffect</a:t>
            </a:r>
            <a:r>
              <a:rPr lang="pt-BR" sz="3200" b="1" dirty="0">
                <a:ea typeface="Calibri Light"/>
                <a:cs typeface="Calibri Light"/>
              </a:rPr>
              <a:t> </a:t>
            </a:r>
            <a:r>
              <a:rPr lang="pt-BR" sz="3200" dirty="0">
                <a:ea typeface="Calibri Light"/>
                <a:cs typeface="Calibri Light"/>
              </a:rPr>
              <a:t>é chamado de seu vetor de dependências.</a:t>
            </a:r>
          </a:p>
          <a:p>
            <a:pPr algn="just"/>
            <a:r>
              <a:rPr lang="pt-BR" sz="3200" dirty="0">
                <a:ea typeface="Calibri Light"/>
                <a:cs typeface="Calibri Light"/>
              </a:rPr>
              <a:t>Caso ele não seja informado, o efeito será disparado após toda alteração de estado.</a:t>
            </a:r>
          </a:p>
          <a:p>
            <a:pPr algn="just"/>
            <a:r>
              <a:rPr lang="pt-BR" sz="3200" dirty="0">
                <a:ea typeface="Calibri Light"/>
                <a:cs typeface="Calibri Light"/>
              </a:rPr>
              <a:t>Caso ele seja informado, o efeito será disparado apenas após a montagem do componente.</a:t>
            </a:r>
          </a:p>
        </p:txBody>
      </p:sp>
    </p:spTree>
    <p:extLst>
      <p:ext uri="{BB962C8B-B14F-4D97-AF65-F5344CB8AC3E}">
        <p14:creationId xmlns:p14="http://schemas.microsoft.com/office/powerpoint/2010/main" val="4239981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6" name="CaixaDeTexto 5">
            <a:extLst>
              <a:ext uri="{FF2B5EF4-FFF2-40B4-BE49-F238E27FC236}">
                <a16:creationId xmlns:a16="http://schemas.microsoft.com/office/drawing/2014/main" id="{D824FE35-CF4F-64A7-2876-D98E79D1E1A7}"/>
              </a:ext>
            </a:extLst>
          </p:cNvPr>
          <p:cNvSpPr txBox="1"/>
          <p:nvPr/>
        </p:nvSpPr>
        <p:spPr>
          <a:xfrm>
            <a:off x="2006" y="1596189"/>
            <a:ext cx="12187988"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A31515"/>
                </a:solidFill>
                <a:latin typeface="Consolas"/>
              </a:rPr>
              <a:t>'use client'</a:t>
            </a:r>
          </a:p>
          <a:p>
            <a:br>
              <a:rPr lang="en-US" sz="1400" dirty="0">
                <a:latin typeface="Consolas"/>
              </a:rPr>
            </a:br>
            <a:r>
              <a:rPr lang="en-US" sz="1400">
                <a:solidFill>
                  <a:srgbClr val="AF00DB"/>
                </a:solidFill>
                <a:latin typeface="Consolas"/>
              </a:rPr>
              <a:t>import</a:t>
            </a:r>
            <a:r>
              <a:rPr lang="en-US" sz="1400">
                <a:solidFill>
                  <a:srgbClr val="3B3B3B"/>
                </a:solidFill>
                <a:latin typeface="Consolas"/>
              </a:rPr>
              <a:t> { </a:t>
            </a:r>
            <a:r>
              <a:rPr lang="en-US" sz="1400">
                <a:solidFill>
                  <a:srgbClr val="001080"/>
                </a:solidFill>
                <a:latin typeface="Consolas"/>
              </a:rPr>
              <a:t>useEffect</a:t>
            </a:r>
            <a:r>
              <a:rPr lang="en-US" sz="1400">
                <a:solidFill>
                  <a:srgbClr val="3B3B3B"/>
                </a:solidFill>
                <a:latin typeface="Consolas"/>
              </a:rPr>
              <a:t>, </a:t>
            </a:r>
            <a:r>
              <a:rPr lang="en-US" sz="1400">
                <a:solidFill>
                  <a:srgbClr val="001080"/>
                </a:solidFill>
                <a:latin typeface="Consolas"/>
              </a:rPr>
              <a:t>useState</a:t>
            </a:r>
            <a:r>
              <a:rPr lang="en-US" sz="1400">
                <a:solidFill>
                  <a:srgbClr val="3B3B3B"/>
                </a:solidFill>
                <a:latin typeface="Consolas"/>
              </a:rPr>
              <a:t> } </a:t>
            </a:r>
            <a:r>
              <a:rPr lang="en-US" sz="1400">
                <a:solidFill>
                  <a:srgbClr val="AF00DB"/>
                </a:solidFill>
                <a:latin typeface="Consolas"/>
              </a:rPr>
              <a:t>from</a:t>
            </a:r>
            <a:r>
              <a:rPr lang="en-US" sz="1400" dirty="0">
                <a:solidFill>
                  <a:srgbClr val="3B3B3B"/>
                </a:solidFill>
                <a:latin typeface="Consolas"/>
              </a:rPr>
              <a:t> </a:t>
            </a:r>
            <a:r>
              <a:rPr lang="en-US" sz="1400">
                <a:solidFill>
                  <a:srgbClr val="A31515"/>
                </a:solidFill>
                <a:latin typeface="Consolas"/>
              </a:rPr>
              <a:t>"react"</a:t>
            </a:r>
          </a:p>
          <a:p>
            <a:br>
              <a:rPr lang="en-US" sz="1400" dirty="0">
                <a:latin typeface="Consolas"/>
              </a:rPr>
            </a:br>
            <a:r>
              <a:rPr lang="en-US" sz="1400">
                <a:solidFill>
                  <a:srgbClr val="AF00DB"/>
                </a:solidFill>
                <a:latin typeface="Consolas"/>
              </a:rPr>
              <a:t>export</a:t>
            </a:r>
            <a:r>
              <a:rPr lang="en-US" sz="1400" dirty="0">
                <a:solidFill>
                  <a:srgbClr val="3B3B3B"/>
                </a:solidFill>
                <a:latin typeface="Consolas"/>
              </a:rPr>
              <a:t> </a:t>
            </a:r>
            <a:r>
              <a:rPr lang="en-US" sz="1400">
                <a:solidFill>
                  <a:srgbClr val="AF00DB"/>
                </a:solidFill>
                <a:latin typeface="Consolas"/>
              </a:rPr>
              <a:t>default</a:t>
            </a:r>
            <a:r>
              <a:rPr lang="en-US" sz="1400" dirty="0">
                <a:solidFill>
                  <a:srgbClr val="3B3B3B"/>
                </a:solidFill>
                <a:latin typeface="Consolas"/>
              </a:rPr>
              <a:t> </a:t>
            </a:r>
            <a:r>
              <a:rPr lang="en-US" sz="1400">
                <a:solidFill>
                  <a:srgbClr val="0000FF"/>
                </a:solidFill>
                <a:latin typeface="Consolas"/>
              </a:rPr>
              <a:t>function</a:t>
            </a:r>
            <a:r>
              <a:rPr lang="en-US" sz="1400" dirty="0">
                <a:solidFill>
                  <a:srgbClr val="3B3B3B"/>
                </a:solidFill>
                <a:latin typeface="Consolas"/>
              </a:rPr>
              <a:t> </a:t>
            </a:r>
            <a:r>
              <a:rPr lang="en-US" sz="1400">
                <a:solidFill>
                  <a:srgbClr val="795E26"/>
                </a:solidFill>
                <a:latin typeface="Consolas"/>
              </a:rPr>
              <a:t>Effect</a:t>
            </a:r>
            <a:r>
              <a:rPr lang="en-US" sz="1400">
                <a:solidFill>
                  <a:srgbClr val="3B3B3B"/>
                </a:solidFill>
                <a:latin typeface="Consolas"/>
              </a:rPr>
              <a:t>() {</a:t>
            </a:r>
          </a:p>
          <a:p>
            <a:endParaRPr lang="en-US" sz="1400" dirty="0">
              <a:latin typeface="Consolas"/>
            </a:endParaRPr>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 </a:t>
            </a:r>
            <a:r>
              <a:rPr lang="en-US" sz="1400">
                <a:solidFill>
                  <a:srgbClr val="795E26"/>
                </a:solidFill>
                <a:latin typeface="Consolas"/>
              </a:rPr>
              <a:t>setContador1</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sz="1400">
              <a:latin typeface="Consolas"/>
            </a:endParaRPr>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contador2</a:t>
            </a:r>
            <a:r>
              <a:rPr lang="en-US" sz="1400">
                <a:solidFill>
                  <a:srgbClr val="3B3B3B"/>
                </a:solidFill>
                <a:latin typeface="Consolas"/>
              </a:rPr>
              <a:t>, </a:t>
            </a:r>
            <a:r>
              <a:rPr lang="en-US" sz="1400">
                <a:solidFill>
                  <a:srgbClr val="795E26"/>
                </a:solidFill>
                <a:latin typeface="Consolas"/>
              </a:rPr>
              <a:t>setContador2</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a:solidFill>
                <a:srgbClr val="000000"/>
              </a:solidFill>
              <a:latin typeface="Calibri Light"/>
              <a:ea typeface="Calibri Light"/>
              <a:cs typeface="Calibri Light"/>
            </a:endParaRPr>
          </a:p>
          <a:p>
            <a:br>
              <a:rPr lang="en-US" sz="1400" dirty="0">
                <a:latin typeface="Consolas"/>
              </a:rPr>
            </a:br>
            <a:r>
              <a:rPr lang="en-US" sz="1400" dirty="0">
                <a:solidFill>
                  <a:srgbClr val="3B3B3B"/>
                </a:solidFill>
                <a:latin typeface="Consolas"/>
              </a:rPr>
              <a:t>    </a:t>
            </a:r>
            <a:r>
              <a:rPr lang="en-US" sz="1400">
                <a:solidFill>
                  <a:srgbClr val="795E26"/>
                </a:solidFill>
                <a:latin typeface="Consolas"/>
              </a:rPr>
              <a:t>useEffect</a:t>
            </a:r>
            <a:r>
              <a:rPr lang="en-US" sz="1400">
                <a:solidFill>
                  <a:srgbClr val="3B3B3B"/>
                </a:solidFill>
                <a:latin typeface="Consolas"/>
              </a:rPr>
              <a:t>(() </a:t>
            </a:r>
            <a:r>
              <a:rPr lang="en-US" sz="1400">
                <a:solidFill>
                  <a:srgbClr val="0000FF"/>
                </a:solidFill>
                <a:latin typeface="Consolas"/>
              </a:rPr>
              <a:t>=&gt;</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001080"/>
                </a:solidFill>
                <a:latin typeface="Consolas"/>
              </a:rPr>
              <a:t>console</a:t>
            </a:r>
            <a:r>
              <a:rPr lang="en-US" sz="1400">
                <a:solidFill>
                  <a:srgbClr val="3B3B3B"/>
                </a:solidFill>
                <a:latin typeface="Consolas"/>
              </a:rPr>
              <a:t>.</a:t>
            </a:r>
            <a:r>
              <a:rPr lang="en-US" sz="1400">
                <a:solidFill>
                  <a:srgbClr val="795E26"/>
                </a:solidFill>
                <a:latin typeface="Consolas"/>
              </a:rPr>
              <a:t>log</a:t>
            </a:r>
            <a:r>
              <a:rPr lang="en-US" sz="1400">
                <a:solidFill>
                  <a:srgbClr val="3B3B3B"/>
                </a:solidFill>
                <a:latin typeface="Consolas"/>
              </a:rPr>
              <a:t>(</a:t>
            </a:r>
            <a:r>
              <a:rPr lang="en-US" sz="1400">
                <a:solidFill>
                  <a:srgbClr val="A31515"/>
                </a:solidFill>
                <a:latin typeface="Consolas"/>
              </a:rPr>
              <a:t>'Efeito executado às '</a:t>
            </a:r>
            <a:r>
              <a:rPr lang="en-US" sz="1400" dirty="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0000FF"/>
                </a:solidFill>
                <a:latin typeface="Consolas"/>
              </a:rPr>
              <a:t>new</a:t>
            </a:r>
            <a:r>
              <a:rPr lang="en-US" sz="1400" dirty="0">
                <a:solidFill>
                  <a:srgbClr val="3B3B3B"/>
                </a:solidFill>
                <a:latin typeface="Consolas"/>
              </a:rPr>
              <a:t> </a:t>
            </a:r>
            <a:r>
              <a:rPr lang="en-US" sz="1400">
                <a:solidFill>
                  <a:srgbClr val="267F99"/>
                </a:solidFill>
                <a:latin typeface="Consolas"/>
              </a:rPr>
              <a:t>Date</a:t>
            </a:r>
            <a:r>
              <a:rPr lang="en-US" sz="1400">
                <a:solidFill>
                  <a:srgbClr val="3B3B3B"/>
                </a:solidFill>
                <a:latin typeface="Consolas"/>
              </a:rPr>
              <a:t>());</a:t>
            </a:r>
          </a:p>
          <a:p>
            <a:r>
              <a:rPr lang="en-US" sz="1400">
                <a:solidFill>
                  <a:srgbClr val="3B3B3B"/>
                </a:solidFill>
                <a:latin typeface="Consolas"/>
              </a:rPr>
              <a:t>    });</a:t>
            </a:r>
            <a:endParaRPr lang="en-US" sz="1400">
              <a:latin typeface="Consolas"/>
            </a:endParaRPr>
          </a:p>
          <a:p>
            <a:br>
              <a:rPr lang="en-US" sz="1400" dirty="0">
                <a:latin typeface="Consolas"/>
              </a:rPr>
            </a:br>
            <a:r>
              <a:rPr lang="en-US" sz="1400" dirty="0">
                <a:solidFill>
                  <a:srgbClr val="3B3B3B"/>
                </a:solidFill>
                <a:latin typeface="Consolas"/>
              </a:rPr>
              <a:t>    </a:t>
            </a:r>
            <a:r>
              <a:rPr lang="en-US" sz="1400">
                <a:solidFill>
                  <a:srgbClr val="AF00DB"/>
                </a:solidFill>
                <a:latin typeface="Consolas"/>
              </a:rPr>
              <a:t>return</a:t>
            </a:r>
            <a:r>
              <a:rPr lang="en-US" sz="1400">
                <a:solidFill>
                  <a:srgbClr val="3B3B3B"/>
                </a:solidFill>
                <a:latin typeface="Consolas"/>
              </a:rPr>
              <a:t> (</a:t>
            </a:r>
          </a:p>
          <a:p>
            <a:r>
              <a:rPr lang="en-US" sz="1400" dirty="0">
                <a:solidFill>
                  <a:srgbClr val="3B3B3B"/>
                </a:solidFill>
                <a:latin typeface="Consolas"/>
              </a:rPr>
              <a:t>        </a:t>
            </a:r>
            <a:r>
              <a:rPr lang="en-US" sz="1400">
                <a:solidFill>
                  <a:srgbClr val="800000"/>
                </a:solidFill>
                <a:latin typeface="Consolas"/>
              </a:rPr>
              <a:t>&lt;&gt;</a:t>
            </a:r>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1 foi clicado </a:t>
            </a:r>
            <a:r>
              <a:rPr lang="en-US" sz="1400">
                <a:solidFill>
                  <a:srgbClr val="0000FF"/>
                </a:solidFill>
                <a:latin typeface="Consolas"/>
              </a:rPr>
              <a:t>{</a:t>
            </a:r>
            <a:r>
              <a:rPr lang="en-US" sz="1400">
                <a:solidFill>
                  <a:srgbClr val="0070C1"/>
                </a:solidFill>
                <a:latin typeface="Consolas"/>
              </a:rPr>
              <a:t>contador1</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2 foi clicado </a:t>
            </a:r>
            <a:r>
              <a:rPr lang="en-US" sz="1400">
                <a:solidFill>
                  <a:srgbClr val="0000FF"/>
                </a:solidFill>
                <a:latin typeface="Consolas"/>
              </a:rPr>
              <a:t>{</a:t>
            </a:r>
            <a:r>
              <a:rPr lang="en-US" sz="1400">
                <a:solidFill>
                  <a:srgbClr val="0070C1"/>
                </a:solidFill>
                <a:latin typeface="Consolas"/>
              </a:rPr>
              <a:t>contador2</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bg-blue-200 rounded-md mr-1"</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setContador1</a:t>
            </a:r>
            <a:r>
              <a:rPr lang="en-US" sz="1400">
                <a:latin typeface="Consolas"/>
              </a:rPr>
              <a:t>(</a:t>
            </a:r>
            <a:r>
              <a:rPr lang="en-US" sz="1400">
                <a:solidFill>
                  <a:srgbClr val="0070C1"/>
                </a:solidFill>
                <a:latin typeface="Consolas"/>
              </a:rPr>
              <a:t>contador1</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1</a:t>
            </a:r>
            <a:r>
              <a:rPr lang="en-US" sz="1400">
                <a:solidFill>
                  <a:srgbClr val="800000"/>
                </a:solidFill>
                <a:latin typeface="Consolas"/>
              </a:rPr>
              <a:t>&lt;/button&gt;</a:t>
            </a:r>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bg-red-200 rounded-md"</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setContador2</a:t>
            </a:r>
            <a:r>
              <a:rPr lang="en-US" sz="1400">
                <a:latin typeface="Consolas"/>
              </a:rPr>
              <a:t>(</a:t>
            </a:r>
            <a:r>
              <a:rPr lang="en-US" sz="1400">
                <a:solidFill>
                  <a:srgbClr val="0070C1"/>
                </a:solidFill>
                <a:latin typeface="Consolas"/>
              </a:rPr>
              <a:t>contador2</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2</a:t>
            </a:r>
            <a:r>
              <a:rPr lang="en-US" sz="1400">
                <a:solidFill>
                  <a:srgbClr val="800000"/>
                </a:solidFill>
                <a:latin typeface="Consolas"/>
              </a:rPr>
              <a:t>&lt;/button&gt;</a:t>
            </a:r>
          </a:p>
          <a:p>
            <a:r>
              <a:rPr lang="en-US" sz="1400" dirty="0">
                <a:solidFill>
                  <a:srgbClr val="3B3B3B"/>
                </a:solidFill>
                <a:latin typeface="Consolas"/>
              </a:rPr>
              <a:t>        </a:t>
            </a:r>
            <a:r>
              <a:rPr lang="en-US" sz="1400">
                <a:solidFill>
                  <a:srgbClr val="800000"/>
                </a:solidFill>
                <a:latin typeface="Consolas"/>
              </a:rPr>
              <a:t>&lt;/&gt;</a:t>
            </a:r>
          </a:p>
          <a:p>
            <a:r>
              <a:rPr lang="en-US" sz="1400">
                <a:solidFill>
                  <a:srgbClr val="3B3B3B"/>
                </a:solidFill>
                <a:latin typeface="Consolas"/>
              </a:rPr>
              <a:t>    )</a:t>
            </a:r>
          </a:p>
          <a:p>
            <a:r>
              <a:rPr lang="en-US" sz="1400">
                <a:solidFill>
                  <a:srgbClr val="3B3B3B"/>
                </a:solidFill>
                <a:latin typeface="Consolas"/>
              </a:rPr>
              <a:t>}</a:t>
            </a:r>
          </a:p>
        </p:txBody>
      </p:sp>
      <p:sp>
        <p:nvSpPr>
          <p:cNvPr id="7" name="CaixaDeTexto 6">
            <a:extLst>
              <a:ext uri="{FF2B5EF4-FFF2-40B4-BE49-F238E27FC236}">
                <a16:creationId xmlns:a16="http://schemas.microsoft.com/office/drawing/2014/main" id="{FF27DC58-029D-B31E-CF12-6AAD29807180}"/>
              </a:ext>
            </a:extLst>
          </p:cNvPr>
          <p:cNvSpPr txBox="1"/>
          <p:nvPr/>
        </p:nvSpPr>
        <p:spPr>
          <a:xfrm>
            <a:off x="6156158" y="220579"/>
            <a:ext cx="54242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ea typeface="Calibri Light"/>
                <a:cs typeface="Calibri Light"/>
              </a:rPr>
              <a:t>Efeito será executado após a montagem do componente e após toda troca de valor de estado.</a:t>
            </a:r>
            <a:endParaRPr lang="pt-BR"/>
          </a:p>
        </p:txBody>
      </p:sp>
    </p:spTree>
    <p:extLst>
      <p:ext uri="{BB962C8B-B14F-4D97-AF65-F5344CB8AC3E}">
        <p14:creationId xmlns:p14="http://schemas.microsoft.com/office/powerpoint/2010/main" val="330808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6" name="CaixaDeTexto 5">
            <a:extLst>
              <a:ext uri="{FF2B5EF4-FFF2-40B4-BE49-F238E27FC236}">
                <a16:creationId xmlns:a16="http://schemas.microsoft.com/office/drawing/2014/main" id="{D824FE35-CF4F-64A7-2876-D98E79D1E1A7}"/>
              </a:ext>
            </a:extLst>
          </p:cNvPr>
          <p:cNvSpPr txBox="1"/>
          <p:nvPr/>
        </p:nvSpPr>
        <p:spPr>
          <a:xfrm>
            <a:off x="2006" y="1596189"/>
            <a:ext cx="12187988"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A31515"/>
                </a:solidFill>
                <a:latin typeface="Consolas"/>
              </a:rPr>
              <a:t>'use client'</a:t>
            </a:r>
          </a:p>
          <a:p>
            <a:br>
              <a:rPr lang="en-US" sz="1400" dirty="0">
                <a:latin typeface="Consolas"/>
              </a:rPr>
            </a:br>
            <a:r>
              <a:rPr lang="en-US" sz="1400">
                <a:solidFill>
                  <a:srgbClr val="AF00DB"/>
                </a:solidFill>
                <a:latin typeface="Consolas"/>
              </a:rPr>
              <a:t>import</a:t>
            </a:r>
            <a:r>
              <a:rPr lang="en-US" sz="1400">
                <a:solidFill>
                  <a:srgbClr val="3B3B3B"/>
                </a:solidFill>
                <a:latin typeface="Consolas"/>
              </a:rPr>
              <a:t> { </a:t>
            </a:r>
            <a:r>
              <a:rPr lang="en-US" sz="1400">
                <a:solidFill>
                  <a:srgbClr val="001080"/>
                </a:solidFill>
                <a:latin typeface="Consolas"/>
              </a:rPr>
              <a:t>useEffect</a:t>
            </a:r>
            <a:r>
              <a:rPr lang="en-US" sz="1400">
                <a:solidFill>
                  <a:srgbClr val="3B3B3B"/>
                </a:solidFill>
                <a:latin typeface="Consolas"/>
              </a:rPr>
              <a:t>, </a:t>
            </a:r>
            <a:r>
              <a:rPr lang="en-US" sz="1400">
                <a:solidFill>
                  <a:srgbClr val="001080"/>
                </a:solidFill>
                <a:latin typeface="Consolas"/>
              </a:rPr>
              <a:t>useState</a:t>
            </a:r>
            <a:r>
              <a:rPr lang="en-US" sz="1400">
                <a:solidFill>
                  <a:srgbClr val="3B3B3B"/>
                </a:solidFill>
                <a:latin typeface="Consolas"/>
              </a:rPr>
              <a:t> } </a:t>
            </a:r>
            <a:r>
              <a:rPr lang="en-US" sz="1400">
                <a:solidFill>
                  <a:srgbClr val="AF00DB"/>
                </a:solidFill>
                <a:latin typeface="Consolas"/>
              </a:rPr>
              <a:t>from</a:t>
            </a:r>
            <a:r>
              <a:rPr lang="en-US" sz="1400" dirty="0">
                <a:solidFill>
                  <a:srgbClr val="3B3B3B"/>
                </a:solidFill>
                <a:latin typeface="Consolas"/>
              </a:rPr>
              <a:t> </a:t>
            </a:r>
            <a:r>
              <a:rPr lang="en-US" sz="1400">
                <a:solidFill>
                  <a:srgbClr val="A31515"/>
                </a:solidFill>
                <a:latin typeface="Consolas"/>
              </a:rPr>
              <a:t>"react"</a:t>
            </a:r>
          </a:p>
          <a:p>
            <a:br>
              <a:rPr lang="en-US" sz="1400" dirty="0">
                <a:latin typeface="Consolas"/>
              </a:rPr>
            </a:br>
            <a:r>
              <a:rPr lang="en-US" sz="1400">
                <a:solidFill>
                  <a:srgbClr val="AF00DB"/>
                </a:solidFill>
                <a:latin typeface="Consolas"/>
              </a:rPr>
              <a:t>export</a:t>
            </a:r>
            <a:r>
              <a:rPr lang="en-US" sz="1400" dirty="0">
                <a:solidFill>
                  <a:srgbClr val="3B3B3B"/>
                </a:solidFill>
                <a:latin typeface="Consolas"/>
              </a:rPr>
              <a:t> </a:t>
            </a:r>
            <a:r>
              <a:rPr lang="en-US" sz="1400">
                <a:solidFill>
                  <a:srgbClr val="AF00DB"/>
                </a:solidFill>
                <a:latin typeface="Consolas"/>
              </a:rPr>
              <a:t>default</a:t>
            </a:r>
            <a:r>
              <a:rPr lang="en-US" sz="1400" dirty="0">
                <a:solidFill>
                  <a:srgbClr val="3B3B3B"/>
                </a:solidFill>
                <a:latin typeface="Consolas"/>
              </a:rPr>
              <a:t> </a:t>
            </a:r>
            <a:r>
              <a:rPr lang="en-US" sz="1400">
                <a:solidFill>
                  <a:srgbClr val="0000FF"/>
                </a:solidFill>
                <a:latin typeface="Consolas"/>
              </a:rPr>
              <a:t>function</a:t>
            </a:r>
            <a:r>
              <a:rPr lang="en-US" sz="1400" dirty="0">
                <a:solidFill>
                  <a:srgbClr val="3B3B3B"/>
                </a:solidFill>
                <a:latin typeface="Consolas"/>
              </a:rPr>
              <a:t> </a:t>
            </a:r>
            <a:r>
              <a:rPr lang="en-US" sz="1400">
                <a:solidFill>
                  <a:srgbClr val="795E26"/>
                </a:solidFill>
                <a:latin typeface="Consolas"/>
              </a:rPr>
              <a:t>Effect</a:t>
            </a:r>
            <a:r>
              <a:rPr lang="en-US" sz="1400">
                <a:solidFill>
                  <a:srgbClr val="3B3B3B"/>
                </a:solidFill>
                <a:latin typeface="Consolas"/>
              </a:rPr>
              <a:t>() {</a:t>
            </a:r>
          </a:p>
          <a:p>
            <a:endParaRPr lang="en-US" sz="1400" dirty="0">
              <a:latin typeface="Consolas"/>
            </a:endParaRPr>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 </a:t>
            </a:r>
            <a:r>
              <a:rPr lang="en-US" sz="1400">
                <a:solidFill>
                  <a:srgbClr val="795E26"/>
                </a:solidFill>
                <a:latin typeface="Consolas"/>
              </a:rPr>
              <a:t>setContador1</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sz="1400">
              <a:latin typeface="Consolas"/>
            </a:endParaRPr>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contador2</a:t>
            </a:r>
            <a:r>
              <a:rPr lang="en-US" sz="1400">
                <a:solidFill>
                  <a:srgbClr val="3B3B3B"/>
                </a:solidFill>
                <a:latin typeface="Consolas"/>
              </a:rPr>
              <a:t>, </a:t>
            </a:r>
            <a:r>
              <a:rPr lang="en-US" sz="1400">
                <a:solidFill>
                  <a:srgbClr val="795E26"/>
                </a:solidFill>
                <a:latin typeface="Consolas"/>
              </a:rPr>
              <a:t>setContador2</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a:solidFill>
                <a:srgbClr val="000000"/>
              </a:solidFill>
              <a:latin typeface="Calibri Light"/>
              <a:ea typeface="Calibri Light"/>
              <a:cs typeface="Calibri Light"/>
            </a:endParaRPr>
          </a:p>
          <a:p>
            <a:br>
              <a:rPr lang="en-US" sz="1400" dirty="0">
                <a:latin typeface="Consolas"/>
              </a:rPr>
            </a:br>
            <a:r>
              <a:rPr lang="en-US" sz="1400" dirty="0">
                <a:solidFill>
                  <a:srgbClr val="3B3B3B"/>
                </a:solidFill>
                <a:latin typeface="Consolas"/>
              </a:rPr>
              <a:t>    </a:t>
            </a:r>
            <a:r>
              <a:rPr lang="en-US" sz="1400">
                <a:solidFill>
                  <a:srgbClr val="795E26"/>
                </a:solidFill>
                <a:latin typeface="Consolas"/>
              </a:rPr>
              <a:t>useEffect</a:t>
            </a:r>
            <a:r>
              <a:rPr lang="en-US" sz="1400">
                <a:solidFill>
                  <a:srgbClr val="3B3B3B"/>
                </a:solidFill>
                <a:latin typeface="Consolas"/>
              </a:rPr>
              <a:t>(() </a:t>
            </a:r>
            <a:r>
              <a:rPr lang="en-US" sz="1400">
                <a:solidFill>
                  <a:srgbClr val="0000FF"/>
                </a:solidFill>
                <a:latin typeface="Consolas"/>
              </a:rPr>
              <a:t>=&gt;</a:t>
            </a:r>
            <a:r>
              <a:rPr lang="en-US" sz="1400">
                <a:solidFill>
                  <a:srgbClr val="3B3B3B"/>
                </a:solidFill>
                <a:latin typeface="Consolas"/>
              </a:rPr>
              <a:t> {</a:t>
            </a:r>
            <a:endParaRPr lang="en-US">
              <a:ea typeface="Calibri Light"/>
              <a:cs typeface="Calibri Light"/>
            </a:endParaRPr>
          </a:p>
          <a:p>
            <a:r>
              <a:rPr lang="en-US" sz="1400" dirty="0">
                <a:solidFill>
                  <a:srgbClr val="3B3B3B"/>
                </a:solidFill>
                <a:latin typeface="Consolas"/>
              </a:rPr>
              <a:t>        </a:t>
            </a:r>
            <a:r>
              <a:rPr lang="en-US" sz="1400">
                <a:solidFill>
                  <a:srgbClr val="001080"/>
                </a:solidFill>
                <a:latin typeface="Consolas"/>
              </a:rPr>
              <a:t>console</a:t>
            </a:r>
            <a:r>
              <a:rPr lang="en-US" sz="1400">
                <a:solidFill>
                  <a:srgbClr val="3B3B3B"/>
                </a:solidFill>
                <a:latin typeface="Consolas"/>
              </a:rPr>
              <a:t>.</a:t>
            </a:r>
            <a:r>
              <a:rPr lang="en-US" sz="1400">
                <a:solidFill>
                  <a:srgbClr val="795E26"/>
                </a:solidFill>
                <a:latin typeface="Consolas"/>
              </a:rPr>
              <a:t>log</a:t>
            </a:r>
            <a:r>
              <a:rPr lang="en-US" sz="1400">
                <a:solidFill>
                  <a:srgbClr val="3B3B3B"/>
                </a:solidFill>
                <a:latin typeface="Consolas"/>
              </a:rPr>
              <a:t>(</a:t>
            </a:r>
            <a:r>
              <a:rPr lang="en-US" sz="1400">
                <a:solidFill>
                  <a:srgbClr val="A31515"/>
                </a:solidFill>
                <a:latin typeface="Consolas"/>
              </a:rPr>
              <a:t>'Efeito executado às '</a:t>
            </a:r>
            <a:r>
              <a:rPr lang="en-US" sz="1400" dirty="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0000FF"/>
                </a:solidFill>
                <a:latin typeface="Consolas"/>
              </a:rPr>
              <a:t>new</a:t>
            </a:r>
            <a:r>
              <a:rPr lang="en-US" sz="1400" dirty="0">
                <a:solidFill>
                  <a:srgbClr val="3B3B3B"/>
                </a:solidFill>
                <a:latin typeface="Consolas"/>
              </a:rPr>
              <a:t> </a:t>
            </a:r>
            <a:r>
              <a:rPr lang="en-US" sz="1400">
                <a:solidFill>
                  <a:srgbClr val="267F99"/>
                </a:solidFill>
                <a:latin typeface="Consolas"/>
              </a:rPr>
              <a:t>Date</a:t>
            </a:r>
            <a:r>
              <a:rPr lang="en-US" sz="1400">
                <a:solidFill>
                  <a:srgbClr val="3B3B3B"/>
                </a:solidFill>
                <a:latin typeface="Consolas"/>
              </a:rPr>
              <a:t>());</a:t>
            </a:r>
          </a:p>
          <a:p>
            <a:r>
              <a:rPr lang="en-US" sz="1400">
                <a:solidFill>
                  <a:srgbClr val="3B3B3B"/>
                </a:solidFill>
                <a:latin typeface="Consolas"/>
              </a:rPr>
              <a:t>    },[]);</a:t>
            </a:r>
            <a:endParaRPr lang="en-US"/>
          </a:p>
          <a:p>
            <a:br>
              <a:rPr lang="en-US" sz="1400" dirty="0">
                <a:latin typeface="Consolas"/>
              </a:rPr>
            </a:br>
            <a:r>
              <a:rPr lang="en-US" sz="1400" dirty="0">
                <a:solidFill>
                  <a:srgbClr val="3B3B3B"/>
                </a:solidFill>
                <a:latin typeface="Consolas"/>
              </a:rPr>
              <a:t>    </a:t>
            </a:r>
            <a:r>
              <a:rPr lang="en-US" sz="1400">
                <a:solidFill>
                  <a:srgbClr val="AF00DB"/>
                </a:solidFill>
                <a:latin typeface="Consolas"/>
              </a:rPr>
              <a:t>return</a:t>
            </a:r>
            <a:r>
              <a:rPr lang="en-US" sz="1400">
                <a:solidFill>
                  <a:srgbClr val="3B3B3B"/>
                </a:solidFill>
                <a:latin typeface="Consolas"/>
              </a:rPr>
              <a:t> (</a:t>
            </a:r>
          </a:p>
          <a:p>
            <a:r>
              <a:rPr lang="en-US" sz="1400" dirty="0">
                <a:solidFill>
                  <a:srgbClr val="3B3B3B"/>
                </a:solidFill>
                <a:latin typeface="Consolas"/>
              </a:rPr>
              <a:t>        </a:t>
            </a:r>
            <a:r>
              <a:rPr lang="en-US" sz="1400">
                <a:solidFill>
                  <a:srgbClr val="800000"/>
                </a:solidFill>
                <a:latin typeface="Consolas"/>
              </a:rPr>
              <a:t>&lt;&gt;</a:t>
            </a:r>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1 foi clicado </a:t>
            </a:r>
            <a:r>
              <a:rPr lang="en-US" sz="1400">
                <a:solidFill>
                  <a:srgbClr val="0000FF"/>
                </a:solidFill>
                <a:latin typeface="Consolas"/>
              </a:rPr>
              <a:t>{</a:t>
            </a:r>
            <a:r>
              <a:rPr lang="en-US" sz="1400">
                <a:solidFill>
                  <a:srgbClr val="0070C1"/>
                </a:solidFill>
                <a:latin typeface="Consolas"/>
              </a:rPr>
              <a:t>contador1</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2 foi clicado </a:t>
            </a:r>
            <a:r>
              <a:rPr lang="en-US" sz="1400">
                <a:solidFill>
                  <a:srgbClr val="0000FF"/>
                </a:solidFill>
                <a:latin typeface="Consolas"/>
              </a:rPr>
              <a:t>{</a:t>
            </a:r>
            <a:r>
              <a:rPr lang="en-US" sz="1400">
                <a:solidFill>
                  <a:srgbClr val="0070C1"/>
                </a:solidFill>
                <a:latin typeface="Consolas"/>
              </a:rPr>
              <a:t>contador2</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bg-blue-200 rounded-md mr-1"</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setContador1</a:t>
            </a:r>
            <a:r>
              <a:rPr lang="en-US" sz="1400">
                <a:latin typeface="Consolas"/>
              </a:rPr>
              <a:t>(</a:t>
            </a:r>
            <a:r>
              <a:rPr lang="en-US" sz="1400">
                <a:solidFill>
                  <a:srgbClr val="0070C1"/>
                </a:solidFill>
                <a:latin typeface="Consolas"/>
              </a:rPr>
              <a:t>contador1</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1</a:t>
            </a:r>
            <a:r>
              <a:rPr lang="en-US" sz="1400">
                <a:solidFill>
                  <a:srgbClr val="800000"/>
                </a:solidFill>
                <a:latin typeface="Consolas"/>
              </a:rPr>
              <a:t>&lt;/button&gt;</a:t>
            </a:r>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bg-red-200 rounded-md"</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setContador2</a:t>
            </a:r>
            <a:r>
              <a:rPr lang="en-US" sz="1400">
                <a:latin typeface="Consolas"/>
              </a:rPr>
              <a:t>(</a:t>
            </a:r>
            <a:r>
              <a:rPr lang="en-US" sz="1400">
                <a:solidFill>
                  <a:srgbClr val="0070C1"/>
                </a:solidFill>
                <a:latin typeface="Consolas"/>
              </a:rPr>
              <a:t>contador2</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2</a:t>
            </a:r>
            <a:r>
              <a:rPr lang="en-US" sz="1400">
                <a:solidFill>
                  <a:srgbClr val="800000"/>
                </a:solidFill>
                <a:latin typeface="Consolas"/>
              </a:rPr>
              <a:t>&lt;/button&gt;</a:t>
            </a:r>
          </a:p>
          <a:p>
            <a:r>
              <a:rPr lang="en-US" sz="1400" dirty="0">
                <a:solidFill>
                  <a:srgbClr val="3B3B3B"/>
                </a:solidFill>
                <a:latin typeface="Consolas"/>
              </a:rPr>
              <a:t>        </a:t>
            </a:r>
            <a:r>
              <a:rPr lang="en-US" sz="1400">
                <a:solidFill>
                  <a:srgbClr val="800000"/>
                </a:solidFill>
                <a:latin typeface="Consolas"/>
              </a:rPr>
              <a:t>&lt;/&gt;</a:t>
            </a:r>
          </a:p>
          <a:p>
            <a:r>
              <a:rPr lang="en-US" sz="1400">
                <a:solidFill>
                  <a:srgbClr val="3B3B3B"/>
                </a:solidFill>
                <a:latin typeface="Consolas"/>
              </a:rPr>
              <a:t>    )</a:t>
            </a:r>
          </a:p>
          <a:p>
            <a:r>
              <a:rPr lang="en-US" sz="1400">
                <a:solidFill>
                  <a:srgbClr val="3B3B3B"/>
                </a:solidFill>
                <a:latin typeface="Consolas"/>
              </a:rPr>
              <a:t>}</a:t>
            </a:r>
          </a:p>
        </p:txBody>
      </p:sp>
      <p:sp>
        <p:nvSpPr>
          <p:cNvPr id="4" name="CaixaDeTexto 3">
            <a:extLst>
              <a:ext uri="{FF2B5EF4-FFF2-40B4-BE49-F238E27FC236}">
                <a16:creationId xmlns:a16="http://schemas.microsoft.com/office/drawing/2014/main" id="{DBDDE7DC-C64A-21FF-3BF2-86C2B26A7201}"/>
              </a:ext>
            </a:extLst>
          </p:cNvPr>
          <p:cNvSpPr txBox="1"/>
          <p:nvPr/>
        </p:nvSpPr>
        <p:spPr>
          <a:xfrm>
            <a:off x="6156158" y="220579"/>
            <a:ext cx="54242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ea typeface="Calibri Light"/>
                <a:cs typeface="Calibri Light"/>
              </a:rPr>
              <a:t>Efeito será executado apenas após a montagem do </a:t>
            </a:r>
            <a:r>
              <a:rPr lang="pt-BR">
                <a:ea typeface="Calibri Light"/>
                <a:cs typeface="Calibri Light"/>
              </a:rPr>
              <a:t>componente.</a:t>
            </a:r>
            <a:endParaRPr lang="pt-BR"/>
          </a:p>
        </p:txBody>
      </p:sp>
    </p:spTree>
    <p:extLst>
      <p:ext uri="{BB962C8B-B14F-4D97-AF65-F5344CB8AC3E}">
        <p14:creationId xmlns:p14="http://schemas.microsoft.com/office/powerpoint/2010/main" val="631426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Vetor de dependência</a:t>
            </a:r>
            <a:endParaRPr lang="pt-BR" dirty="0"/>
          </a:p>
        </p:txBody>
      </p:sp>
      <p:sp>
        <p:nvSpPr>
          <p:cNvPr id="3" name="Espaço Reservado para Conteúdo 2"/>
          <p:cNvSpPr>
            <a:spLocks noGrp="1"/>
          </p:cNvSpPr>
          <p:nvPr>
            <p:ph idx="1"/>
          </p:nvPr>
        </p:nvSpPr>
        <p:spPr>
          <a:xfrm>
            <a:off x="656604" y="2011680"/>
            <a:ext cx="10763751" cy="4357737"/>
          </a:xfrm>
        </p:spPr>
        <p:txBody>
          <a:bodyPr vert="horz" lIns="91440" tIns="45720" rIns="91440" bIns="45720" rtlCol="0" anchor="t">
            <a:normAutofit/>
          </a:bodyPr>
          <a:lstStyle/>
          <a:p>
            <a:pPr algn="just"/>
            <a:r>
              <a:rPr lang="pt-BR" sz="3200">
                <a:ea typeface="Calibri Light"/>
                <a:cs typeface="Calibri Light"/>
              </a:rPr>
              <a:t>Caso seja necessário executar o efeito após a alteração de um valor de estado, basta adicionar o seu nome no vetor de dependências.</a:t>
            </a:r>
            <a:endParaRPr lang="pt-BR">
              <a:ea typeface="Calibri Light"/>
              <a:cs typeface="Calibri Light"/>
            </a:endParaRPr>
          </a:p>
          <a:p>
            <a:pPr algn="just"/>
            <a:r>
              <a:rPr lang="pt-BR" sz="3200">
                <a:ea typeface="Calibri Light"/>
                <a:cs typeface="Calibri Light"/>
              </a:rPr>
              <a:t>É possível usar mais de um valor de estado dentro do vetor de dependências.</a:t>
            </a:r>
          </a:p>
          <a:p>
            <a:pPr algn="just"/>
            <a:r>
              <a:rPr lang="pt-BR" sz="3200">
                <a:ea typeface="Calibri Light"/>
                <a:cs typeface="Calibri Light"/>
              </a:rPr>
              <a:t>É possível usar vários efeitos.</a:t>
            </a:r>
            <a:endParaRPr lang="pt-BR" sz="3200" dirty="0">
              <a:ea typeface="Calibri Light"/>
              <a:cs typeface="Calibri Light"/>
            </a:endParaRPr>
          </a:p>
        </p:txBody>
      </p:sp>
    </p:spTree>
    <p:extLst>
      <p:ext uri="{BB962C8B-B14F-4D97-AF65-F5344CB8AC3E}">
        <p14:creationId xmlns:p14="http://schemas.microsoft.com/office/powerpoint/2010/main" val="4281843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6" name="CaixaDeTexto 5">
            <a:extLst>
              <a:ext uri="{FF2B5EF4-FFF2-40B4-BE49-F238E27FC236}">
                <a16:creationId xmlns:a16="http://schemas.microsoft.com/office/drawing/2014/main" id="{D824FE35-CF4F-64A7-2876-D98E79D1E1A7}"/>
              </a:ext>
            </a:extLst>
          </p:cNvPr>
          <p:cNvSpPr txBox="1"/>
          <p:nvPr/>
        </p:nvSpPr>
        <p:spPr>
          <a:xfrm>
            <a:off x="2006" y="1596189"/>
            <a:ext cx="12187988"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A31515"/>
                </a:solidFill>
                <a:latin typeface="Consolas"/>
              </a:rPr>
              <a:t>'use client'</a:t>
            </a:r>
            <a:br>
              <a:rPr lang="en-US" dirty="0"/>
            </a:br>
            <a:r>
              <a:rPr lang="en-US" sz="1400">
                <a:solidFill>
                  <a:srgbClr val="AF00DB"/>
                </a:solidFill>
                <a:latin typeface="Consolas"/>
              </a:rPr>
              <a:t>import</a:t>
            </a:r>
            <a:r>
              <a:rPr lang="en-US" sz="1400">
                <a:solidFill>
                  <a:srgbClr val="3B3B3B"/>
                </a:solidFill>
                <a:latin typeface="Consolas"/>
              </a:rPr>
              <a:t> { </a:t>
            </a:r>
            <a:r>
              <a:rPr lang="en-US" sz="1400">
                <a:solidFill>
                  <a:srgbClr val="001080"/>
                </a:solidFill>
                <a:latin typeface="Consolas"/>
              </a:rPr>
              <a:t>useEffect</a:t>
            </a:r>
            <a:r>
              <a:rPr lang="en-US" sz="1400">
                <a:solidFill>
                  <a:srgbClr val="3B3B3B"/>
                </a:solidFill>
                <a:latin typeface="Consolas"/>
              </a:rPr>
              <a:t>, </a:t>
            </a:r>
            <a:r>
              <a:rPr lang="en-US" sz="1400">
                <a:solidFill>
                  <a:srgbClr val="001080"/>
                </a:solidFill>
                <a:latin typeface="Consolas"/>
              </a:rPr>
              <a:t>useState</a:t>
            </a:r>
            <a:r>
              <a:rPr lang="en-US" sz="1400">
                <a:solidFill>
                  <a:srgbClr val="3B3B3B"/>
                </a:solidFill>
                <a:latin typeface="Consolas"/>
              </a:rPr>
              <a:t> } </a:t>
            </a:r>
            <a:r>
              <a:rPr lang="en-US" sz="1400">
                <a:solidFill>
                  <a:srgbClr val="AF00DB"/>
                </a:solidFill>
                <a:latin typeface="Consolas"/>
              </a:rPr>
              <a:t>from</a:t>
            </a:r>
            <a:r>
              <a:rPr lang="en-US" sz="1400" dirty="0">
                <a:solidFill>
                  <a:srgbClr val="3B3B3B"/>
                </a:solidFill>
                <a:latin typeface="Consolas"/>
              </a:rPr>
              <a:t> </a:t>
            </a:r>
            <a:r>
              <a:rPr lang="en-US" sz="1400">
                <a:solidFill>
                  <a:srgbClr val="A31515"/>
                </a:solidFill>
                <a:latin typeface="Consolas"/>
              </a:rPr>
              <a:t>"react"</a:t>
            </a:r>
            <a:br>
              <a:rPr lang="en-US" dirty="0"/>
            </a:br>
            <a:endParaRPr lang="en-US">
              <a:ea typeface="Calibri Light"/>
              <a:cs typeface="Calibri Light"/>
            </a:endParaRPr>
          </a:p>
          <a:p>
            <a:r>
              <a:rPr lang="en-US" sz="1400">
                <a:solidFill>
                  <a:srgbClr val="AF00DB"/>
                </a:solidFill>
                <a:latin typeface="Consolas"/>
              </a:rPr>
              <a:t>export</a:t>
            </a:r>
            <a:r>
              <a:rPr lang="en-US" sz="1400" dirty="0">
                <a:solidFill>
                  <a:srgbClr val="3B3B3B"/>
                </a:solidFill>
                <a:latin typeface="Consolas"/>
              </a:rPr>
              <a:t> </a:t>
            </a:r>
            <a:r>
              <a:rPr lang="en-US" sz="1400">
                <a:solidFill>
                  <a:srgbClr val="AF00DB"/>
                </a:solidFill>
                <a:latin typeface="Consolas"/>
              </a:rPr>
              <a:t>default</a:t>
            </a:r>
            <a:r>
              <a:rPr lang="en-US" sz="1400" dirty="0">
                <a:solidFill>
                  <a:srgbClr val="3B3B3B"/>
                </a:solidFill>
                <a:latin typeface="Consolas"/>
              </a:rPr>
              <a:t> </a:t>
            </a:r>
            <a:r>
              <a:rPr lang="en-US" sz="1400">
                <a:solidFill>
                  <a:srgbClr val="0000FF"/>
                </a:solidFill>
                <a:latin typeface="Consolas"/>
              </a:rPr>
              <a:t>function</a:t>
            </a:r>
            <a:r>
              <a:rPr lang="en-US" sz="1400" dirty="0">
                <a:solidFill>
                  <a:srgbClr val="3B3B3B"/>
                </a:solidFill>
                <a:latin typeface="Consolas"/>
              </a:rPr>
              <a:t> </a:t>
            </a:r>
            <a:r>
              <a:rPr lang="en-US" sz="1400">
                <a:solidFill>
                  <a:srgbClr val="795E26"/>
                </a:solidFill>
                <a:latin typeface="Consolas"/>
              </a:rPr>
              <a:t>Effect</a:t>
            </a:r>
            <a:r>
              <a:rPr lang="en-US" sz="1400">
                <a:solidFill>
                  <a:srgbClr val="3B3B3B"/>
                </a:solidFill>
                <a:latin typeface="Consolas"/>
              </a:rPr>
              <a:t>() {</a:t>
            </a:r>
            <a:endParaRPr lang="en-US"/>
          </a:p>
          <a:p>
            <a:r>
              <a:rPr lang="en-US" sz="1400" dirty="0">
                <a:solidFill>
                  <a:srgbClr val="3B3B3B"/>
                </a:solidFill>
                <a:latin typeface="Consolas"/>
              </a:rPr>
              <a:t>    </a:t>
            </a:r>
            <a:endParaRPr lang="en-US" dirty="0"/>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 </a:t>
            </a:r>
            <a:r>
              <a:rPr lang="en-US" sz="1400">
                <a:solidFill>
                  <a:srgbClr val="795E26"/>
                </a:solidFill>
                <a:latin typeface="Consolas"/>
              </a:rPr>
              <a:t>setContador1</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contador2</a:t>
            </a:r>
            <a:r>
              <a:rPr lang="en-US" sz="1400">
                <a:solidFill>
                  <a:srgbClr val="3B3B3B"/>
                </a:solidFill>
                <a:latin typeface="Consolas"/>
              </a:rPr>
              <a:t>, </a:t>
            </a:r>
            <a:r>
              <a:rPr lang="en-US" sz="1400">
                <a:solidFill>
                  <a:srgbClr val="795E26"/>
                </a:solidFill>
                <a:latin typeface="Consolas"/>
              </a:rPr>
              <a:t>setContador2</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br>
              <a:rPr lang="en-US" dirty="0"/>
            </a:br>
            <a:endParaRPr lang="en-US">
              <a:ea typeface="Calibri Light"/>
              <a:cs typeface="Calibri Light"/>
            </a:endParaRPr>
          </a:p>
          <a:p>
            <a:r>
              <a:rPr lang="en-US" sz="1400" dirty="0">
                <a:solidFill>
                  <a:srgbClr val="3B3B3B"/>
                </a:solidFill>
                <a:latin typeface="Consolas"/>
              </a:rPr>
              <a:t>    </a:t>
            </a:r>
            <a:r>
              <a:rPr lang="en-US" sz="1400">
                <a:solidFill>
                  <a:srgbClr val="795E26"/>
                </a:solidFill>
                <a:latin typeface="Consolas"/>
              </a:rPr>
              <a:t>useEffect</a:t>
            </a:r>
            <a:r>
              <a:rPr lang="en-US" sz="1400">
                <a:solidFill>
                  <a:srgbClr val="3B3B3B"/>
                </a:solidFill>
                <a:latin typeface="Consolas"/>
              </a:rPr>
              <a:t>(() </a:t>
            </a:r>
            <a:r>
              <a:rPr lang="en-US" sz="1400">
                <a:solidFill>
                  <a:srgbClr val="0000FF"/>
                </a:solidFill>
                <a:latin typeface="Consolas"/>
              </a:rPr>
              <a:t>=&gt;</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001080"/>
                </a:solidFill>
                <a:latin typeface="Consolas"/>
              </a:rPr>
              <a:t>console</a:t>
            </a:r>
            <a:r>
              <a:rPr lang="en-US" sz="1400">
                <a:solidFill>
                  <a:srgbClr val="3B3B3B"/>
                </a:solidFill>
                <a:latin typeface="Consolas"/>
              </a:rPr>
              <a:t>.</a:t>
            </a:r>
            <a:r>
              <a:rPr lang="en-US" sz="1400">
                <a:solidFill>
                  <a:srgbClr val="795E26"/>
                </a:solidFill>
                <a:latin typeface="Consolas"/>
              </a:rPr>
              <a:t>log</a:t>
            </a:r>
            <a:r>
              <a:rPr lang="en-US" sz="1400">
                <a:solidFill>
                  <a:srgbClr val="3B3B3B"/>
                </a:solidFill>
                <a:latin typeface="Consolas"/>
              </a:rPr>
              <a:t>(</a:t>
            </a:r>
            <a:r>
              <a:rPr lang="en-US" sz="1400">
                <a:solidFill>
                  <a:srgbClr val="A31515"/>
                </a:solidFill>
                <a:latin typeface="Consolas"/>
              </a:rPr>
              <a:t>'Efeito executado às '</a:t>
            </a:r>
            <a:r>
              <a:rPr lang="en-US" sz="1400" dirty="0">
                <a:solidFill>
                  <a:srgbClr val="3B3B3B"/>
                </a:solidFill>
                <a:latin typeface="Consolas"/>
              </a:rPr>
              <a:t> </a:t>
            </a:r>
            <a:r>
              <a:rPr lang="en-US" sz="1400">
                <a:solidFill>
                  <a:srgbClr val="000000"/>
                </a:solidFill>
                <a:latin typeface="Consolas"/>
              </a:rPr>
              <a:t>+</a:t>
            </a:r>
            <a:r>
              <a:rPr lang="en-US" sz="1400" dirty="0">
                <a:solidFill>
                  <a:srgbClr val="3B3B3B"/>
                </a:solidFill>
                <a:latin typeface="Consolas"/>
              </a:rPr>
              <a:t> </a:t>
            </a:r>
            <a:r>
              <a:rPr lang="en-US" sz="1400">
                <a:solidFill>
                  <a:srgbClr val="0000FF"/>
                </a:solidFill>
                <a:latin typeface="Consolas"/>
              </a:rPr>
              <a:t>new</a:t>
            </a:r>
            <a:r>
              <a:rPr lang="en-US" sz="1400" dirty="0">
                <a:solidFill>
                  <a:srgbClr val="3B3B3B"/>
                </a:solidFill>
                <a:latin typeface="Consolas"/>
              </a:rPr>
              <a:t> </a:t>
            </a:r>
            <a:r>
              <a:rPr lang="en-US" sz="1400">
                <a:solidFill>
                  <a:srgbClr val="267F99"/>
                </a:solidFill>
                <a:latin typeface="Consolas"/>
              </a:rPr>
              <a:t>Date</a:t>
            </a:r>
            <a:r>
              <a:rPr lang="en-US" sz="1400">
                <a:solidFill>
                  <a:srgbClr val="3B3B3B"/>
                </a:solidFill>
                <a:latin typeface="Consolas"/>
              </a:rPr>
              <a:t>());</a:t>
            </a:r>
            <a:endParaRPr lang="en-US"/>
          </a:p>
          <a:p>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a:t>
            </a:r>
            <a:br>
              <a:rPr lang="en-US" dirty="0"/>
            </a:br>
            <a:endParaRPr lang="en-US">
              <a:ea typeface="Calibri Light"/>
              <a:cs typeface="Calibri Light"/>
            </a:endParaRPr>
          </a:p>
          <a:p>
            <a:r>
              <a:rPr lang="en-US" sz="1400" dirty="0">
                <a:solidFill>
                  <a:srgbClr val="3B3B3B"/>
                </a:solidFill>
                <a:latin typeface="Consolas"/>
              </a:rPr>
              <a:t>    </a:t>
            </a:r>
            <a:r>
              <a:rPr lang="en-US" sz="1400">
                <a:solidFill>
                  <a:srgbClr val="AF00DB"/>
                </a:solidFill>
                <a:latin typeface="Consolas"/>
              </a:rPr>
              <a:t>return</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800000"/>
                </a:solidFill>
                <a:latin typeface="Consolas"/>
              </a:rPr>
              <a:t>&lt;&gt;</a:t>
            </a:r>
            <a:endParaRPr lang="en-US"/>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1 foi clicado </a:t>
            </a:r>
            <a:r>
              <a:rPr lang="en-US" sz="1400">
                <a:solidFill>
                  <a:srgbClr val="0000FF"/>
                </a:solidFill>
                <a:latin typeface="Consolas"/>
              </a:rPr>
              <a:t>{</a:t>
            </a:r>
            <a:r>
              <a:rPr lang="en-US" sz="1400">
                <a:solidFill>
                  <a:srgbClr val="0070C1"/>
                </a:solidFill>
                <a:latin typeface="Consolas"/>
              </a:rPr>
              <a:t>contador1</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endParaRPr lang="en-US"/>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2 foi clicado </a:t>
            </a:r>
            <a:r>
              <a:rPr lang="en-US" sz="1400">
                <a:solidFill>
                  <a:srgbClr val="0000FF"/>
                </a:solidFill>
                <a:latin typeface="Consolas"/>
              </a:rPr>
              <a:t>{</a:t>
            </a:r>
            <a:r>
              <a:rPr lang="en-US" sz="1400">
                <a:solidFill>
                  <a:srgbClr val="0070C1"/>
                </a:solidFill>
                <a:latin typeface="Consolas"/>
              </a:rPr>
              <a:t>contador2</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endParaRPr lang="en-US"/>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bg-blue-200 rounded-md mr-1"</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setContador1</a:t>
            </a:r>
            <a:r>
              <a:rPr lang="en-US" sz="1400">
                <a:latin typeface="Consolas"/>
              </a:rPr>
              <a:t>(</a:t>
            </a:r>
            <a:r>
              <a:rPr lang="en-US" sz="1400">
                <a:solidFill>
                  <a:srgbClr val="0070C1"/>
                </a:solidFill>
                <a:latin typeface="Consolas"/>
              </a:rPr>
              <a:t>contador1</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1</a:t>
            </a:r>
            <a:r>
              <a:rPr lang="en-US" sz="1400">
                <a:solidFill>
                  <a:srgbClr val="800000"/>
                </a:solidFill>
                <a:latin typeface="Consolas"/>
              </a:rPr>
              <a:t>&lt;/button&gt;</a:t>
            </a:r>
            <a:endParaRPr lang="en-US"/>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bg-red-200 rounded-md"</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setContador2</a:t>
            </a:r>
            <a:r>
              <a:rPr lang="en-US" sz="1400">
                <a:latin typeface="Consolas"/>
              </a:rPr>
              <a:t>(</a:t>
            </a:r>
            <a:r>
              <a:rPr lang="en-US" sz="1400">
                <a:solidFill>
                  <a:srgbClr val="0070C1"/>
                </a:solidFill>
                <a:latin typeface="Consolas"/>
              </a:rPr>
              <a:t>contador2</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2</a:t>
            </a:r>
            <a:r>
              <a:rPr lang="en-US" sz="1400">
                <a:solidFill>
                  <a:srgbClr val="800000"/>
                </a:solidFill>
                <a:latin typeface="Consolas"/>
              </a:rPr>
              <a:t>&lt;/button&gt;</a:t>
            </a:r>
            <a:endParaRPr lang="en-US"/>
          </a:p>
          <a:p>
            <a:r>
              <a:rPr lang="en-US" sz="1400" dirty="0">
                <a:solidFill>
                  <a:srgbClr val="3B3B3B"/>
                </a:solidFill>
                <a:latin typeface="Consolas"/>
              </a:rPr>
              <a:t>        </a:t>
            </a:r>
            <a:r>
              <a:rPr lang="en-US" sz="1400">
                <a:solidFill>
                  <a:srgbClr val="800000"/>
                </a:solidFill>
                <a:latin typeface="Consolas"/>
              </a:rPr>
              <a:t>&lt;/&gt;</a:t>
            </a:r>
            <a:endParaRPr lang="en-US"/>
          </a:p>
          <a:p>
            <a:r>
              <a:rPr lang="en-US" sz="1400">
                <a:solidFill>
                  <a:srgbClr val="3B3B3B"/>
                </a:solidFill>
                <a:latin typeface="Consolas"/>
              </a:rPr>
              <a:t>    )</a:t>
            </a:r>
            <a:endParaRPr lang="en-US"/>
          </a:p>
          <a:p>
            <a:r>
              <a:rPr lang="en-US" sz="1400">
                <a:solidFill>
                  <a:srgbClr val="3B3B3B"/>
                </a:solidFill>
                <a:latin typeface="Consolas"/>
              </a:rPr>
              <a:t>}</a:t>
            </a:r>
            <a:endParaRPr lang="en-US"/>
          </a:p>
        </p:txBody>
      </p:sp>
      <p:sp>
        <p:nvSpPr>
          <p:cNvPr id="4" name="CaixaDeTexto 3">
            <a:extLst>
              <a:ext uri="{FF2B5EF4-FFF2-40B4-BE49-F238E27FC236}">
                <a16:creationId xmlns:a16="http://schemas.microsoft.com/office/drawing/2014/main" id="{DBDDE7DC-C64A-21FF-3BF2-86C2B26A7201}"/>
              </a:ext>
            </a:extLst>
          </p:cNvPr>
          <p:cNvSpPr txBox="1"/>
          <p:nvPr/>
        </p:nvSpPr>
        <p:spPr>
          <a:xfrm>
            <a:off x="6156158" y="220579"/>
            <a:ext cx="54242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ea typeface="Calibri Light"/>
                <a:cs typeface="Calibri Light"/>
              </a:rPr>
              <a:t>Efeito será executado após a montagem do componente </a:t>
            </a:r>
            <a:r>
              <a:rPr lang="pt-BR">
                <a:ea typeface="Calibri Light"/>
                <a:cs typeface="Calibri Light"/>
              </a:rPr>
              <a:t>e na atualização do estado contador1.</a:t>
            </a:r>
            <a:endParaRPr lang="pt-BR"/>
          </a:p>
        </p:txBody>
      </p:sp>
    </p:spTree>
    <p:extLst>
      <p:ext uri="{BB962C8B-B14F-4D97-AF65-F5344CB8AC3E}">
        <p14:creationId xmlns:p14="http://schemas.microsoft.com/office/powerpoint/2010/main" val="1732902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6" name="CaixaDeTexto 5">
            <a:extLst>
              <a:ext uri="{FF2B5EF4-FFF2-40B4-BE49-F238E27FC236}">
                <a16:creationId xmlns:a16="http://schemas.microsoft.com/office/drawing/2014/main" id="{D824FE35-CF4F-64A7-2876-D98E79D1E1A7}"/>
              </a:ext>
            </a:extLst>
          </p:cNvPr>
          <p:cNvSpPr txBox="1"/>
          <p:nvPr/>
        </p:nvSpPr>
        <p:spPr>
          <a:xfrm>
            <a:off x="2006" y="1596189"/>
            <a:ext cx="12187988"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A31515"/>
                </a:solidFill>
                <a:latin typeface="Consolas"/>
              </a:rPr>
              <a:t>'use client'</a:t>
            </a:r>
            <a:br>
              <a:rPr lang="en-US" dirty="0"/>
            </a:br>
            <a:r>
              <a:rPr lang="en-US" sz="1400">
                <a:solidFill>
                  <a:srgbClr val="AF00DB"/>
                </a:solidFill>
                <a:latin typeface="Consolas"/>
              </a:rPr>
              <a:t>import</a:t>
            </a:r>
            <a:r>
              <a:rPr lang="en-US" sz="1400">
                <a:solidFill>
                  <a:srgbClr val="3B3B3B"/>
                </a:solidFill>
                <a:latin typeface="Consolas"/>
              </a:rPr>
              <a:t> { </a:t>
            </a:r>
            <a:r>
              <a:rPr lang="en-US" sz="1400">
                <a:solidFill>
                  <a:srgbClr val="001080"/>
                </a:solidFill>
                <a:latin typeface="Consolas"/>
              </a:rPr>
              <a:t>useEffect</a:t>
            </a:r>
            <a:r>
              <a:rPr lang="en-US" sz="1400">
                <a:solidFill>
                  <a:srgbClr val="3B3B3B"/>
                </a:solidFill>
                <a:latin typeface="Consolas"/>
              </a:rPr>
              <a:t>, </a:t>
            </a:r>
            <a:r>
              <a:rPr lang="en-US" sz="1400">
                <a:solidFill>
                  <a:srgbClr val="001080"/>
                </a:solidFill>
                <a:latin typeface="Consolas"/>
              </a:rPr>
              <a:t>useState</a:t>
            </a:r>
            <a:r>
              <a:rPr lang="en-US" sz="1400">
                <a:solidFill>
                  <a:srgbClr val="3B3B3B"/>
                </a:solidFill>
                <a:latin typeface="Consolas"/>
              </a:rPr>
              <a:t> } </a:t>
            </a:r>
            <a:r>
              <a:rPr lang="en-US" sz="1400">
                <a:solidFill>
                  <a:srgbClr val="AF00DB"/>
                </a:solidFill>
                <a:latin typeface="Consolas"/>
              </a:rPr>
              <a:t>from</a:t>
            </a:r>
            <a:r>
              <a:rPr lang="en-US" sz="1400" dirty="0">
                <a:solidFill>
                  <a:srgbClr val="3B3B3B"/>
                </a:solidFill>
                <a:latin typeface="Consolas"/>
              </a:rPr>
              <a:t> </a:t>
            </a:r>
            <a:r>
              <a:rPr lang="en-US" sz="1400">
                <a:solidFill>
                  <a:srgbClr val="A31515"/>
                </a:solidFill>
                <a:latin typeface="Consolas"/>
              </a:rPr>
              <a:t>"react"</a:t>
            </a:r>
            <a:br>
              <a:rPr lang="en-US" dirty="0"/>
            </a:br>
            <a:endParaRPr lang="en-US">
              <a:ea typeface="Calibri Light"/>
              <a:cs typeface="Calibri Light"/>
            </a:endParaRPr>
          </a:p>
          <a:p>
            <a:r>
              <a:rPr lang="en-US" sz="1400">
                <a:solidFill>
                  <a:srgbClr val="AF00DB"/>
                </a:solidFill>
                <a:latin typeface="Consolas"/>
              </a:rPr>
              <a:t>export</a:t>
            </a:r>
            <a:r>
              <a:rPr lang="en-US" sz="1400" dirty="0">
                <a:solidFill>
                  <a:srgbClr val="3B3B3B"/>
                </a:solidFill>
                <a:latin typeface="Consolas"/>
              </a:rPr>
              <a:t> </a:t>
            </a:r>
            <a:r>
              <a:rPr lang="en-US" sz="1400">
                <a:solidFill>
                  <a:srgbClr val="AF00DB"/>
                </a:solidFill>
                <a:latin typeface="Consolas"/>
              </a:rPr>
              <a:t>default</a:t>
            </a:r>
            <a:r>
              <a:rPr lang="en-US" sz="1400" dirty="0">
                <a:solidFill>
                  <a:srgbClr val="3B3B3B"/>
                </a:solidFill>
                <a:latin typeface="Consolas"/>
              </a:rPr>
              <a:t> </a:t>
            </a:r>
            <a:r>
              <a:rPr lang="en-US" sz="1400">
                <a:solidFill>
                  <a:srgbClr val="0000FF"/>
                </a:solidFill>
                <a:latin typeface="Consolas"/>
              </a:rPr>
              <a:t>function</a:t>
            </a:r>
            <a:r>
              <a:rPr lang="en-US" sz="1400" dirty="0">
                <a:solidFill>
                  <a:srgbClr val="3B3B3B"/>
                </a:solidFill>
                <a:latin typeface="Consolas"/>
              </a:rPr>
              <a:t> </a:t>
            </a:r>
            <a:r>
              <a:rPr lang="en-US" sz="1400">
                <a:solidFill>
                  <a:srgbClr val="795E26"/>
                </a:solidFill>
                <a:latin typeface="Consolas"/>
              </a:rPr>
              <a:t>Effect</a:t>
            </a:r>
            <a:r>
              <a:rPr lang="en-US" sz="1400">
                <a:solidFill>
                  <a:srgbClr val="3B3B3B"/>
                </a:solidFill>
                <a:latin typeface="Consolas"/>
              </a:rPr>
              <a:t>() {</a:t>
            </a:r>
            <a:endParaRPr lang="en-US"/>
          </a:p>
          <a:p>
            <a:r>
              <a:rPr lang="en-US" sz="1400" dirty="0">
                <a:solidFill>
                  <a:srgbClr val="3B3B3B"/>
                </a:solidFill>
                <a:latin typeface="Consolas"/>
              </a:rPr>
              <a:t>    </a:t>
            </a:r>
            <a:endParaRPr lang="en-US" dirty="0"/>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 </a:t>
            </a:r>
            <a:r>
              <a:rPr lang="en-US" sz="1400">
                <a:solidFill>
                  <a:srgbClr val="795E26"/>
                </a:solidFill>
                <a:latin typeface="Consolas"/>
              </a:rPr>
              <a:t>setContador1</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contador2</a:t>
            </a:r>
            <a:r>
              <a:rPr lang="en-US" sz="1400">
                <a:solidFill>
                  <a:srgbClr val="3B3B3B"/>
                </a:solidFill>
                <a:latin typeface="Consolas"/>
              </a:rPr>
              <a:t>, </a:t>
            </a:r>
            <a:r>
              <a:rPr lang="en-US" sz="1400">
                <a:solidFill>
                  <a:srgbClr val="795E26"/>
                </a:solidFill>
                <a:latin typeface="Consolas"/>
              </a:rPr>
              <a:t>setContador2</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br>
              <a:rPr lang="en-US" dirty="0"/>
            </a:br>
            <a:endParaRPr lang="en-US">
              <a:ea typeface="Calibri Light"/>
              <a:cs typeface="Calibri Light"/>
            </a:endParaRPr>
          </a:p>
          <a:p>
            <a:r>
              <a:rPr lang="en-US" sz="1400" dirty="0">
                <a:solidFill>
                  <a:srgbClr val="3B3B3B"/>
                </a:solidFill>
                <a:latin typeface="Consolas"/>
              </a:rPr>
              <a:t>    </a:t>
            </a:r>
            <a:r>
              <a:rPr lang="en-US" sz="1400">
                <a:solidFill>
                  <a:srgbClr val="795E26"/>
                </a:solidFill>
                <a:latin typeface="Consolas"/>
              </a:rPr>
              <a:t>useEffect</a:t>
            </a:r>
            <a:r>
              <a:rPr lang="en-US" sz="1400">
                <a:solidFill>
                  <a:srgbClr val="3B3B3B"/>
                </a:solidFill>
                <a:latin typeface="Consolas"/>
              </a:rPr>
              <a:t>(() </a:t>
            </a:r>
            <a:r>
              <a:rPr lang="en-US" sz="1400">
                <a:solidFill>
                  <a:srgbClr val="0000FF"/>
                </a:solidFill>
                <a:latin typeface="Consolas"/>
              </a:rPr>
              <a:t>=&gt;</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001080"/>
                </a:solidFill>
                <a:latin typeface="Consolas"/>
              </a:rPr>
              <a:t>console</a:t>
            </a:r>
            <a:r>
              <a:rPr lang="en-US" sz="1400">
                <a:solidFill>
                  <a:srgbClr val="3B3B3B"/>
                </a:solidFill>
                <a:latin typeface="Consolas"/>
              </a:rPr>
              <a:t>.</a:t>
            </a:r>
            <a:r>
              <a:rPr lang="en-US" sz="1400">
                <a:solidFill>
                  <a:srgbClr val="795E26"/>
                </a:solidFill>
                <a:latin typeface="Consolas"/>
              </a:rPr>
              <a:t>log</a:t>
            </a:r>
            <a:r>
              <a:rPr lang="en-US" sz="1400">
                <a:solidFill>
                  <a:srgbClr val="3B3B3B"/>
                </a:solidFill>
                <a:latin typeface="Consolas"/>
              </a:rPr>
              <a:t>(</a:t>
            </a:r>
            <a:r>
              <a:rPr lang="en-US" sz="1400">
                <a:solidFill>
                  <a:srgbClr val="A31515"/>
                </a:solidFill>
                <a:latin typeface="Consolas"/>
              </a:rPr>
              <a:t>'Efeito executado às '</a:t>
            </a:r>
            <a:r>
              <a:rPr lang="en-US" sz="1400" dirty="0">
                <a:solidFill>
                  <a:srgbClr val="3B3B3B"/>
                </a:solidFill>
                <a:latin typeface="Consolas"/>
              </a:rPr>
              <a:t> </a:t>
            </a:r>
            <a:r>
              <a:rPr lang="en-US" sz="1400">
                <a:solidFill>
                  <a:srgbClr val="000000"/>
                </a:solidFill>
                <a:latin typeface="Consolas"/>
              </a:rPr>
              <a:t>+</a:t>
            </a:r>
            <a:r>
              <a:rPr lang="en-US" sz="1400" dirty="0">
                <a:solidFill>
                  <a:srgbClr val="3B3B3B"/>
                </a:solidFill>
                <a:latin typeface="Consolas"/>
              </a:rPr>
              <a:t> </a:t>
            </a:r>
            <a:r>
              <a:rPr lang="en-US" sz="1400">
                <a:solidFill>
                  <a:srgbClr val="0000FF"/>
                </a:solidFill>
                <a:latin typeface="Consolas"/>
              </a:rPr>
              <a:t>new</a:t>
            </a:r>
            <a:r>
              <a:rPr lang="en-US" sz="1400" dirty="0">
                <a:solidFill>
                  <a:srgbClr val="3B3B3B"/>
                </a:solidFill>
                <a:latin typeface="Consolas"/>
              </a:rPr>
              <a:t> </a:t>
            </a:r>
            <a:r>
              <a:rPr lang="en-US" sz="1400">
                <a:solidFill>
                  <a:srgbClr val="267F99"/>
                </a:solidFill>
                <a:latin typeface="Consolas"/>
              </a:rPr>
              <a:t>Date</a:t>
            </a:r>
            <a:r>
              <a:rPr lang="en-US" sz="1400">
                <a:solidFill>
                  <a:srgbClr val="3B3B3B"/>
                </a:solidFill>
                <a:latin typeface="Consolas"/>
              </a:rPr>
              <a:t>());</a:t>
            </a:r>
            <a:endParaRPr lang="en-US"/>
          </a:p>
          <a:p>
            <a:r>
              <a:rPr lang="en-US" sz="1400">
                <a:solidFill>
                  <a:srgbClr val="3B3B3B"/>
                </a:solidFill>
                <a:latin typeface="Consolas"/>
              </a:rPr>
              <a:t>    },[</a:t>
            </a:r>
            <a:r>
              <a:rPr lang="en-US" sz="1400">
                <a:solidFill>
                  <a:srgbClr val="0070C1"/>
                </a:solidFill>
                <a:latin typeface="Consolas"/>
              </a:rPr>
              <a:t>contador2</a:t>
            </a:r>
            <a:r>
              <a:rPr lang="en-US" sz="1400">
                <a:solidFill>
                  <a:srgbClr val="3B3B3B"/>
                </a:solidFill>
                <a:latin typeface="Consolas"/>
              </a:rPr>
              <a:t>]);</a:t>
            </a:r>
            <a:br>
              <a:rPr lang="en-US" dirty="0"/>
            </a:br>
            <a:endParaRPr lang="en-US">
              <a:ea typeface="Calibri Light"/>
              <a:cs typeface="Calibri Light"/>
            </a:endParaRPr>
          </a:p>
          <a:p>
            <a:r>
              <a:rPr lang="en-US" sz="1400" dirty="0">
                <a:solidFill>
                  <a:srgbClr val="3B3B3B"/>
                </a:solidFill>
                <a:latin typeface="Consolas"/>
              </a:rPr>
              <a:t>    </a:t>
            </a:r>
            <a:r>
              <a:rPr lang="en-US" sz="1400">
                <a:solidFill>
                  <a:srgbClr val="AF00DB"/>
                </a:solidFill>
                <a:latin typeface="Consolas"/>
              </a:rPr>
              <a:t>return</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800000"/>
                </a:solidFill>
                <a:latin typeface="Consolas"/>
              </a:rPr>
              <a:t>&lt;&gt;</a:t>
            </a:r>
            <a:endParaRPr lang="en-US"/>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1 foi clicado </a:t>
            </a:r>
            <a:r>
              <a:rPr lang="en-US" sz="1400">
                <a:solidFill>
                  <a:srgbClr val="0000FF"/>
                </a:solidFill>
                <a:latin typeface="Consolas"/>
              </a:rPr>
              <a:t>{</a:t>
            </a:r>
            <a:r>
              <a:rPr lang="en-US" sz="1400">
                <a:solidFill>
                  <a:srgbClr val="0070C1"/>
                </a:solidFill>
                <a:latin typeface="Consolas"/>
              </a:rPr>
              <a:t>contador1</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endParaRPr lang="en-US"/>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2 foi clicado </a:t>
            </a:r>
            <a:r>
              <a:rPr lang="en-US" sz="1400">
                <a:solidFill>
                  <a:srgbClr val="0000FF"/>
                </a:solidFill>
                <a:latin typeface="Consolas"/>
              </a:rPr>
              <a:t>{</a:t>
            </a:r>
            <a:r>
              <a:rPr lang="en-US" sz="1400">
                <a:solidFill>
                  <a:srgbClr val="0070C1"/>
                </a:solidFill>
                <a:latin typeface="Consolas"/>
              </a:rPr>
              <a:t>contador2</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endParaRPr lang="en-US"/>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bg-blue-200 rounded-md mr-1"</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setContador1</a:t>
            </a:r>
            <a:r>
              <a:rPr lang="en-US" sz="1400">
                <a:latin typeface="Consolas"/>
              </a:rPr>
              <a:t>(</a:t>
            </a:r>
            <a:r>
              <a:rPr lang="en-US" sz="1400">
                <a:solidFill>
                  <a:srgbClr val="0070C1"/>
                </a:solidFill>
                <a:latin typeface="Consolas"/>
              </a:rPr>
              <a:t>contador1</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1</a:t>
            </a:r>
            <a:r>
              <a:rPr lang="en-US" sz="1400">
                <a:solidFill>
                  <a:srgbClr val="800000"/>
                </a:solidFill>
                <a:latin typeface="Consolas"/>
              </a:rPr>
              <a:t>&lt;/button&gt;</a:t>
            </a:r>
            <a:endParaRPr lang="en-US"/>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bg-red-200 rounded-md"</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setContador2</a:t>
            </a:r>
            <a:r>
              <a:rPr lang="en-US" sz="1400">
                <a:latin typeface="Consolas"/>
              </a:rPr>
              <a:t>(</a:t>
            </a:r>
            <a:r>
              <a:rPr lang="en-US" sz="1400">
                <a:solidFill>
                  <a:srgbClr val="0070C1"/>
                </a:solidFill>
                <a:latin typeface="Consolas"/>
              </a:rPr>
              <a:t>contador2</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2</a:t>
            </a:r>
            <a:r>
              <a:rPr lang="en-US" sz="1400">
                <a:solidFill>
                  <a:srgbClr val="800000"/>
                </a:solidFill>
                <a:latin typeface="Consolas"/>
              </a:rPr>
              <a:t>&lt;/button&gt;</a:t>
            </a:r>
            <a:endParaRPr lang="en-US"/>
          </a:p>
          <a:p>
            <a:r>
              <a:rPr lang="en-US" sz="1400" dirty="0">
                <a:solidFill>
                  <a:srgbClr val="3B3B3B"/>
                </a:solidFill>
                <a:latin typeface="Consolas"/>
              </a:rPr>
              <a:t>        </a:t>
            </a:r>
            <a:r>
              <a:rPr lang="en-US" sz="1400">
                <a:solidFill>
                  <a:srgbClr val="800000"/>
                </a:solidFill>
                <a:latin typeface="Consolas"/>
              </a:rPr>
              <a:t>&lt;/&gt;</a:t>
            </a:r>
            <a:endParaRPr lang="en-US"/>
          </a:p>
          <a:p>
            <a:r>
              <a:rPr lang="en-US" sz="1400">
                <a:solidFill>
                  <a:srgbClr val="3B3B3B"/>
                </a:solidFill>
                <a:latin typeface="Consolas"/>
              </a:rPr>
              <a:t>    )</a:t>
            </a:r>
            <a:endParaRPr lang="en-US"/>
          </a:p>
          <a:p>
            <a:r>
              <a:rPr lang="en-US" sz="1400">
                <a:solidFill>
                  <a:srgbClr val="3B3B3B"/>
                </a:solidFill>
                <a:latin typeface="Consolas"/>
              </a:rPr>
              <a:t>}</a:t>
            </a:r>
            <a:endParaRPr lang="en-US"/>
          </a:p>
        </p:txBody>
      </p:sp>
      <p:sp>
        <p:nvSpPr>
          <p:cNvPr id="4" name="CaixaDeTexto 3">
            <a:extLst>
              <a:ext uri="{FF2B5EF4-FFF2-40B4-BE49-F238E27FC236}">
                <a16:creationId xmlns:a16="http://schemas.microsoft.com/office/drawing/2014/main" id="{DBDDE7DC-C64A-21FF-3BF2-86C2B26A7201}"/>
              </a:ext>
            </a:extLst>
          </p:cNvPr>
          <p:cNvSpPr txBox="1"/>
          <p:nvPr/>
        </p:nvSpPr>
        <p:spPr>
          <a:xfrm>
            <a:off x="6156158" y="220579"/>
            <a:ext cx="54242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ea typeface="Calibri Light"/>
                <a:cs typeface="Calibri Light"/>
              </a:rPr>
              <a:t>Efeito será executado após a montagem do componente </a:t>
            </a:r>
            <a:r>
              <a:rPr lang="pt-BR">
                <a:ea typeface="Calibri Light"/>
                <a:cs typeface="Calibri Light"/>
              </a:rPr>
              <a:t>e na atualização do estado contador2.</a:t>
            </a:r>
            <a:endParaRPr lang="pt-BR"/>
          </a:p>
        </p:txBody>
      </p:sp>
    </p:spTree>
    <p:extLst>
      <p:ext uri="{BB962C8B-B14F-4D97-AF65-F5344CB8AC3E}">
        <p14:creationId xmlns:p14="http://schemas.microsoft.com/office/powerpoint/2010/main" val="334864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6" name="CaixaDeTexto 5">
            <a:extLst>
              <a:ext uri="{FF2B5EF4-FFF2-40B4-BE49-F238E27FC236}">
                <a16:creationId xmlns:a16="http://schemas.microsoft.com/office/drawing/2014/main" id="{D824FE35-CF4F-64A7-2876-D98E79D1E1A7}"/>
              </a:ext>
            </a:extLst>
          </p:cNvPr>
          <p:cNvSpPr txBox="1"/>
          <p:nvPr/>
        </p:nvSpPr>
        <p:spPr>
          <a:xfrm>
            <a:off x="2006" y="1596189"/>
            <a:ext cx="12187988"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A31515"/>
                </a:solidFill>
                <a:latin typeface="Consolas"/>
              </a:rPr>
              <a:t>'use client'</a:t>
            </a:r>
            <a:br>
              <a:rPr lang="en-US" dirty="0"/>
            </a:br>
            <a:r>
              <a:rPr lang="en-US" sz="1400">
                <a:solidFill>
                  <a:srgbClr val="AF00DB"/>
                </a:solidFill>
                <a:latin typeface="Consolas"/>
              </a:rPr>
              <a:t>import</a:t>
            </a:r>
            <a:r>
              <a:rPr lang="en-US" sz="1400">
                <a:solidFill>
                  <a:srgbClr val="3B3B3B"/>
                </a:solidFill>
                <a:latin typeface="Consolas"/>
              </a:rPr>
              <a:t> { </a:t>
            </a:r>
            <a:r>
              <a:rPr lang="en-US" sz="1400">
                <a:solidFill>
                  <a:srgbClr val="001080"/>
                </a:solidFill>
                <a:latin typeface="Consolas"/>
              </a:rPr>
              <a:t>useEffect</a:t>
            </a:r>
            <a:r>
              <a:rPr lang="en-US" sz="1400">
                <a:solidFill>
                  <a:srgbClr val="3B3B3B"/>
                </a:solidFill>
                <a:latin typeface="Consolas"/>
              </a:rPr>
              <a:t>, </a:t>
            </a:r>
            <a:r>
              <a:rPr lang="en-US" sz="1400">
                <a:solidFill>
                  <a:srgbClr val="001080"/>
                </a:solidFill>
                <a:latin typeface="Consolas"/>
              </a:rPr>
              <a:t>useState</a:t>
            </a:r>
            <a:r>
              <a:rPr lang="en-US" sz="1400">
                <a:solidFill>
                  <a:srgbClr val="3B3B3B"/>
                </a:solidFill>
                <a:latin typeface="Consolas"/>
              </a:rPr>
              <a:t> } </a:t>
            </a:r>
            <a:r>
              <a:rPr lang="en-US" sz="1400">
                <a:solidFill>
                  <a:srgbClr val="AF00DB"/>
                </a:solidFill>
                <a:latin typeface="Consolas"/>
              </a:rPr>
              <a:t>from</a:t>
            </a:r>
            <a:r>
              <a:rPr lang="en-US" sz="1400" dirty="0">
                <a:solidFill>
                  <a:srgbClr val="3B3B3B"/>
                </a:solidFill>
                <a:latin typeface="Consolas"/>
              </a:rPr>
              <a:t> </a:t>
            </a:r>
            <a:r>
              <a:rPr lang="en-US" sz="1400">
                <a:solidFill>
                  <a:srgbClr val="A31515"/>
                </a:solidFill>
                <a:latin typeface="Consolas"/>
              </a:rPr>
              <a:t>"react"</a:t>
            </a:r>
            <a:br>
              <a:rPr lang="en-US" dirty="0"/>
            </a:br>
            <a:endParaRPr lang="en-US">
              <a:ea typeface="Calibri Light"/>
              <a:cs typeface="Calibri Light"/>
            </a:endParaRPr>
          </a:p>
          <a:p>
            <a:r>
              <a:rPr lang="en-US" sz="1400">
                <a:solidFill>
                  <a:srgbClr val="AF00DB"/>
                </a:solidFill>
                <a:latin typeface="Consolas"/>
              </a:rPr>
              <a:t>export</a:t>
            </a:r>
            <a:r>
              <a:rPr lang="en-US" sz="1400" dirty="0">
                <a:solidFill>
                  <a:srgbClr val="3B3B3B"/>
                </a:solidFill>
                <a:latin typeface="Consolas"/>
              </a:rPr>
              <a:t> </a:t>
            </a:r>
            <a:r>
              <a:rPr lang="en-US" sz="1400">
                <a:solidFill>
                  <a:srgbClr val="AF00DB"/>
                </a:solidFill>
                <a:latin typeface="Consolas"/>
              </a:rPr>
              <a:t>default</a:t>
            </a:r>
            <a:r>
              <a:rPr lang="en-US" sz="1400" dirty="0">
                <a:solidFill>
                  <a:srgbClr val="3B3B3B"/>
                </a:solidFill>
                <a:latin typeface="Consolas"/>
              </a:rPr>
              <a:t> </a:t>
            </a:r>
            <a:r>
              <a:rPr lang="en-US" sz="1400">
                <a:solidFill>
                  <a:srgbClr val="0000FF"/>
                </a:solidFill>
                <a:latin typeface="Consolas"/>
              </a:rPr>
              <a:t>function</a:t>
            </a:r>
            <a:r>
              <a:rPr lang="en-US" sz="1400" dirty="0">
                <a:solidFill>
                  <a:srgbClr val="3B3B3B"/>
                </a:solidFill>
                <a:latin typeface="Consolas"/>
              </a:rPr>
              <a:t> </a:t>
            </a:r>
            <a:r>
              <a:rPr lang="en-US" sz="1400">
                <a:solidFill>
                  <a:srgbClr val="795E26"/>
                </a:solidFill>
                <a:latin typeface="Consolas"/>
              </a:rPr>
              <a:t>Effect</a:t>
            </a:r>
            <a:r>
              <a:rPr lang="en-US" sz="1400">
                <a:solidFill>
                  <a:srgbClr val="3B3B3B"/>
                </a:solidFill>
                <a:latin typeface="Consolas"/>
              </a:rPr>
              <a:t>() {</a:t>
            </a:r>
            <a:endParaRPr lang="en-US"/>
          </a:p>
          <a:p>
            <a:r>
              <a:rPr lang="en-US" sz="1400" dirty="0">
                <a:solidFill>
                  <a:srgbClr val="3B3B3B"/>
                </a:solidFill>
                <a:latin typeface="Consolas"/>
              </a:rPr>
              <a:t>    </a:t>
            </a:r>
            <a:endParaRPr lang="en-US" dirty="0"/>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 </a:t>
            </a:r>
            <a:r>
              <a:rPr lang="en-US" sz="1400">
                <a:solidFill>
                  <a:srgbClr val="795E26"/>
                </a:solidFill>
                <a:latin typeface="Consolas"/>
              </a:rPr>
              <a:t>setContador1</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endParaRPr lang="en-US"/>
          </a:p>
          <a:p>
            <a:r>
              <a:rPr lang="en-US" sz="1400" dirty="0">
                <a:solidFill>
                  <a:srgbClr val="3B3B3B"/>
                </a:solidFill>
                <a:latin typeface="Consolas"/>
              </a:rPr>
              <a:t>    </a:t>
            </a:r>
            <a:r>
              <a:rPr lang="en-US" sz="1400">
                <a:solidFill>
                  <a:srgbClr val="0000FF"/>
                </a:solidFill>
                <a:latin typeface="Consolas"/>
              </a:rPr>
              <a:t>const</a:t>
            </a:r>
            <a:r>
              <a:rPr lang="en-US" sz="1400">
                <a:solidFill>
                  <a:srgbClr val="3B3B3B"/>
                </a:solidFill>
                <a:latin typeface="Consolas"/>
              </a:rPr>
              <a:t> [</a:t>
            </a:r>
            <a:r>
              <a:rPr lang="en-US" sz="1400">
                <a:solidFill>
                  <a:srgbClr val="0070C1"/>
                </a:solidFill>
                <a:latin typeface="Consolas"/>
              </a:rPr>
              <a:t>contador2</a:t>
            </a:r>
            <a:r>
              <a:rPr lang="en-US" sz="1400">
                <a:solidFill>
                  <a:srgbClr val="3B3B3B"/>
                </a:solidFill>
                <a:latin typeface="Consolas"/>
              </a:rPr>
              <a:t>, </a:t>
            </a:r>
            <a:r>
              <a:rPr lang="en-US" sz="1400">
                <a:solidFill>
                  <a:srgbClr val="795E26"/>
                </a:solidFill>
                <a:latin typeface="Consolas"/>
              </a:rPr>
              <a:t>setContador2</a:t>
            </a:r>
            <a:r>
              <a:rPr lang="en-US" sz="1400">
                <a:solidFill>
                  <a:srgbClr val="3B3B3B"/>
                </a:solidFill>
                <a:latin typeface="Consolas"/>
              </a:rPr>
              <a:t>] </a:t>
            </a:r>
            <a:r>
              <a:rPr lang="en-US" sz="1400">
                <a:latin typeface="Consolas"/>
              </a:rPr>
              <a:t>=</a:t>
            </a:r>
            <a:r>
              <a:rPr lang="en-US" sz="1400" dirty="0">
                <a:solidFill>
                  <a:srgbClr val="3B3B3B"/>
                </a:solidFill>
                <a:latin typeface="Consolas"/>
              </a:rPr>
              <a:t> </a:t>
            </a:r>
            <a:r>
              <a:rPr lang="en-US" sz="1400">
                <a:solidFill>
                  <a:srgbClr val="795E26"/>
                </a:solidFill>
                <a:latin typeface="Consolas"/>
              </a:rPr>
              <a:t>useState</a:t>
            </a:r>
            <a:r>
              <a:rPr lang="en-US" sz="1400">
                <a:solidFill>
                  <a:srgbClr val="3B3B3B"/>
                </a:solidFill>
                <a:latin typeface="Consolas"/>
              </a:rPr>
              <a:t>(</a:t>
            </a:r>
            <a:r>
              <a:rPr lang="en-US" sz="1400">
                <a:solidFill>
                  <a:srgbClr val="098658"/>
                </a:solidFill>
                <a:latin typeface="Consolas"/>
              </a:rPr>
              <a:t>0</a:t>
            </a:r>
            <a:r>
              <a:rPr lang="en-US" sz="1400">
                <a:solidFill>
                  <a:srgbClr val="3B3B3B"/>
                </a:solidFill>
                <a:latin typeface="Consolas"/>
              </a:rPr>
              <a:t>);</a:t>
            </a:r>
            <a:br>
              <a:rPr lang="en-US" dirty="0"/>
            </a:br>
            <a:endParaRPr lang="en-US">
              <a:ea typeface="Calibri Light"/>
              <a:cs typeface="Calibri Light"/>
            </a:endParaRPr>
          </a:p>
          <a:p>
            <a:r>
              <a:rPr lang="en-US" sz="1400" dirty="0">
                <a:solidFill>
                  <a:srgbClr val="3B3B3B"/>
                </a:solidFill>
                <a:latin typeface="Consolas"/>
              </a:rPr>
              <a:t>    </a:t>
            </a:r>
            <a:r>
              <a:rPr lang="en-US" sz="1400">
                <a:solidFill>
                  <a:srgbClr val="795E26"/>
                </a:solidFill>
                <a:latin typeface="Consolas"/>
              </a:rPr>
              <a:t>useEffect</a:t>
            </a:r>
            <a:r>
              <a:rPr lang="en-US" sz="1400">
                <a:solidFill>
                  <a:srgbClr val="3B3B3B"/>
                </a:solidFill>
                <a:latin typeface="Consolas"/>
              </a:rPr>
              <a:t>(() </a:t>
            </a:r>
            <a:r>
              <a:rPr lang="en-US" sz="1400">
                <a:solidFill>
                  <a:srgbClr val="0000FF"/>
                </a:solidFill>
                <a:latin typeface="Consolas"/>
              </a:rPr>
              <a:t>=&gt;</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001080"/>
                </a:solidFill>
                <a:latin typeface="Consolas"/>
              </a:rPr>
              <a:t>console</a:t>
            </a:r>
            <a:r>
              <a:rPr lang="en-US" sz="1400">
                <a:solidFill>
                  <a:srgbClr val="3B3B3B"/>
                </a:solidFill>
                <a:latin typeface="Consolas"/>
              </a:rPr>
              <a:t>.</a:t>
            </a:r>
            <a:r>
              <a:rPr lang="en-US" sz="1400">
                <a:solidFill>
                  <a:srgbClr val="795E26"/>
                </a:solidFill>
                <a:latin typeface="Consolas"/>
              </a:rPr>
              <a:t>log</a:t>
            </a:r>
            <a:r>
              <a:rPr lang="en-US" sz="1400">
                <a:solidFill>
                  <a:srgbClr val="3B3B3B"/>
                </a:solidFill>
                <a:latin typeface="Consolas"/>
              </a:rPr>
              <a:t>(</a:t>
            </a:r>
            <a:r>
              <a:rPr lang="en-US" sz="1400">
                <a:solidFill>
                  <a:srgbClr val="A31515"/>
                </a:solidFill>
                <a:latin typeface="Consolas"/>
              </a:rPr>
              <a:t>'Efeito executado às '</a:t>
            </a:r>
            <a:r>
              <a:rPr lang="en-US" sz="1400" dirty="0">
                <a:solidFill>
                  <a:srgbClr val="3B3B3B"/>
                </a:solidFill>
                <a:latin typeface="Consolas"/>
              </a:rPr>
              <a:t> </a:t>
            </a:r>
            <a:r>
              <a:rPr lang="en-US" sz="1400">
                <a:solidFill>
                  <a:srgbClr val="000000"/>
                </a:solidFill>
                <a:latin typeface="Consolas"/>
              </a:rPr>
              <a:t>+</a:t>
            </a:r>
            <a:r>
              <a:rPr lang="en-US" sz="1400" dirty="0">
                <a:solidFill>
                  <a:srgbClr val="3B3B3B"/>
                </a:solidFill>
                <a:latin typeface="Consolas"/>
              </a:rPr>
              <a:t> </a:t>
            </a:r>
            <a:r>
              <a:rPr lang="en-US" sz="1400">
                <a:solidFill>
                  <a:srgbClr val="0000FF"/>
                </a:solidFill>
                <a:latin typeface="Consolas"/>
              </a:rPr>
              <a:t>new</a:t>
            </a:r>
            <a:r>
              <a:rPr lang="en-US" sz="1400" dirty="0">
                <a:solidFill>
                  <a:srgbClr val="3B3B3B"/>
                </a:solidFill>
                <a:latin typeface="Consolas"/>
              </a:rPr>
              <a:t> </a:t>
            </a:r>
            <a:r>
              <a:rPr lang="en-US" sz="1400">
                <a:solidFill>
                  <a:srgbClr val="267F99"/>
                </a:solidFill>
                <a:latin typeface="Consolas"/>
              </a:rPr>
              <a:t>Date</a:t>
            </a:r>
            <a:r>
              <a:rPr lang="en-US" sz="1400">
                <a:solidFill>
                  <a:srgbClr val="3B3B3B"/>
                </a:solidFill>
                <a:latin typeface="Consolas"/>
              </a:rPr>
              <a:t>());</a:t>
            </a:r>
            <a:endParaRPr lang="en-US"/>
          </a:p>
          <a:p>
            <a:r>
              <a:rPr lang="en-US" sz="1400">
                <a:solidFill>
                  <a:srgbClr val="3B3B3B"/>
                </a:solidFill>
                <a:latin typeface="Consolas"/>
              </a:rPr>
              <a:t>    },[</a:t>
            </a:r>
            <a:r>
              <a:rPr lang="en-US" sz="1400">
                <a:solidFill>
                  <a:srgbClr val="0070C1"/>
                </a:solidFill>
                <a:latin typeface="Consolas"/>
              </a:rPr>
              <a:t>contador1</a:t>
            </a:r>
            <a:r>
              <a:rPr lang="en-US" sz="1400">
                <a:solidFill>
                  <a:srgbClr val="3B3B3B"/>
                </a:solidFill>
                <a:latin typeface="Consolas"/>
              </a:rPr>
              <a:t>,</a:t>
            </a:r>
            <a:r>
              <a:rPr lang="en-US" sz="1400">
                <a:solidFill>
                  <a:srgbClr val="0070C1"/>
                </a:solidFill>
                <a:latin typeface="Consolas"/>
              </a:rPr>
              <a:t> contador2</a:t>
            </a:r>
            <a:r>
              <a:rPr lang="en-US" sz="1400">
                <a:solidFill>
                  <a:srgbClr val="3B3B3B"/>
                </a:solidFill>
                <a:latin typeface="Consolas"/>
              </a:rPr>
              <a:t>]);</a:t>
            </a:r>
            <a:br>
              <a:rPr lang="en-US" dirty="0"/>
            </a:br>
            <a:endParaRPr lang="en-US">
              <a:ea typeface="Calibri Light"/>
              <a:cs typeface="Calibri Light"/>
            </a:endParaRPr>
          </a:p>
          <a:p>
            <a:r>
              <a:rPr lang="en-US" sz="1400" dirty="0">
                <a:solidFill>
                  <a:srgbClr val="3B3B3B"/>
                </a:solidFill>
                <a:latin typeface="Consolas"/>
              </a:rPr>
              <a:t>    </a:t>
            </a:r>
            <a:r>
              <a:rPr lang="en-US" sz="1400">
                <a:solidFill>
                  <a:srgbClr val="AF00DB"/>
                </a:solidFill>
                <a:latin typeface="Consolas"/>
              </a:rPr>
              <a:t>return</a:t>
            </a:r>
            <a:r>
              <a:rPr lang="en-US" sz="1400">
                <a:solidFill>
                  <a:srgbClr val="3B3B3B"/>
                </a:solidFill>
                <a:latin typeface="Consolas"/>
              </a:rPr>
              <a:t> (</a:t>
            </a:r>
            <a:endParaRPr lang="en-US"/>
          </a:p>
          <a:p>
            <a:r>
              <a:rPr lang="en-US" sz="1400" dirty="0">
                <a:solidFill>
                  <a:srgbClr val="3B3B3B"/>
                </a:solidFill>
                <a:latin typeface="Consolas"/>
              </a:rPr>
              <a:t>        </a:t>
            </a:r>
            <a:r>
              <a:rPr lang="en-US" sz="1400">
                <a:solidFill>
                  <a:srgbClr val="800000"/>
                </a:solidFill>
                <a:latin typeface="Consolas"/>
              </a:rPr>
              <a:t>&lt;&gt;</a:t>
            </a:r>
            <a:endParaRPr lang="en-US"/>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1 foi clicado </a:t>
            </a:r>
            <a:r>
              <a:rPr lang="en-US" sz="1400">
                <a:solidFill>
                  <a:srgbClr val="0000FF"/>
                </a:solidFill>
                <a:latin typeface="Consolas"/>
              </a:rPr>
              <a:t>{</a:t>
            </a:r>
            <a:r>
              <a:rPr lang="en-US" sz="1400">
                <a:solidFill>
                  <a:srgbClr val="0070C1"/>
                </a:solidFill>
                <a:latin typeface="Consolas"/>
              </a:rPr>
              <a:t>contador1</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endParaRPr lang="en-US"/>
          </a:p>
          <a:p>
            <a:r>
              <a:rPr lang="en-US" sz="1400" dirty="0">
                <a:solidFill>
                  <a:srgbClr val="3B3B3B"/>
                </a:solidFill>
                <a:latin typeface="Consolas"/>
              </a:rPr>
              <a:t>            </a:t>
            </a:r>
            <a:r>
              <a:rPr lang="en-US" sz="1400">
                <a:solidFill>
                  <a:srgbClr val="800000"/>
                </a:solidFill>
                <a:latin typeface="Consolas"/>
              </a:rPr>
              <a:t>&lt;p&gt;</a:t>
            </a:r>
            <a:r>
              <a:rPr lang="en-US" sz="1400">
                <a:solidFill>
                  <a:srgbClr val="3B3B3B"/>
                </a:solidFill>
                <a:latin typeface="Consolas"/>
              </a:rPr>
              <a:t>O botão 2 foi clicado </a:t>
            </a:r>
            <a:r>
              <a:rPr lang="en-US" sz="1400">
                <a:solidFill>
                  <a:srgbClr val="0000FF"/>
                </a:solidFill>
                <a:latin typeface="Consolas"/>
              </a:rPr>
              <a:t>{</a:t>
            </a:r>
            <a:r>
              <a:rPr lang="en-US" sz="1400">
                <a:solidFill>
                  <a:srgbClr val="0070C1"/>
                </a:solidFill>
                <a:latin typeface="Consolas"/>
              </a:rPr>
              <a:t>contador2</a:t>
            </a:r>
            <a:r>
              <a:rPr lang="en-US" sz="1400">
                <a:solidFill>
                  <a:srgbClr val="0000FF"/>
                </a:solidFill>
                <a:latin typeface="Consolas"/>
              </a:rPr>
              <a:t>}</a:t>
            </a:r>
            <a:r>
              <a:rPr lang="en-US" sz="1400">
                <a:solidFill>
                  <a:srgbClr val="3B3B3B"/>
                </a:solidFill>
                <a:latin typeface="Consolas"/>
              </a:rPr>
              <a:t> vezes</a:t>
            </a:r>
            <a:r>
              <a:rPr lang="en-US" sz="1400">
                <a:solidFill>
                  <a:srgbClr val="800000"/>
                </a:solidFill>
                <a:latin typeface="Consolas"/>
              </a:rPr>
              <a:t>&lt;/p&gt;</a:t>
            </a:r>
            <a:endParaRPr lang="en-US"/>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bg-blue-200 rounded-md mr-1"</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setContador1</a:t>
            </a:r>
            <a:r>
              <a:rPr lang="en-US" sz="1400">
                <a:latin typeface="Consolas"/>
              </a:rPr>
              <a:t>(</a:t>
            </a:r>
            <a:r>
              <a:rPr lang="en-US" sz="1400">
                <a:solidFill>
                  <a:srgbClr val="0070C1"/>
                </a:solidFill>
                <a:latin typeface="Consolas"/>
              </a:rPr>
              <a:t>contador1</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1</a:t>
            </a:r>
            <a:r>
              <a:rPr lang="en-US" sz="1400">
                <a:solidFill>
                  <a:srgbClr val="800000"/>
                </a:solidFill>
                <a:latin typeface="Consolas"/>
              </a:rPr>
              <a:t>&lt;/button&gt;</a:t>
            </a:r>
            <a:endParaRPr lang="en-US"/>
          </a:p>
          <a:p>
            <a:r>
              <a:rPr lang="en-US" sz="1400" dirty="0">
                <a:solidFill>
                  <a:srgbClr val="3B3B3B"/>
                </a:solidFill>
                <a:latin typeface="Consolas"/>
              </a:rPr>
              <a:t>            </a:t>
            </a:r>
            <a:r>
              <a:rPr lang="en-US" sz="1400">
                <a:solidFill>
                  <a:srgbClr val="800000"/>
                </a:solidFill>
                <a:latin typeface="Consolas"/>
              </a:rPr>
              <a:t>&lt;button</a:t>
            </a:r>
            <a:r>
              <a:rPr lang="en-US" sz="1400" dirty="0">
                <a:solidFill>
                  <a:srgbClr val="3B3B3B"/>
                </a:solidFill>
                <a:latin typeface="Consolas"/>
              </a:rPr>
              <a:t> </a:t>
            </a:r>
            <a:r>
              <a:rPr lang="en-US" sz="1400">
                <a:solidFill>
                  <a:srgbClr val="E50000"/>
                </a:solidFill>
                <a:latin typeface="Consolas"/>
              </a:rPr>
              <a:t>className</a:t>
            </a:r>
            <a:r>
              <a:rPr lang="en-US" sz="1400">
                <a:latin typeface="Consolas"/>
              </a:rPr>
              <a:t>=</a:t>
            </a:r>
            <a:r>
              <a:rPr lang="en-US" sz="1400">
                <a:solidFill>
                  <a:srgbClr val="A31515"/>
                </a:solidFill>
                <a:latin typeface="Consolas"/>
              </a:rPr>
              <a:t>"px-2 bg-red-200 rounded-md"</a:t>
            </a:r>
            <a:r>
              <a:rPr lang="en-US" sz="1400" dirty="0">
                <a:solidFill>
                  <a:srgbClr val="3B3B3B"/>
                </a:solidFill>
                <a:latin typeface="Consolas"/>
              </a:rPr>
              <a:t> </a:t>
            </a:r>
            <a:r>
              <a:rPr lang="en-US" sz="1400">
                <a:solidFill>
                  <a:srgbClr val="E50000"/>
                </a:solidFill>
                <a:latin typeface="Consolas"/>
              </a:rPr>
              <a:t>onClick</a:t>
            </a:r>
            <a:r>
              <a:rPr lang="en-US" sz="1400">
                <a:latin typeface="Consolas"/>
              </a:rPr>
              <a:t>=</a:t>
            </a:r>
            <a:r>
              <a:rPr lang="en-US" sz="1400">
                <a:solidFill>
                  <a:srgbClr val="0000FF"/>
                </a:solidFill>
                <a:latin typeface="Consolas"/>
              </a:rPr>
              <a:t>{</a:t>
            </a:r>
            <a:r>
              <a:rPr lang="en-US" sz="1400">
                <a:latin typeface="Consolas"/>
              </a:rPr>
              <a:t>() </a:t>
            </a:r>
            <a:r>
              <a:rPr lang="en-US" sz="1400">
                <a:solidFill>
                  <a:srgbClr val="0000FF"/>
                </a:solidFill>
                <a:latin typeface="Consolas"/>
              </a:rPr>
              <a:t>=&gt;</a:t>
            </a:r>
            <a:r>
              <a:rPr lang="en-US" sz="1400">
                <a:latin typeface="Consolas"/>
              </a:rPr>
              <a:t> { </a:t>
            </a:r>
            <a:r>
              <a:rPr lang="en-US" sz="1400">
                <a:solidFill>
                  <a:srgbClr val="795E26"/>
                </a:solidFill>
                <a:latin typeface="Consolas"/>
              </a:rPr>
              <a:t>setContador2</a:t>
            </a:r>
            <a:r>
              <a:rPr lang="en-US" sz="1400">
                <a:latin typeface="Consolas"/>
              </a:rPr>
              <a:t>(</a:t>
            </a:r>
            <a:r>
              <a:rPr lang="en-US" sz="1400">
                <a:solidFill>
                  <a:srgbClr val="0070C1"/>
                </a:solidFill>
                <a:latin typeface="Consolas"/>
              </a:rPr>
              <a:t>contador2</a:t>
            </a:r>
            <a:r>
              <a:rPr lang="en-US" sz="1400">
                <a:latin typeface="Consolas"/>
              </a:rPr>
              <a:t> + </a:t>
            </a:r>
            <a:r>
              <a:rPr lang="en-US" sz="1400">
                <a:solidFill>
                  <a:srgbClr val="098658"/>
                </a:solidFill>
                <a:latin typeface="Consolas"/>
              </a:rPr>
              <a:t>1</a:t>
            </a:r>
            <a:r>
              <a:rPr lang="en-US" sz="1400">
                <a:latin typeface="Consolas"/>
              </a:rPr>
              <a:t>) }</a:t>
            </a:r>
            <a:r>
              <a:rPr lang="en-US" sz="1400">
                <a:solidFill>
                  <a:srgbClr val="0000FF"/>
                </a:solidFill>
                <a:latin typeface="Consolas"/>
              </a:rPr>
              <a:t>}</a:t>
            </a:r>
            <a:r>
              <a:rPr lang="en-US" sz="1400">
                <a:solidFill>
                  <a:srgbClr val="800000"/>
                </a:solidFill>
                <a:latin typeface="Consolas"/>
              </a:rPr>
              <a:t>&gt;</a:t>
            </a:r>
            <a:r>
              <a:rPr lang="en-US" sz="1400">
                <a:solidFill>
                  <a:srgbClr val="3B3B3B"/>
                </a:solidFill>
                <a:latin typeface="Consolas"/>
              </a:rPr>
              <a:t>Botão 2</a:t>
            </a:r>
            <a:r>
              <a:rPr lang="en-US" sz="1400">
                <a:solidFill>
                  <a:srgbClr val="800000"/>
                </a:solidFill>
                <a:latin typeface="Consolas"/>
              </a:rPr>
              <a:t>&lt;/button&gt;</a:t>
            </a:r>
            <a:endParaRPr lang="en-US"/>
          </a:p>
          <a:p>
            <a:r>
              <a:rPr lang="en-US" sz="1400" dirty="0">
                <a:solidFill>
                  <a:srgbClr val="3B3B3B"/>
                </a:solidFill>
                <a:latin typeface="Consolas"/>
              </a:rPr>
              <a:t>        </a:t>
            </a:r>
            <a:r>
              <a:rPr lang="en-US" sz="1400">
                <a:solidFill>
                  <a:srgbClr val="800000"/>
                </a:solidFill>
                <a:latin typeface="Consolas"/>
              </a:rPr>
              <a:t>&lt;/&gt;</a:t>
            </a:r>
            <a:endParaRPr lang="en-US"/>
          </a:p>
          <a:p>
            <a:r>
              <a:rPr lang="en-US" sz="1400">
                <a:solidFill>
                  <a:srgbClr val="3B3B3B"/>
                </a:solidFill>
                <a:latin typeface="Consolas"/>
              </a:rPr>
              <a:t>    )</a:t>
            </a:r>
            <a:endParaRPr lang="en-US"/>
          </a:p>
          <a:p>
            <a:r>
              <a:rPr lang="en-US" sz="1400">
                <a:solidFill>
                  <a:srgbClr val="3B3B3B"/>
                </a:solidFill>
                <a:latin typeface="Consolas"/>
              </a:rPr>
              <a:t>}</a:t>
            </a:r>
            <a:endParaRPr lang="en-US"/>
          </a:p>
        </p:txBody>
      </p:sp>
      <p:sp>
        <p:nvSpPr>
          <p:cNvPr id="4" name="CaixaDeTexto 3">
            <a:extLst>
              <a:ext uri="{FF2B5EF4-FFF2-40B4-BE49-F238E27FC236}">
                <a16:creationId xmlns:a16="http://schemas.microsoft.com/office/drawing/2014/main" id="{DBDDE7DC-C64A-21FF-3BF2-86C2B26A7201}"/>
              </a:ext>
            </a:extLst>
          </p:cNvPr>
          <p:cNvSpPr txBox="1"/>
          <p:nvPr/>
        </p:nvSpPr>
        <p:spPr>
          <a:xfrm>
            <a:off x="6156158" y="220579"/>
            <a:ext cx="54242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ea typeface="Calibri Light"/>
                <a:cs typeface="Calibri Light"/>
              </a:rPr>
              <a:t>Efeito será executado após a montagem do componente </a:t>
            </a:r>
            <a:r>
              <a:rPr lang="pt-BR">
                <a:ea typeface="Calibri Light"/>
                <a:cs typeface="Calibri Light"/>
              </a:rPr>
              <a:t>e na atualização dos estados contador1 e contador2.</a:t>
            </a:r>
            <a:endParaRPr lang="pt-BR"/>
          </a:p>
        </p:txBody>
      </p:sp>
    </p:spTree>
    <p:extLst>
      <p:ext uri="{BB962C8B-B14F-4D97-AF65-F5344CB8AC3E}">
        <p14:creationId xmlns:p14="http://schemas.microsoft.com/office/powerpoint/2010/main" val="149715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Exemplo</a:t>
            </a:r>
            <a:endParaRPr lang="pt-BR" dirty="0"/>
          </a:p>
        </p:txBody>
      </p:sp>
      <p:sp>
        <p:nvSpPr>
          <p:cNvPr id="6" name="CaixaDeTexto 5">
            <a:extLst>
              <a:ext uri="{FF2B5EF4-FFF2-40B4-BE49-F238E27FC236}">
                <a16:creationId xmlns:a16="http://schemas.microsoft.com/office/drawing/2014/main" id="{D824FE35-CF4F-64A7-2876-D98E79D1E1A7}"/>
              </a:ext>
            </a:extLst>
          </p:cNvPr>
          <p:cNvSpPr txBox="1"/>
          <p:nvPr/>
        </p:nvSpPr>
        <p:spPr>
          <a:xfrm>
            <a:off x="2006" y="1596189"/>
            <a:ext cx="1218798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A31515"/>
                </a:solidFill>
                <a:latin typeface="Consolas"/>
              </a:rPr>
              <a:t>'use client'</a:t>
            </a:r>
            <a:endParaRPr lang="pt-BR" sz="1600"/>
          </a:p>
          <a:p>
            <a:r>
              <a:rPr lang="en-US" sz="1200">
                <a:solidFill>
                  <a:srgbClr val="AF00DB"/>
                </a:solidFill>
                <a:latin typeface="Consolas"/>
              </a:rPr>
              <a:t>import</a:t>
            </a:r>
            <a:r>
              <a:rPr lang="en-US" sz="1200">
                <a:solidFill>
                  <a:srgbClr val="3B3B3B"/>
                </a:solidFill>
                <a:latin typeface="Consolas"/>
              </a:rPr>
              <a:t> { </a:t>
            </a:r>
            <a:r>
              <a:rPr lang="en-US" sz="1200">
                <a:solidFill>
                  <a:srgbClr val="001080"/>
                </a:solidFill>
                <a:latin typeface="Consolas"/>
              </a:rPr>
              <a:t>useEffect</a:t>
            </a:r>
            <a:r>
              <a:rPr lang="en-US" sz="1200">
                <a:solidFill>
                  <a:srgbClr val="3B3B3B"/>
                </a:solidFill>
                <a:latin typeface="Consolas"/>
              </a:rPr>
              <a:t>, </a:t>
            </a:r>
            <a:r>
              <a:rPr lang="en-US" sz="1200">
                <a:solidFill>
                  <a:srgbClr val="001080"/>
                </a:solidFill>
                <a:latin typeface="Consolas"/>
              </a:rPr>
              <a:t>useState</a:t>
            </a:r>
            <a:r>
              <a:rPr lang="en-US" sz="1200">
                <a:solidFill>
                  <a:srgbClr val="3B3B3B"/>
                </a:solidFill>
                <a:latin typeface="Consolas"/>
              </a:rPr>
              <a:t> } </a:t>
            </a:r>
            <a:r>
              <a:rPr lang="en-US" sz="1200">
                <a:solidFill>
                  <a:srgbClr val="AF00DB"/>
                </a:solidFill>
                <a:latin typeface="Consolas"/>
              </a:rPr>
              <a:t>from</a:t>
            </a:r>
            <a:r>
              <a:rPr lang="en-US" sz="1200" dirty="0">
                <a:solidFill>
                  <a:srgbClr val="3B3B3B"/>
                </a:solidFill>
                <a:latin typeface="Consolas"/>
              </a:rPr>
              <a:t> </a:t>
            </a:r>
            <a:r>
              <a:rPr lang="en-US" sz="1200">
                <a:solidFill>
                  <a:srgbClr val="A31515"/>
                </a:solidFill>
                <a:latin typeface="Consolas"/>
              </a:rPr>
              <a:t>"react"</a:t>
            </a:r>
            <a:br>
              <a:rPr lang="en-US" sz="1600" dirty="0"/>
            </a:br>
            <a:endParaRPr lang="en-US" sz="1600">
              <a:ea typeface="Calibri Light"/>
              <a:cs typeface="Calibri Light"/>
            </a:endParaRPr>
          </a:p>
          <a:p>
            <a:r>
              <a:rPr lang="en-US" sz="1200">
                <a:solidFill>
                  <a:srgbClr val="AF00DB"/>
                </a:solidFill>
                <a:latin typeface="Consolas"/>
              </a:rPr>
              <a:t>export</a:t>
            </a:r>
            <a:r>
              <a:rPr lang="en-US" sz="1200" dirty="0">
                <a:solidFill>
                  <a:srgbClr val="3B3B3B"/>
                </a:solidFill>
                <a:latin typeface="Consolas"/>
              </a:rPr>
              <a:t> </a:t>
            </a:r>
            <a:r>
              <a:rPr lang="en-US" sz="1200">
                <a:solidFill>
                  <a:srgbClr val="AF00DB"/>
                </a:solidFill>
                <a:latin typeface="Consolas"/>
              </a:rPr>
              <a:t>default</a:t>
            </a:r>
            <a:r>
              <a:rPr lang="en-US" sz="1200" dirty="0">
                <a:solidFill>
                  <a:srgbClr val="3B3B3B"/>
                </a:solidFill>
                <a:latin typeface="Consolas"/>
              </a:rPr>
              <a:t> </a:t>
            </a:r>
            <a:r>
              <a:rPr lang="en-US" sz="1200">
                <a:solidFill>
                  <a:srgbClr val="0000FF"/>
                </a:solidFill>
                <a:latin typeface="Consolas"/>
              </a:rPr>
              <a:t>function</a:t>
            </a:r>
            <a:r>
              <a:rPr lang="en-US" sz="1200" dirty="0">
                <a:solidFill>
                  <a:srgbClr val="3B3B3B"/>
                </a:solidFill>
                <a:latin typeface="Consolas"/>
              </a:rPr>
              <a:t> </a:t>
            </a:r>
            <a:r>
              <a:rPr lang="en-US" sz="1200">
                <a:solidFill>
                  <a:srgbClr val="795E26"/>
                </a:solidFill>
                <a:latin typeface="Consolas"/>
              </a:rPr>
              <a:t>Effect</a:t>
            </a:r>
            <a:r>
              <a:rPr lang="en-US" sz="1200">
                <a:solidFill>
                  <a:srgbClr val="3B3B3B"/>
                </a:solidFill>
                <a:latin typeface="Consolas"/>
              </a:rPr>
              <a:t>() {</a:t>
            </a:r>
            <a:endParaRPr lang="en-US" sz="1600"/>
          </a:p>
          <a:p>
            <a:r>
              <a:rPr lang="en-US" sz="1200" dirty="0">
                <a:solidFill>
                  <a:srgbClr val="3B3B3B"/>
                </a:solidFill>
                <a:latin typeface="Consolas"/>
              </a:rPr>
              <a:t>    </a:t>
            </a:r>
            <a:r>
              <a:rPr lang="en-US" sz="1200">
                <a:solidFill>
                  <a:srgbClr val="0000FF"/>
                </a:solidFill>
                <a:latin typeface="Consolas"/>
              </a:rPr>
              <a:t>const</a:t>
            </a:r>
            <a:r>
              <a:rPr lang="en-US" sz="1200">
                <a:solidFill>
                  <a:srgbClr val="3B3B3B"/>
                </a:solidFill>
                <a:latin typeface="Consolas"/>
              </a:rPr>
              <a:t> [</a:t>
            </a:r>
            <a:r>
              <a:rPr lang="en-US" sz="1200">
                <a:solidFill>
                  <a:srgbClr val="0070C1"/>
                </a:solidFill>
                <a:latin typeface="Consolas"/>
              </a:rPr>
              <a:t>contador1</a:t>
            </a:r>
            <a:r>
              <a:rPr lang="en-US" sz="1200">
                <a:solidFill>
                  <a:srgbClr val="3B3B3B"/>
                </a:solidFill>
                <a:latin typeface="Consolas"/>
              </a:rPr>
              <a:t>, </a:t>
            </a:r>
            <a:r>
              <a:rPr lang="en-US" sz="1200">
                <a:solidFill>
                  <a:srgbClr val="795E26"/>
                </a:solidFill>
                <a:latin typeface="Consolas"/>
              </a:rPr>
              <a:t>setContador1</a:t>
            </a:r>
            <a:r>
              <a:rPr lang="en-US" sz="1200">
                <a:solidFill>
                  <a:srgbClr val="3B3B3B"/>
                </a:solidFill>
                <a:latin typeface="Consolas"/>
              </a:rPr>
              <a:t>] </a:t>
            </a:r>
            <a:r>
              <a:rPr lang="en-US" sz="1200">
                <a:latin typeface="Consolas"/>
              </a:rPr>
              <a:t>=</a:t>
            </a:r>
            <a:r>
              <a:rPr lang="en-US" sz="1200" dirty="0">
                <a:solidFill>
                  <a:srgbClr val="3B3B3B"/>
                </a:solidFill>
                <a:latin typeface="Consolas"/>
              </a:rPr>
              <a:t> </a:t>
            </a:r>
            <a:r>
              <a:rPr lang="en-US" sz="1200">
                <a:solidFill>
                  <a:srgbClr val="795E26"/>
                </a:solidFill>
                <a:latin typeface="Consolas"/>
              </a:rPr>
              <a:t>useState</a:t>
            </a:r>
            <a:r>
              <a:rPr lang="en-US" sz="1200">
                <a:solidFill>
                  <a:srgbClr val="3B3B3B"/>
                </a:solidFill>
                <a:latin typeface="Consolas"/>
              </a:rPr>
              <a:t>(</a:t>
            </a:r>
            <a:r>
              <a:rPr lang="en-US" sz="1200">
                <a:solidFill>
                  <a:srgbClr val="098658"/>
                </a:solidFill>
                <a:latin typeface="Consolas"/>
              </a:rPr>
              <a:t>0</a:t>
            </a:r>
            <a:r>
              <a:rPr lang="en-US" sz="1200">
                <a:solidFill>
                  <a:srgbClr val="3B3B3B"/>
                </a:solidFill>
                <a:latin typeface="Consolas"/>
              </a:rPr>
              <a:t>);</a:t>
            </a:r>
            <a:endParaRPr lang="en-US" sz="1600"/>
          </a:p>
          <a:p>
            <a:r>
              <a:rPr lang="en-US" sz="1200" dirty="0">
                <a:solidFill>
                  <a:srgbClr val="3B3B3B"/>
                </a:solidFill>
                <a:latin typeface="Consolas"/>
              </a:rPr>
              <a:t>    </a:t>
            </a:r>
            <a:r>
              <a:rPr lang="en-US" sz="1200">
                <a:solidFill>
                  <a:srgbClr val="0000FF"/>
                </a:solidFill>
                <a:latin typeface="Consolas"/>
              </a:rPr>
              <a:t>const</a:t>
            </a:r>
            <a:r>
              <a:rPr lang="en-US" sz="1200">
                <a:solidFill>
                  <a:srgbClr val="3B3B3B"/>
                </a:solidFill>
                <a:latin typeface="Consolas"/>
              </a:rPr>
              <a:t> [</a:t>
            </a:r>
            <a:r>
              <a:rPr lang="en-US" sz="1200">
                <a:solidFill>
                  <a:srgbClr val="0070C1"/>
                </a:solidFill>
                <a:latin typeface="Consolas"/>
              </a:rPr>
              <a:t>contador2</a:t>
            </a:r>
            <a:r>
              <a:rPr lang="en-US" sz="1200">
                <a:solidFill>
                  <a:srgbClr val="3B3B3B"/>
                </a:solidFill>
                <a:latin typeface="Consolas"/>
              </a:rPr>
              <a:t>, </a:t>
            </a:r>
            <a:r>
              <a:rPr lang="en-US" sz="1200">
                <a:solidFill>
                  <a:srgbClr val="795E26"/>
                </a:solidFill>
                <a:latin typeface="Consolas"/>
              </a:rPr>
              <a:t>setContador2</a:t>
            </a:r>
            <a:r>
              <a:rPr lang="en-US" sz="1200">
                <a:solidFill>
                  <a:srgbClr val="3B3B3B"/>
                </a:solidFill>
                <a:latin typeface="Consolas"/>
              </a:rPr>
              <a:t>] </a:t>
            </a:r>
            <a:r>
              <a:rPr lang="en-US" sz="1200">
                <a:latin typeface="Consolas"/>
              </a:rPr>
              <a:t>=</a:t>
            </a:r>
            <a:r>
              <a:rPr lang="en-US" sz="1200" dirty="0">
                <a:solidFill>
                  <a:srgbClr val="3B3B3B"/>
                </a:solidFill>
                <a:latin typeface="Consolas"/>
              </a:rPr>
              <a:t> </a:t>
            </a:r>
            <a:r>
              <a:rPr lang="en-US" sz="1200">
                <a:solidFill>
                  <a:srgbClr val="795E26"/>
                </a:solidFill>
                <a:latin typeface="Consolas"/>
              </a:rPr>
              <a:t>useState</a:t>
            </a:r>
            <a:r>
              <a:rPr lang="en-US" sz="1200">
                <a:solidFill>
                  <a:srgbClr val="3B3B3B"/>
                </a:solidFill>
                <a:latin typeface="Consolas"/>
              </a:rPr>
              <a:t>(</a:t>
            </a:r>
            <a:r>
              <a:rPr lang="en-US" sz="1200">
                <a:solidFill>
                  <a:srgbClr val="098658"/>
                </a:solidFill>
                <a:latin typeface="Consolas"/>
              </a:rPr>
              <a:t>0</a:t>
            </a:r>
            <a:r>
              <a:rPr lang="en-US" sz="1200">
                <a:solidFill>
                  <a:srgbClr val="3B3B3B"/>
                </a:solidFill>
                <a:latin typeface="Consolas"/>
              </a:rPr>
              <a:t>);</a:t>
            </a:r>
            <a:endParaRPr lang="en-US" sz="1600"/>
          </a:p>
          <a:p>
            <a:endParaRPr lang="en-US" sz="1200" dirty="0">
              <a:solidFill>
                <a:srgbClr val="3B3B3B"/>
              </a:solidFill>
              <a:latin typeface="Consolas"/>
            </a:endParaRPr>
          </a:p>
          <a:p>
            <a:r>
              <a:rPr lang="en-US" sz="1200" dirty="0">
                <a:solidFill>
                  <a:srgbClr val="3B3B3B"/>
                </a:solidFill>
                <a:latin typeface="Consolas"/>
              </a:rPr>
              <a:t>    </a:t>
            </a:r>
            <a:r>
              <a:rPr lang="en-US" sz="1200">
                <a:solidFill>
                  <a:srgbClr val="795E26"/>
                </a:solidFill>
                <a:latin typeface="Consolas"/>
              </a:rPr>
              <a:t>useEffect</a:t>
            </a:r>
            <a:r>
              <a:rPr lang="en-US" sz="1200">
                <a:solidFill>
                  <a:srgbClr val="3B3B3B"/>
                </a:solidFill>
                <a:latin typeface="Consolas"/>
              </a:rPr>
              <a:t>(() </a:t>
            </a:r>
            <a:r>
              <a:rPr lang="en-US" sz="1200">
                <a:solidFill>
                  <a:srgbClr val="0000FF"/>
                </a:solidFill>
                <a:latin typeface="Consolas"/>
              </a:rPr>
              <a:t>=&gt;</a:t>
            </a:r>
            <a:r>
              <a:rPr lang="en-US" sz="1200">
                <a:solidFill>
                  <a:srgbClr val="3B3B3B"/>
                </a:solidFill>
                <a:latin typeface="Consolas"/>
              </a:rPr>
              <a:t> {</a:t>
            </a:r>
            <a:endParaRPr lang="en-US" sz="1600"/>
          </a:p>
          <a:p>
            <a:r>
              <a:rPr lang="en-US" sz="1200" dirty="0">
                <a:solidFill>
                  <a:srgbClr val="3B3B3B"/>
                </a:solidFill>
                <a:latin typeface="Consolas"/>
              </a:rPr>
              <a:t>        </a:t>
            </a:r>
            <a:r>
              <a:rPr lang="en-US" sz="1200">
                <a:solidFill>
                  <a:srgbClr val="001080"/>
                </a:solidFill>
                <a:latin typeface="Consolas"/>
              </a:rPr>
              <a:t>console</a:t>
            </a:r>
            <a:r>
              <a:rPr lang="en-US" sz="1200">
                <a:solidFill>
                  <a:srgbClr val="3B3B3B"/>
                </a:solidFill>
                <a:latin typeface="Consolas"/>
              </a:rPr>
              <a:t>.</a:t>
            </a:r>
            <a:r>
              <a:rPr lang="en-US" sz="1200">
                <a:solidFill>
                  <a:srgbClr val="795E26"/>
                </a:solidFill>
                <a:latin typeface="Consolas"/>
              </a:rPr>
              <a:t>log</a:t>
            </a:r>
            <a:r>
              <a:rPr lang="en-US" sz="1200">
                <a:solidFill>
                  <a:srgbClr val="3B3B3B"/>
                </a:solidFill>
                <a:latin typeface="Consolas"/>
              </a:rPr>
              <a:t>(</a:t>
            </a:r>
            <a:r>
              <a:rPr lang="en-US" sz="1200">
                <a:solidFill>
                  <a:srgbClr val="A31515"/>
                </a:solidFill>
                <a:latin typeface="Consolas"/>
              </a:rPr>
              <a:t>'Botão 1 foi clicado'</a:t>
            </a:r>
            <a:r>
              <a:rPr lang="en-US" sz="1200">
                <a:solidFill>
                  <a:srgbClr val="3B3B3B"/>
                </a:solidFill>
                <a:latin typeface="Consolas"/>
              </a:rPr>
              <a:t>);</a:t>
            </a:r>
            <a:endParaRPr lang="en-US" sz="1600"/>
          </a:p>
          <a:p>
            <a:r>
              <a:rPr lang="en-US" sz="1200">
                <a:solidFill>
                  <a:srgbClr val="3B3B3B"/>
                </a:solidFill>
                <a:latin typeface="Consolas"/>
              </a:rPr>
              <a:t>    }, [</a:t>
            </a:r>
            <a:r>
              <a:rPr lang="en-US" sz="1200">
                <a:solidFill>
                  <a:srgbClr val="0070C1"/>
                </a:solidFill>
                <a:latin typeface="Consolas"/>
              </a:rPr>
              <a:t>contador1</a:t>
            </a:r>
            <a:r>
              <a:rPr lang="en-US" sz="1200">
                <a:solidFill>
                  <a:srgbClr val="3B3B3B"/>
                </a:solidFill>
                <a:latin typeface="Consolas"/>
              </a:rPr>
              <a:t>]);</a:t>
            </a:r>
            <a:endParaRPr lang="en-US" sz="1600"/>
          </a:p>
          <a:p>
            <a:endParaRPr lang="en-US" sz="1600" dirty="0"/>
          </a:p>
          <a:p>
            <a:r>
              <a:rPr lang="en-US" sz="1200" dirty="0">
                <a:solidFill>
                  <a:srgbClr val="3B3B3B"/>
                </a:solidFill>
                <a:latin typeface="Consolas"/>
              </a:rPr>
              <a:t>    </a:t>
            </a:r>
            <a:r>
              <a:rPr lang="en-US" sz="1200">
                <a:solidFill>
                  <a:srgbClr val="795E26"/>
                </a:solidFill>
                <a:latin typeface="Consolas"/>
              </a:rPr>
              <a:t>useEffect</a:t>
            </a:r>
            <a:r>
              <a:rPr lang="en-US" sz="1200">
                <a:solidFill>
                  <a:srgbClr val="3B3B3B"/>
                </a:solidFill>
                <a:latin typeface="Consolas"/>
              </a:rPr>
              <a:t>(() </a:t>
            </a:r>
            <a:r>
              <a:rPr lang="en-US" sz="1200">
                <a:solidFill>
                  <a:srgbClr val="0000FF"/>
                </a:solidFill>
                <a:latin typeface="Consolas"/>
              </a:rPr>
              <a:t>=&gt;</a:t>
            </a:r>
            <a:r>
              <a:rPr lang="en-US" sz="1200">
                <a:solidFill>
                  <a:srgbClr val="3B3B3B"/>
                </a:solidFill>
                <a:latin typeface="Consolas"/>
              </a:rPr>
              <a:t> {</a:t>
            </a:r>
            <a:endParaRPr lang="en-US" sz="1600"/>
          </a:p>
          <a:p>
            <a:r>
              <a:rPr lang="en-US" sz="1200" dirty="0">
                <a:solidFill>
                  <a:srgbClr val="3B3B3B"/>
                </a:solidFill>
                <a:latin typeface="Consolas"/>
              </a:rPr>
              <a:t>        </a:t>
            </a:r>
            <a:r>
              <a:rPr lang="en-US" sz="1200">
                <a:solidFill>
                  <a:srgbClr val="001080"/>
                </a:solidFill>
                <a:latin typeface="Consolas"/>
              </a:rPr>
              <a:t>console</a:t>
            </a:r>
            <a:r>
              <a:rPr lang="en-US" sz="1200">
                <a:solidFill>
                  <a:srgbClr val="3B3B3B"/>
                </a:solidFill>
                <a:latin typeface="Consolas"/>
              </a:rPr>
              <a:t>.</a:t>
            </a:r>
            <a:r>
              <a:rPr lang="en-US" sz="1200">
                <a:solidFill>
                  <a:srgbClr val="795E26"/>
                </a:solidFill>
                <a:latin typeface="Consolas"/>
              </a:rPr>
              <a:t>log</a:t>
            </a:r>
            <a:r>
              <a:rPr lang="en-US" sz="1200">
                <a:solidFill>
                  <a:srgbClr val="3B3B3B"/>
                </a:solidFill>
                <a:latin typeface="Consolas"/>
              </a:rPr>
              <a:t>(</a:t>
            </a:r>
            <a:r>
              <a:rPr lang="en-US" sz="1200">
                <a:solidFill>
                  <a:srgbClr val="A31515"/>
                </a:solidFill>
                <a:latin typeface="Consolas"/>
              </a:rPr>
              <a:t>'Botão 2 foi clicado'</a:t>
            </a:r>
            <a:r>
              <a:rPr lang="en-US" sz="1200">
                <a:solidFill>
                  <a:srgbClr val="3B3B3B"/>
                </a:solidFill>
                <a:latin typeface="Consolas"/>
              </a:rPr>
              <a:t>);</a:t>
            </a:r>
            <a:endParaRPr lang="en-US" sz="1600"/>
          </a:p>
          <a:p>
            <a:r>
              <a:rPr lang="en-US" sz="1200">
                <a:solidFill>
                  <a:srgbClr val="3B3B3B"/>
                </a:solidFill>
                <a:latin typeface="Consolas"/>
              </a:rPr>
              <a:t>    }, [</a:t>
            </a:r>
            <a:r>
              <a:rPr lang="en-US" sz="1200">
                <a:solidFill>
                  <a:srgbClr val="0070C1"/>
                </a:solidFill>
                <a:latin typeface="Consolas"/>
              </a:rPr>
              <a:t>contador2</a:t>
            </a:r>
            <a:r>
              <a:rPr lang="en-US" sz="1200">
                <a:solidFill>
                  <a:srgbClr val="3B3B3B"/>
                </a:solidFill>
                <a:latin typeface="Consolas"/>
              </a:rPr>
              <a:t>]);</a:t>
            </a:r>
            <a:endParaRPr lang="en-US" sz="1600"/>
          </a:p>
          <a:p>
            <a:endParaRPr lang="en-US" sz="1600" dirty="0"/>
          </a:p>
          <a:p>
            <a:r>
              <a:rPr lang="en-US" sz="1200" dirty="0">
                <a:solidFill>
                  <a:srgbClr val="3B3B3B"/>
                </a:solidFill>
                <a:latin typeface="Consolas"/>
              </a:rPr>
              <a:t>    </a:t>
            </a:r>
            <a:r>
              <a:rPr lang="en-US" sz="1200">
                <a:solidFill>
                  <a:srgbClr val="AF00DB"/>
                </a:solidFill>
                <a:latin typeface="Consolas"/>
              </a:rPr>
              <a:t>return</a:t>
            </a:r>
            <a:r>
              <a:rPr lang="en-US" sz="1200">
                <a:solidFill>
                  <a:srgbClr val="3B3B3B"/>
                </a:solidFill>
                <a:latin typeface="Consolas"/>
              </a:rPr>
              <a:t> (</a:t>
            </a:r>
            <a:endParaRPr lang="en-US" sz="1600"/>
          </a:p>
          <a:p>
            <a:r>
              <a:rPr lang="en-US" sz="1200" dirty="0">
                <a:solidFill>
                  <a:srgbClr val="3B3B3B"/>
                </a:solidFill>
                <a:latin typeface="Consolas"/>
              </a:rPr>
              <a:t>        </a:t>
            </a:r>
            <a:r>
              <a:rPr lang="en-US" sz="1200">
                <a:solidFill>
                  <a:srgbClr val="800000"/>
                </a:solidFill>
                <a:latin typeface="Consolas"/>
              </a:rPr>
              <a:t>&lt;&gt;</a:t>
            </a:r>
            <a:endParaRPr lang="en-US" sz="1600"/>
          </a:p>
          <a:p>
            <a:r>
              <a:rPr lang="en-US" sz="1200" dirty="0">
                <a:solidFill>
                  <a:srgbClr val="3B3B3B"/>
                </a:solidFill>
                <a:latin typeface="Consolas"/>
              </a:rPr>
              <a:t>            </a:t>
            </a:r>
            <a:r>
              <a:rPr lang="en-US" sz="1200">
                <a:solidFill>
                  <a:srgbClr val="800000"/>
                </a:solidFill>
                <a:latin typeface="Consolas"/>
              </a:rPr>
              <a:t>&lt;p&gt;</a:t>
            </a:r>
            <a:r>
              <a:rPr lang="en-US" sz="1200">
                <a:solidFill>
                  <a:srgbClr val="3B3B3B"/>
                </a:solidFill>
                <a:latin typeface="Consolas"/>
              </a:rPr>
              <a:t>O botão 1 foi clicado </a:t>
            </a:r>
            <a:r>
              <a:rPr lang="en-US" sz="1200">
                <a:solidFill>
                  <a:srgbClr val="0000FF"/>
                </a:solidFill>
                <a:latin typeface="Consolas"/>
              </a:rPr>
              <a:t>{</a:t>
            </a:r>
            <a:r>
              <a:rPr lang="en-US" sz="1200">
                <a:solidFill>
                  <a:srgbClr val="0070C1"/>
                </a:solidFill>
                <a:latin typeface="Consolas"/>
              </a:rPr>
              <a:t>contador1</a:t>
            </a:r>
            <a:r>
              <a:rPr lang="en-US" sz="1200">
                <a:solidFill>
                  <a:srgbClr val="0000FF"/>
                </a:solidFill>
                <a:latin typeface="Consolas"/>
              </a:rPr>
              <a:t>}</a:t>
            </a:r>
            <a:r>
              <a:rPr lang="en-US" sz="1200">
                <a:solidFill>
                  <a:srgbClr val="3B3B3B"/>
                </a:solidFill>
                <a:latin typeface="Consolas"/>
              </a:rPr>
              <a:t> vezes</a:t>
            </a:r>
            <a:r>
              <a:rPr lang="en-US" sz="1200">
                <a:solidFill>
                  <a:srgbClr val="800000"/>
                </a:solidFill>
                <a:latin typeface="Consolas"/>
              </a:rPr>
              <a:t>&lt;/p&gt;</a:t>
            </a:r>
            <a:endParaRPr lang="en-US" sz="1600"/>
          </a:p>
          <a:p>
            <a:r>
              <a:rPr lang="en-US" sz="1200" dirty="0">
                <a:solidFill>
                  <a:srgbClr val="3B3B3B"/>
                </a:solidFill>
                <a:latin typeface="Consolas"/>
              </a:rPr>
              <a:t>            </a:t>
            </a:r>
            <a:r>
              <a:rPr lang="en-US" sz="1200">
                <a:solidFill>
                  <a:srgbClr val="800000"/>
                </a:solidFill>
                <a:latin typeface="Consolas"/>
              </a:rPr>
              <a:t>&lt;p&gt;</a:t>
            </a:r>
            <a:r>
              <a:rPr lang="en-US" sz="1200">
                <a:solidFill>
                  <a:srgbClr val="3B3B3B"/>
                </a:solidFill>
                <a:latin typeface="Consolas"/>
              </a:rPr>
              <a:t>O botão 2 foi clicado </a:t>
            </a:r>
            <a:r>
              <a:rPr lang="en-US" sz="1200">
                <a:solidFill>
                  <a:srgbClr val="0000FF"/>
                </a:solidFill>
                <a:latin typeface="Consolas"/>
              </a:rPr>
              <a:t>{</a:t>
            </a:r>
            <a:r>
              <a:rPr lang="en-US" sz="1200">
                <a:solidFill>
                  <a:srgbClr val="0070C1"/>
                </a:solidFill>
                <a:latin typeface="Consolas"/>
              </a:rPr>
              <a:t>contador2</a:t>
            </a:r>
            <a:r>
              <a:rPr lang="en-US" sz="1200">
                <a:solidFill>
                  <a:srgbClr val="0000FF"/>
                </a:solidFill>
                <a:latin typeface="Consolas"/>
              </a:rPr>
              <a:t>}</a:t>
            </a:r>
            <a:r>
              <a:rPr lang="en-US" sz="1200">
                <a:solidFill>
                  <a:srgbClr val="3B3B3B"/>
                </a:solidFill>
                <a:latin typeface="Consolas"/>
              </a:rPr>
              <a:t> vezes</a:t>
            </a:r>
            <a:r>
              <a:rPr lang="en-US" sz="1200">
                <a:solidFill>
                  <a:srgbClr val="800000"/>
                </a:solidFill>
                <a:latin typeface="Consolas"/>
              </a:rPr>
              <a:t>&lt;/p&gt;</a:t>
            </a:r>
            <a:endParaRPr lang="en-US" sz="1600"/>
          </a:p>
          <a:p>
            <a:r>
              <a:rPr lang="en-US" sz="1200" dirty="0">
                <a:solidFill>
                  <a:srgbClr val="3B3B3B"/>
                </a:solidFill>
                <a:latin typeface="Consolas"/>
              </a:rPr>
              <a:t>            </a:t>
            </a:r>
            <a:r>
              <a:rPr lang="en-US" sz="1200">
                <a:solidFill>
                  <a:srgbClr val="800000"/>
                </a:solidFill>
                <a:latin typeface="Consolas"/>
              </a:rPr>
              <a:t>&lt;button</a:t>
            </a:r>
            <a:r>
              <a:rPr lang="en-US" sz="1200" dirty="0">
                <a:solidFill>
                  <a:srgbClr val="3B3B3B"/>
                </a:solidFill>
                <a:latin typeface="Consolas"/>
              </a:rPr>
              <a:t> </a:t>
            </a:r>
            <a:r>
              <a:rPr lang="en-US" sz="1200">
                <a:solidFill>
                  <a:srgbClr val="E50000"/>
                </a:solidFill>
                <a:latin typeface="Consolas"/>
              </a:rPr>
              <a:t>className</a:t>
            </a:r>
            <a:r>
              <a:rPr lang="en-US" sz="1200">
                <a:latin typeface="Consolas"/>
              </a:rPr>
              <a:t>=</a:t>
            </a:r>
            <a:r>
              <a:rPr lang="en-US" sz="1200">
                <a:solidFill>
                  <a:srgbClr val="A31515"/>
                </a:solidFill>
                <a:latin typeface="Consolas"/>
              </a:rPr>
              <a:t>"px-2 bg-blue-200 rounded-md mr-1"</a:t>
            </a:r>
            <a:r>
              <a:rPr lang="en-US" sz="1200" dirty="0">
                <a:solidFill>
                  <a:srgbClr val="3B3B3B"/>
                </a:solidFill>
                <a:latin typeface="Consolas"/>
              </a:rPr>
              <a:t> </a:t>
            </a:r>
            <a:r>
              <a:rPr lang="en-US" sz="1200">
                <a:solidFill>
                  <a:srgbClr val="E50000"/>
                </a:solidFill>
                <a:latin typeface="Consolas"/>
              </a:rPr>
              <a:t>onClick</a:t>
            </a:r>
            <a:r>
              <a:rPr lang="en-US" sz="1200">
                <a:latin typeface="Consolas"/>
              </a:rPr>
              <a:t>=</a:t>
            </a:r>
            <a:r>
              <a:rPr lang="en-US" sz="1200">
                <a:solidFill>
                  <a:srgbClr val="0000FF"/>
                </a:solidFill>
                <a:latin typeface="Consolas"/>
              </a:rPr>
              <a:t>{</a:t>
            </a:r>
            <a:r>
              <a:rPr lang="en-US" sz="1200">
                <a:latin typeface="Consolas"/>
              </a:rPr>
              <a:t>() </a:t>
            </a:r>
            <a:r>
              <a:rPr lang="en-US" sz="1200">
                <a:solidFill>
                  <a:srgbClr val="0000FF"/>
                </a:solidFill>
                <a:latin typeface="Consolas"/>
              </a:rPr>
              <a:t>=&gt;</a:t>
            </a:r>
            <a:r>
              <a:rPr lang="en-US" sz="1200">
                <a:latin typeface="Consolas"/>
              </a:rPr>
              <a:t> { </a:t>
            </a:r>
            <a:r>
              <a:rPr lang="en-US" sz="1200">
                <a:solidFill>
                  <a:srgbClr val="795E26"/>
                </a:solidFill>
                <a:latin typeface="Consolas"/>
              </a:rPr>
              <a:t>setContador1</a:t>
            </a:r>
            <a:r>
              <a:rPr lang="en-US" sz="1200">
                <a:latin typeface="Consolas"/>
              </a:rPr>
              <a:t>(</a:t>
            </a:r>
            <a:r>
              <a:rPr lang="en-US" sz="1200">
                <a:solidFill>
                  <a:srgbClr val="0070C1"/>
                </a:solidFill>
                <a:latin typeface="Consolas"/>
              </a:rPr>
              <a:t>contador1</a:t>
            </a:r>
            <a:r>
              <a:rPr lang="en-US" sz="1200">
                <a:latin typeface="Consolas"/>
              </a:rPr>
              <a:t> + </a:t>
            </a:r>
            <a:r>
              <a:rPr lang="en-US" sz="1200">
                <a:solidFill>
                  <a:srgbClr val="098658"/>
                </a:solidFill>
                <a:latin typeface="Consolas"/>
              </a:rPr>
              <a:t>1</a:t>
            </a:r>
            <a:r>
              <a:rPr lang="en-US" sz="1200">
                <a:latin typeface="Consolas"/>
              </a:rPr>
              <a:t>) }</a:t>
            </a:r>
            <a:r>
              <a:rPr lang="en-US" sz="1200">
                <a:solidFill>
                  <a:srgbClr val="0000FF"/>
                </a:solidFill>
                <a:latin typeface="Consolas"/>
              </a:rPr>
              <a:t>}</a:t>
            </a:r>
            <a:r>
              <a:rPr lang="en-US" sz="1200">
                <a:solidFill>
                  <a:srgbClr val="800000"/>
                </a:solidFill>
                <a:latin typeface="Consolas"/>
              </a:rPr>
              <a:t>&gt;</a:t>
            </a:r>
            <a:r>
              <a:rPr lang="en-US" sz="1200">
                <a:solidFill>
                  <a:srgbClr val="3B3B3B"/>
                </a:solidFill>
                <a:latin typeface="Consolas"/>
              </a:rPr>
              <a:t>Botão 1</a:t>
            </a:r>
            <a:r>
              <a:rPr lang="en-US" sz="1200">
                <a:solidFill>
                  <a:srgbClr val="800000"/>
                </a:solidFill>
                <a:latin typeface="Consolas"/>
              </a:rPr>
              <a:t>&lt;/button&gt;</a:t>
            </a:r>
            <a:endParaRPr lang="en-US" sz="1600"/>
          </a:p>
          <a:p>
            <a:r>
              <a:rPr lang="en-US" sz="1200" dirty="0">
                <a:solidFill>
                  <a:srgbClr val="3B3B3B"/>
                </a:solidFill>
                <a:latin typeface="Consolas"/>
              </a:rPr>
              <a:t>            </a:t>
            </a:r>
            <a:r>
              <a:rPr lang="en-US" sz="1200">
                <a:solidFill>
                  <a:srgbClr val="800000"/>
                </a:solidFill>
                <a:latin typeface="Consolas"/>
              </a:rPr>
              <a:t>&lt;button</a:t>
            </a:r>
            <a:r>
              <a:rPr lang="en-US" sz="1200" dirty="0">
                <a:solidFill>
                  <a:srgbClr val="3B3B3B"/>
                </a:solidFill>
                <a:latin typeface="Consolas"/>
              </a:rPr>
              <a:t> </a:t>
            </a:r>
            <a:r>
              <a:rPr lang="en-US" sz="1200">
                <a:solidFill>
                  <a:srgbClr val="E50000"/>
                </a:solidFill>
                <a:latin typeface="Consolas"/>
              </a:rPr>
              <a:t>className</a:t>
            </a:r>
            <a:r>
              <a:rPr lang="en-US" sz="1200">
                <a:latin typeface="Consolas"/>
              </a:rPr>
              <a:t>=</a:t>
            </a:r>
            <a:r>
              <a:rPr lang="en-US" sz="1200">
                <a:solidFill>
                  <a:srgbClr val="A31515"/>
                </a:solidFill>
                <a:latin typeface="Consolas"/>
              </a:rPr>
              <a:t>"px-2 bg-red-200 rounded-md"</a:t>
            </a:r>
            <a:r>
              <a:rPr lang="en-US" sz="1200" dirty="0">
                <a:solidFill>
                  <a:srgbClr val="3B3B3B"/>
                </a:solidFill>
                <a:latin typeface="Consolas"/>
              </a:rPr>
              <a:t> </a:t>
            </a:r>
            <a:r>
              <a:rPr lang="en-US" sz="1200">
                <a:solidFill>
                  <a:srgbClr val="E50000"/>
                </a:solidFill>
                <a:latin typeface="Consolas"/>
              </a:rPr>
              <a:t>onClick</a:t>
            </a:r>
            <a:r>
              <a:rPr lang="en-US" sz="1200">
                <a:latin typeface="Consolas"/>
              </a:rPr>
              <a:t>=</a:t>
            </a:r>
            <a:r>
              <a:rPr lang="en-US" sz="1200">
                <a:solidFill>
                  <a:srgbClr val="0000FF"/>
                </a:solidFill>
                <a:latin typeface="Consolas"/>
              </a:rPr>
              <a:t>{</a:t>
            </a:r>
            <a:r>
              <a:rPr lang="en-US" sz="1200">
                <a:latin typeface="Consolas"/>
              </a:rPr>
              <a:t>() </a:t>
            </a:r>
            <a:r>
              <a:rPr lang="en-US" sz="1200">
                <a:solidFill>
                  <a:srgbClr val="0000FF"/>
                </a:solidFill>
                <a:latin typeface="Consolas"/>
              </a:rPr>
              <a:t>=&gt;</a:t>
            </a:r>
            <a:r>
              <a:rPr lang="en-US" sz="1200">
                <a:latin typeface="Consolas"/>
              </a:rPr>
              <a:t> { </a:t>
            </a:r>
            <a:r>
              <a:rPr lang="en-US" sz="1200">
                <a:solidFill>
                  <a:srgbClr val="795E26"/>
                </a:solidFill>
                <a:latin typeface="Consolas"/>
              </a:rPr>
              <a:t>setContador2</a:t>
            </a:r>
            <a:r>
              <a:rPr lang="en-US" sz="1200">
                <a:latin typeface="Consolas"/>
              </a:rPr>
              <a:t>(</a:t>
            </a:r>
            <a:r>
              <a:rPr lang="en-US" sz="1200">
                <a:solidFill>
                  <a:srgbClr val="0070C1"/>
                </a:solidFill>
                <a:latin typeface="Consolas"/>
              </a:rPr>
              <a:t>contador2</a:t>
            </a:r>
            <a:r>
              <a:rPr lang="en-US" sz="1200">
                <a:latin typeface="Consolas"/>
              </a:rPr>
              <a:t> + </a:t>
            </a:r>
            <a:r>
              <a:rPr lang="en-US" sz="1200">
                <a:solidFill>
                  <a:srgbClr val="098658"/>
                </a:solidFill>
                <a:latin typeface="Consolas"/>
              </a:rPr>
              <a:t>1</a:t>
            </a:r>
            <a:r>
              <a:rPr lang="en-US" sz="1200">
                <a:latin typeface="Consolas"/>
              </a:rPr>
              <a:t>) }</a:t>
            </a:r>
            <a:r>
              <a:rPr lang="en-US" sz="1200">
                <a:solidFill>
                  <a:srgbClr val="0000FF"/>
                </a:solidFill>
                <a:latin typeface="Consolas"/>
              </a:rPr>
              <a:t>}</a:t>
            </a:r>
            <a:r>
              <a:rPr lang="en-US" sz="1200">
                <a:solidFill>
                  <a:srgbClr val="800000"/>
                </a:solidFill>
                <a:latin typeface="Consolas"/>
              </a:rPr>
              <a:t>&gt;</a:t>
            </a:r>
            <a:r>
              <a:rPr lang="en-US" sz="1200">
                <a:solidFill>
                  <a:srgbClr val="3B3B3B"/>
                </a:solidFill>
                <a:latin typeface="Consolas"/>
              </a:rPr>
              <a:t>Botão 2</a:t>
            </a:r>
            <a:r>
              <a:rPr lang="en-US" sz="1200">
                <a:solidFill>
                  <a:srgbClr val="800000"/>
                </a:solidFill>
                <a:latin typeface="Consolas"/>
              </a:rPr>
              <a:t>&lt;/button&gt;</a:t>
            </a:r>
            <a:endParaRPr lang="en-US" sz="1600"/>
          </a:p>
          <a:p>
            <a:r>
              <a:rPr lang="en-US" sz="1200" dirty="0">
                <a:solidFill>
                  <a:srgbClr val="3B3B3B"/>
                </a:solidFill>
                <a:latin typeface="Consolas"/>
              </a:rPr>
              <a:t>        </a:t>
            </a:r>
            <a:r>
              <a:rPr lang="en-US" sz="1200">
                <a:solidFill>
                  <a:srgbClr val="800000"/>
                </a:solidFill>
                <a:latin typeface="Consolas"/>
              </a:rPr>
              <a:t>&lt;/&gt;</a:t>
            </a:r>
            <a:endParaRPr lang="en-US" sz="1600"/>
          </a:p>
          <a:p>
            <a:r>
              <a:rPr lang="en-US" sz="1200">
                <a:solidFill>
                  <a:srgbClr val="3B3B3B"/>
                </a:solidFill>
                <a:latin typeface="Consolas"/>
              </a:rPr>
              <a:t>    )</a:t>
            </a:r>
            <a:endParaRPr lang="en-US" sz="1600"/>
          </a:p>
          <a:p>
            <a:r>
              <a:rPr lang="en-US" sz="1200">
                <a:solidFill>
                  <a:srgbClr val="3B3B3B"/>
                </a:solidFill>
                <a:latin typeface="Consolas"/>
              </a:rPr>
              <a:t>}</a:t>
            </a:r>
            <a:endParaRPr lang="en-US" sz="1600"/>
          </a:p>
        </p:txBody>
      </p:sp>
      <p:sp>
        <p:nvSpPr>
          <p:cNvPr id="4" name="CaixaDeTexto 3">
            <a:extLst>
              <a:ext uri="{FF2B5EF4-FFF2-40B4-BE49-F238E27FC236}">
                <a16:creationId xmlns:a16="http://schemas.microsoft.com/office/drawing/2014/main" id="{DBDDE7DC-C64A-21FF-3BF2-86C2B26A7201}"/>
              </a:ext>
            </a:extLst>
          </p:cNvPr>
          <p:cNvSpPr txBox="1"/>
          <p:nvPr/>
        </p:nvSpPr>
        <p:spPr>
          <a:xfrm>
            <a:off x="6156158" y="220579"/>
            <a:ext cx="542423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ea typeface="Calibri Light"/>
                <a:cs typeface="Calibri Light"/>
              </a:rPr>
              <a:t>Efeitos serão executado após a montagem do componente e na atualização dos estados contador1 ou contador2.</a:t>
            </a:r>
            <a:endParaRPr lang="pt-BR"/>
          </a:p>
        </p:txBody>
      </p:sp>
    </p:spTree>
    <p:extLst>
      <p:ext uri="{BB962C8B-B14F-4D97-AF65-F5344CB8AC3E}">
        <p14:creationId xmlns:p14="http://schemas.microsoft.com/office/powerpoint/2010/main" val="1429776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Exercício - Mesa de som</a:t>
            </a:r>
          </a:p>
        </p:txBody>
      </p:sp>
      <p:sp>
        <p:nvSpPr>
          <p:cNvPr id="6" name="Espaço Reservado para Conteúdo 5"/>
          <p:cNvSpPr>
            <a:spLocks noGrp="1"/>
          </p:cNvSpPr>
          <p:nvPr>
            <p:ph idx="1"/>
          </p:nvPr>
        </p:nvSpPr>
        <p:spPr>
          <a:xfrm>
            <a:off x="676656" y="1676400"/>
            <a:ext cx="10753725" cy="4682067"/>
          </a:xfrm>
        </p:spPr>
        <p:txBody>
          <a:bodyPr vert="horz" lIns="91440" tIns="45720" rIns="91440" bIns="45720" rtlCol="0" anchor="t">
            <a:normAutofit fontScale="92500" lnSpcReduction="10000"/>
          </a:bodyPr>
          <a:lstStyle/>
          <a:p>
            <a:pPr marL="0" indent="0" algn="just">
              <a:buNone/>
              <a:tabLst>
                <a:tab pos="0" algn="l"/>
              </a:tabLst>
            </a:pPr>
            <a:r>
              <a:rPr lang="pt-BR" sz="3200" b="0" strike="noStrike" spc="-1" dirty="0">
                <a:solidFill>
                  <a:schemeClr val="bg1">
                    <a:lumMod val="76000"/>
                  </a:schemeClr>
                </a:solidFill>
                <a:latin typeface="Calibri Light" panose="020F0302020204030204"/>
              </a:rPr>
              <a:t>Crie um aplicativo </a:t>
            </a:r>
            <a:r>
              <a:rPr lang="pt-BR" sz="3200" b="0" strike="noStrike" spc="-1" err="1">
                <a:solidFill>
                  <a:schemeClr val="bg1">
                    <a:lumMod val="76000"/>
                  </a:schemeClr>
                </a:solidFill>
                <a:latin typeface="Calibri Light" panose="020F0302020204030204"/>
              </a:rPr>
              <a:t>React</a:t>
            </a:r>
            <a:r>
              <a:rPr lang="pt-BR" sz="3200" b="0" strike="noStrike" spc="-1" dirty="0">
                <a:solidFill>
                  <a:schemeClr val="bg1">
                    <a:lumMod val="76000"/>
                  </a:schemeClr>
                </a:solidFill>
                <a:latin typeface="Calibri Light" panose="020F0302020204030204"/>
              </a:rPr>
              <a:t> para "ajustar o volume" de três entradas de áudio de um equipamento. Cada entrada de áudio possui volume mínimo de zero e máximo de 10, sendo que o incremento/decremento utilizado é de 1. Exibir o volume de cada entrada de áudio juntamente com o seu nome (usar nomes fictícios). Informar se o volume do equipamento estiver no mínimo ou </a:t>
            </a:r>
            <a:r>
              <a:rPr lang="pt-BR" sz="3200" spc="-1" dirty="0">
                <a:solidFill>
                  <a:schemeClr val="bg1">
                    <a:lumMod val="76000"/>
                  </a:schemeClr>
                </a:solidFill>
                <a:latin typeface="Calibri Light" panose="020F0302020204030204"/>
              </a:rPr>
              <a:t>no máximo. Cada equipamento deve possuir um botão de energia próprio, que liga ou desliga o equipamento. Ainda, todo o sistema deve possuir um botão geral de energia, que quando ligado permite a passagem de energia para os componentes, mas quando desligado, não permite a passagem de energia para os demais componentes.</a:t>
            </a:r>
            <a:r>
              <a:rPr lang="pt-BR" sz="3200" spc="-1" dirty="0">
                <a:solidFill>
                  <a:schemeClr val="bg1">
                    <a:lumMod val="85000"/>
                  </a:schemeClr>
                </a:solidFill>
                <a:latin typeface="Calibri Light" panose="020F0302020204030204"/>
              </a:rPr>
              <a:t> </a:t>
            </a:r>
            <a:r>
              <a:rPr lang="pt-BR" sz="3200" spc="-1">
                <a:solidFill>
                  <a:schemeClr val="tx1"/>
                </a:solidFill>
                <a:latin typeface="Calibri Light" panose="020F0302020204030204"/>
              </a:rPr>
              <a:t>Criar um botão na mesa de som que deixa todos os equipamentos mudos.</a:t>
            </a:r>
            <a:endParaRPr lang="pt-BR" sz="3200" b="0" strike="noStrike" spc="-1">
              <a:solidFill>
                <a:schemeClr val="tx1"/>
              </a:solidFill>
              <a:latin typeface="Calibri Light" panose="020F0302020204030204"/>
            </a:endParaRPr>
          </a:p>
        </p:txBody>
      </p:sp>
    </p:spTree>
    <p:extLst>
      <p:ext uri="{BB962C8B-B14F-4D97-AF65-F5344CB8AC3E}">
        <p14:creationId xmlns:p14="http://schemas.microsoft.com/office/powerpoint/2010/main" val="1427641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Exercício - Mesa de som</a:t>
            </a:r>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b="0" strike="noStrike" spc="-1" dirty="0">
                <a:solidFill>
                  <a:schemeClr val="tx1"/>
                </a:solidFill>
                <a:latin typeface="Calibri Light" panose="020F0302020204030204"/>
              </a:rPr>
              <a:t>Possível solução</a:t>
            </a:r>
          </a:p>
          <a:p>
            <a:pPr lvl="1" algn="just">
              <a:tabLst>
                <a:tab pos="0" algn="l"/>
              </a:tabLst>
            </a:pPr>
            <a:r>
              <a:rPr lang="pt-BR" sz="3200" b="0" strike="noStrike" spc="-1" dirty="0">
                <a:solidFill>
                  <a:schemeClr val="tx1"/>
                </a:solidFill>
                <a:latin typeface="Calibri Light" panose="020F0302020204030204"/>
              </a:rPr>
              <a:t>Criar um estado, na mesa, para guardar o valor referente a deixar todos os equipamentos mudos (booleano);</a:t>
            </a:r>
          </a:p>
          <a:p>
            <a:pPr lvl="1" algn="just">
              <a:tabLst>
                <a:tab pos="0" algn="l"/>
              </a:tabLst>
            </a:pPr>
            <a:r>
              <a:rPr lang="pt-BR" sz="3200" spc="-1" dirty="0">
                <a:solidFill>
                  <a:schemeClr val="tx1"/>
                </a:solidFill>
                <a:latin typeface="Calibri Light" panose="020F0302020204030204"/>
              </a:rPr>
              <a:t>Criar um botão para alterar este valor;</a:t>
            </a:r>
          </a:p>
          <a:p>
            <a:pPr lvl="1" algn="just">
              <a:tabLst>
                <a:tab pos="0" algn="l"/>
              </a:tabLst>
            </a:pPr>
            <a:r>
              <a:rPr lang="pt-BR" sz="3200" b="0" strike="noStrike" spc="-1" dirty="0">
                <a:solidFill>
                  <a:schemeClr val="tx1"/>
                </a:solidFill>
                <a:latin typeface="Calibri Light" panose="020F0302020204030204"/>
              </a:rPr>
              <a:t>Passar este valor para os demais componentes pelo provedor do contexto criado;</a:t>
            </a:r>
          </a:p>
          <a:p>
            <a:pPr lvl="1" algn="just">
              <a:tabLst>
                <a:tab pos="0" algn="l"/>
              </a:tabLst>
            </a:pPr>
            <a:r>
              <a:rPr lang="pt-BR" sz="3200" spc="-1" dirty="0">
                <a:solidFill>
                  <a:schemeClr val="tx1"/>
                </a:solidFill>
                <a:latin typeface="Calibri Light" panose="020F0302020204030204"/>
              </a:rPr>
              <a:t>Observar alterações deste valor através de um efeito; </a:t>
            </a:r>
          </a:p>
          <a:p>
            <a:pPr lvl="1" algn="just">
              <a:tabLst>
                <a:tab pos="0" algn="l"/>
              </a:tabLst>
            </a:pPr>
            <a:r>
              <a:rPr lang="pt-BR" sz="3200" b="0" strike="noStrike" spc="-1" dirty="0">
                <a:solidFill>
                  <a:schemeClr val="tx1"/>
                </a:solidFill>
                <a:latin typeface="Calibri Light" panose="020F0302020204030204"/>
              </a:rPr>
              <a:t>Sempre que houver alteração neste valor, zerar o volume dos equipamentos.</a:t>
            </a:r>
          </a:p>
          <a:p>
            <a:pPr marL="0" indent="0" algn="just">
              <a:buNone/>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988867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 de Texto 3"/>
          <p:cNvSpPr txBox="1"/>
          <p:nvPr/>
        </p:nvSpPr>
        <p:spPr>
          <a:xfrm>
            <a:off x="0" y="0"/>
            <a:ext cx="4064000" cy="368300"/>
          </a:xfrm>
          <a:prstGeom prst="rect">
            <a:avLst/>
          </a:prstGeom>
          <a:noFill/>
        </p:spPr>
        <p:txBody>
          <a:bodyPr wrap="square" rtlCol="0">
            <a:spAutoFit/>
          </a:bodyPr>
          <a:lstStyle/>
          <a:p>
            <a:r>
              <a:rPr lang="pt-BR" altLang="en-US"/>
              <a:t>mesa.js</a:t>
            </a:r>
          </a:p>
        </p:txBody>
      </p:sp>
      <p:sp>
        <p:nvSpPr>
          <p:cNvPr id="2" name="CaixaDeTexto 1">
            <a:extLst>
              <a:ext uri="{FF2B5EF4-FFF2-40B4-BE49-F238E27FC236}">
                <a16:creationId xmlns:a16="http://schemas.microsoft.com/office/drawing/2014/main" id="{3434CADF-DE2E-F0E4-E672-143702462E71}"/>
              </a:ext>
            </a:extLst>
          </p:cNvPr>
          <p:cNvSpPr txBox="1"/>
          <p:nvPr/>
        </p:nvSpPr>
        <p:spPr>
          <a:xfrm>
            <a:off x="2005" y="372979"/>
            <a:ext cx="12187989"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050" b="0" dirty="0">
                <a:solidFill>
                  <a:srgbClr val="A31515"/>
                </a:solidFill>
                <a:effectLst/>
                <a:latin typeface="Consolas" panose="020B0609020204030204" pitchFamily="49" charset="0"/>
              </a:rPr>
              <a:t>'use </a:t>
            </a:r>
            <a:r>
              <a:rPr lang="pt-BR" sz="1050" b="0" dirty="0" err="1">
                <a:solidFill>
                  <a:srgbClr val="A31515"/>
                </a:solidFill>
                <a:effectLst/>
                <a:latin typeface="Consolas" panose="020B0609020204030204" pitchFamily="49" charset="0"/>
              </a:rPr>
              <a:t>client</a:t>
            </a:r>
            <a:r>
              <a:rPr lang="pt-BR" sz="1050" b="0" dirty="0">
                <a:solidFill>
                  <a:srgbClr val="A31515"/>
                </a:solidFill>
                <a:effectLst/>
                <a:latin typeface="Consolas" panose="020B0609020204030204" pitchFamily="49" charset="0"/>
              </a:rPr>
              <a:t>'</a:t>
            </a:r>
            <a:endParaRPr lang="pt-BR" sz="1050" b="0" dirty="0">
              <a:solidFill>
                <a:srgbClr val="3B3B3B"/>
              </a:solidFill>
              <a:effectLst/>
              <a:latin typeface="Consolas" panose="020B0609020204030204" pitchFamily="49" charset="0"/>
            </a:endParaRPr>
          </a:p>
          <a:p>
            <a:br>
              <a:rPr lang="pt-BR" sz="1050" b="0" dirty="0">
                <a:solidFill>
                  <a:srgbClr val="3B3B3B"/>
                </a:solidFill>
                <a:effectLst/>
                <a:latin typeface="Consolas" panose="020B0609020204030204" pitchFamily="49" charset="0"/>
              </a:rPr>
            </a:br>
            <a:r>
              <a:rPr lang="pt-BR" sz="1050" b="0" dirty="0" err="1">
                <a:solidFill>
                  <a:srgbClr val="AF00DB"/>
                </a:solidFill>
                <a:effectLst/>
                <a:latin typeface="Consolas" panose="020B0609020204030204" pitchFamily="49" charset="0"/>
              </a:rPr>
              <a:t>import</a:t>
            </a:r>
            <a:r>
              <a:rPr lang="pt-BR" sz="1050" b="0" dirty="0">
                <a:solidFill>
                  <a:srgbClr val="3B3B3B"/>
                </a:solidFill>
                <a:effectLst/>
                <a:latin typeface="Consolas" panose="020B0609020204030204" pitchFamily="49" charset="0"/>
              </a:rPr>
              <a:t> { </a:t>
            </a:r>
            <a:r>
              <a:rPr lang="pt-BR" sz="1050" b="0" dirty="0" err="1">
                <a:solidFill>
                  <a:srgbClr val="001080"/>
                </a:solidFill>
                <a:effectLst/>
                <a:latin typeface="Consolas" panose="020B0609020204030204" pitchFamily="49" charset="0"/>
              </a:rPr>
              <a:t>createContext</a:t>
            </a:r>
            <a:r>
              <a:rPr lang="pt-BR" sz="1050" b="0" dirty="0">
                <a:solidFill>
                  <a:srgbClr val="3B3B3B"/>
                </a:solidFill>
                <a:effectLst/>
                <a:latin typeface="Consolas" panose="020B0609020204030204" pitchFamily="49" charset="0"/>
              </a:rPr>
              <a:t>, </a:t>
            </a:r>
            <a:r>
              <a:rPr lang="pt-BR" sz="1050" b="0" dirty="0" err="1">
                <a:solidFill>
                  <a:srgbClr val="001080"/>
                </a:solidFill>
                <a:effectLst/>
                <a:latin typeface="Consolas" panose="020B0609020204030204" pitchFamily="49" charset="0"/>
              </a:rPr>
              <a:t>useState</a:t>
            </a:r>
            <a:r>
              <a:rPr lang="pt-BR" sz="1050" b="0" dirty="0">
                <a:solidFill>
                  <a:srgbClr val="3B3B3B"/>
                </a:solidFill>
                <a:effectLst/>
                <a:latin typeface="Consolas" panose="020B0609020204030204" pitchFamily="49" charset="0"/>
              </a:rPr>
              <a:t> } </a:t>
            </a:r>
            <a:r>
              <a:rPr lang="pt-BR" sz="1050" b="0" dirty="0" err="1">
                <a:solidFill>
                  <a:srgbClr val="AF00DB"/>
                </a:solidFill>
                <a:effectLst/>
                <a:latin typeface="Consolas" panose="020B0609020204030204" pitchFamily="49" charset="0"/>
              </a:rPr>
              <a:t>from</a:t>
            </a:r>
            <a:r>
              <a:rPr lang="pt-BR" sz="1050" b="0" dirty="0">
                <a:solidFill>
                  <a:srgbClr val="3B3B3B"/>
                </a:solidFill>
                <a:effectLst/>
                <a:latin typeface="Consolas" panose="020B0609020204030204" pitchFamily="49" charset="0"/>
              </a:rPr>
              <a:t> </a:t>
            </a:r>
            <a:r>
              <a:rPr lang="pt-BR" sz="1050" b="0" dirty="0">
                <a:solidFill>
                  <a:srgbClr val="A31515"/>
                </a:solidFill>
                <a:effectLst/>
                <a:latin typeface="Consolas" panose="020B0609020204030204" pitchFamily="49" charset="0"/>
              </a:rPr>
              <a:t>"</a:t>
            </a:r>
            <a:r>
              <a:rPr lang="pt-BR" sz="1050" b="0" dirty="0" err="1">
                <a:solidFill>
                  <a:srgbClr val="A31515"/>
                </a:solidFill>
                <a:effectLst/>
                <a:latin typeface="Consolas" panose="020B0609020204030204" pitchFamily="49" charset="0"/>
              </a:rPr>
              <a:t>react</a:t>
            </a:r>
            <a:r>
              <a:rPr lang="pt-BR" sz="1050" b="0" dirty="0">
                <a:solidFill>
                  <a:srgbClr val="A31515"/>
                </a:solidFill>
                <a:effectLst/>
                <a:latin typeface="Consolas" panose="020B0609020204030204" pitchFamily="49" charset="0"/>
              </a:rPr>
              <a:t>"</a:t>
            </a:r>
            <a:r>
              <a:rPr lang="pt-BR" sz="1050" b="0" dirty="0">
                <a:solidFill>
                  <a:srgbClr val="3B3B3B"/>
                </a:solidFill>
                <a:effectLst/>
                <a:latin typeface="Consolas" panose="020B0609020204030204" pitchFamily="49" charset="0"/>
              </a:rPr>
              <a:t>;</a:t>
            </a:r>
          </a:p>
          <a:p>
            <a:r>
              <a:rPr lang="pt-BR" sz="1050" b="0" dirty="0" err="1">
                <a:solidFill>
                  <a:srgbClr val="AF00DB"/>
                </a:solidFill>
                <a:effectLst/>
                <a:latin typeface="Consolas" panose="020B0609020204030204" pitchFamily="49" charset="0"/>
              </a:rPr>
              <a:t>import</a:t>
            </a:r>
            <a:r>
              <a:rPr lang="pt-BR" sz="1050" b="0" dirty="0">
                <a:solidFill>
                  <a:srgbClr val="3B3B3B"/>
                </a:solidFill>
                <a:effectLst/>
                <a:latin typeface="Consolas" panose="020B0609020204030204" pitchFamily="49" charset="0"/>
              </a:rPr>
              <a:t> </a:t>
            </a:r>
            <a:r>
              <a:rPr lang="pt-BR" sz="1050" b="0" dirty="0">
                <a:solidFill>
                  <a:srgbClr val="001080"/>
                </a:solidFill>
                <a:effectLst/>
                <a:latin typeface="Consolas" panose="020B0609020204030204" pitchFamily="49" charset="0"/>
              </a:rPr>
              <a:t>Grupo</a:t>
            </a:r>
            <a:r>
              <a:rPr lang="pt-BR" sz="1050" b="0" dirty="0">
                <a:solidFill>
                  <a:srgbClr val="3B3B3B"/>
                </a:solidFill>
                <a:effectLst/>
                <a:latin typeface="Consolas" panose="020B0609020204030204" pitchFamily="49" charset="0"/>
              </a:rPr>
              <a:t> </a:t>
            </a:r>
            <a:r>
              <a:rPr lang="pt-BR" sz="1050" b="0" dirty="0" err="1">
                <a:solidFill>
                  <a:srgbClr val="AF00DB"/>
                </a:solidFill>
                <a:effectLst/>
                <a:latin typeface="Consolas" panose="020B0609020204030204" pitchFamily="49" charset="0"/>
              </a:rPr>
              <a:t>from</a:t>
            </a:r>
            <a:r>
              <a:rPr lang="pt-BR" sz="1050" b="0" dirty="0">
                <a:solidFill>
                  <a:srgbClr val="3B3B3B"/>
                </a:solidFill>
                <a:effectLst/>
                <a:latin typeface="Consolas" panose="020B0609020204030204" pitchFamily="49" charset="0"/>
              </a:rPr>
              <a:t> </a:t>
            </a:r>
            <a:r>
              <a:rPr lang="pt-BR" sz="1050" b="0" dirty="0">
                <a:solidFill>
                  <a:srgbClr val="A31515"/>
                </a:solidFill>
                <a:effectLst/>
                <a:latin typeface="Consolas" panose="020B0609020204030204" pitchFamily="49" charset="0"/>
              </a:rPr>
              <a:t>"./grupo"</a:t>
            </a:r>
            <a:r>
              <a:rPr lang="pt-BR" sz="1050" b="0" dirty="0">
                <a:solidFill>
                  <a:srgbClr val="3B3B3B"/>
                </a:solidFill>
                <a:effectLst/>
                <a:latin typeface="Consolas" panose="020B0609020204030204" pitchFamily="49" charset="0"/>
              </a:rPr>
              <a:t>;</a:t>
            </a:r>
          </a:p>
          <a:p>
            <a:br>
              <a:rPr lang="pt-BR" sz="1050" b="0" dirty="0">
                <a:solidFill>
                  <a:srgbClr val="3B3B3B"/>
                </a:solidFill>
                <a:effectLst/>
                <a:latin typeface="Consolas" panose="020B0609020204030204" pitchFamily="49" charset="0"/>
              </a:rPr>
            </a:br>
            <a:r>
              <a:rPr lang="pt-BR" sz="1050" b="0" dirty="0" err="1">
                <a:solidFill>
                  <a:srgbClr val="AF00DB"/>
                </a:solidFill>
                <a:effectLst/>
                <a:latin typeface="Consolas" panose="020B0609020204030204" pitchFamily="49" charset="0"/>
              </a:rPr>
              <a:t>export</a:t>
            </a:r>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const</a:t>
            </a:r>
            <a:r>
              <a:rPr lang="pt-BR" sz="1050" b="0" dirty="0">
                <a:solidFill>
                  <a:srgbClr val="3B3B3B"/>
                </a:solidFill>
                <a:effectLst/>
                <a:latin typeface="Consolas" panose="020B0609020204030204" pitchFamily="49" charset="0"/>
              </a:rPr>
              <a:t> </a:t>
            </a:r>
            <a:r>
              <a:rPr lang="pt-BR" sz="1050" b="0" dirty="0" err="1">
                <a:solidFill>
                  <a:srgbClr val="0070C1"/>
                </a:solidFill>
                <a:effectLst/>
                <a:latin typeface="Consolas" panose="020B0609020204030204" pitchFamily="49" charset="0"/>
              </a:rPr>
              <a:t>EnergiaContext</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createContext</a:t>
            </a:r>
            <a:r>
              <a:rPr lang="pt-BR" sz="1050" b="0" dirty="0">
                <a:solidFill>
                  <a:srgbClr val="3B3B3B"/>
                </a:solidFill>
                <a:effectLst/>
                <a:latin typeface="Consolas" panose="020B0609020204030204" pitchFamily="49" charset="0"/>
              </a:rPr>
              <a:t>(</a:t>
            </a:r>
            <a:r>
              <a:rPr lang="pt-BR" sz="1050" b="0" dirty="0" err="1">
                <a:solidFill>
                  <a:srgbClr val="0000FF"/>
                </a:solidFill>
                <a:effectLst/>
                <a:latin typeface="Consolas" panose="020B0609020204030204" pitchFamily="49" charset="0"/>
              </a:rPr>
              <a:t>null</a:t>
            </a:r>
            <a:r>
              <a:rPr lang="pt-BR" sz="1050" b="0" dirty="0">
                <a:solidFill>
                  <a:srgbClr val="3B3B3B"/>
                </a:solidFill>
                <a:effectLst/>
                <a:latin typeface="Consolas" panose="020B0609020204030204" pitchFamily="49" charset="0"/>
              </a:rPr>
              <a:t>);</a:t>
            </a:r>
          </a:p>
          <a:p>
            <a:br>
              <a:rPr lang="pt-BR" sz="1050" b="0" dirty="0">
                <a:solidFill>
                  <a:srgbClr val="3B3B3B"/>
                </a:solidFill>
                <a:effectLst/>
                <a:latin typeface="Consolas" panose="020B0609020204030204" pitchFamily="49" charset="0"/>
              </a:rPr>
            </a:br>
            <a:r>
              <a:rPr lang="pt-BR" sz="1050" b="0" dirty="0" err="1">
                <a:solidFill>
                  <a:srgbClr val="AF00DB"/>
                </a:solidFill>
                <a:effectLst/>
                <a:latin typeface="Consolas" panose="020B0609020204030204" pitchFamily="49" charset="0"/>
              </a:rPr>
              <a:t>export</a:t>
            </a:r>
            <a:r>
              <a:rPr lang="pt-BR" sz="1050" b="0" dirty="0">
                <a:solidFill>
                  <a:srgbClr val="3B3B3B"/>
                </a:solidFill>
                <a:effectLst/>
                <a:latin typeface="Consolas" panose="020B0609020204030204" pitchFamily="49" charset="0"/>
              </a:rPr>
              <a:t> </a:t>
            </a:r>
            <a:r>
              <a:rPr lang="pt-BR" sz="1050" b="0" dirty="0">
                <a:solidFill>
                  <a:srgbClr val="AF00DB"/>
                </a:solidFill>
                <a:effectLst/>
                <a:latin typeface="Consolas" panose="020B0609020204030204" pitchFamily="49" charset="0"/>
              </a:rPr>
              <a:t>default</a:t>
            </a:r>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function</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MesaSom</a:t>
            </a:r>
            <a:r>
              <a:rPr lang="pt-BR" sz="1050" b="0" dirty="0">
                <a:solidFill>
                  <a:srgbClr val="3B3B3B"/>
                </a:solidFill>
                <a:effectLst/>
                <a:latin typeface="Consolas" panose="020B0609020204030204" pitchFamily="49" charset="0"/>
              </a:rPr>
              <a:t>() {</a:t>
            </a:r>
          </a:p>
          <a:p>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const</a:t>
            </a:r>
            <a:r>
              <a:rPr lang="pt-BR" sz="1050" b="0" dirty="0">
                <a:solidFill>
                  <a:srgbClr val="3B3B3B"/>
                </a:solidFill>
                <a:effectLst/>
                <a:latin typeface="Consolas" panose="020B0609020204030204" pitchFamily="49" charset="0"/>
              </a:rPr>
              <a:t> [</a:t>
            </a:r>
            <a:r>
              <a:rPr lang="pt-BR" sz="1050" b="0" dirty="0">
                <a:solidFill>
                  <a:srgbClr val="0070C1"/>
                </a:solidFill>
                <a:effectLst/>
                <a:latin typeface="Consolas" panose="020B0609020204030204" pitchFamily="49" charset="0"/>
              </a:rPr>
              <a:t>energia</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setEnergia</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useState</a:t>
            </a:r>
            <a:r>
              <a:rPr lang="pt-BR" sz="1050" b="0" dirty="0">
                <a:solidFill>
                  <a:srgbClr val="3B3B3B"/>
                </a:solidFill>
                <a:effectLst/>
                <a:latin typeface="Consolas" panose="020B0609020204030204" pitchFamily="49" charset="0"/>
              </a:rPr>
              <a:t>(</a:t>
            </a:r>
            <a:r>
              <a:rPr lang="pt-BR" sz="1050" b="0" dirty="0">
                <a:solidFill>
                  <a:srgbClr val="0000FF"/>
                </a:solidFill>
                <a:effectLst/>
                <a:latin typeface="Consolas" panose="020B0609020204030204" pitchFamily="49" charset="0"/>
              </a:rPr>
              <a:t>false</a:t>
            </a:r>
            <a:r>
              <a:rPr lang="pt-BR" sz="1050" b="0" dirty="0">
                <a:solidFill>
                  <a:srgbClr val="3B3B3B"/>
                </a:solidFill>
                <a:effectLst/>
                <a:latin typeface="Consolas" panose="020B0609020204030204" pitchFamily="49" charset="0"/>
              </a:rPr>
              <a:t>);</a:t>
            </a:r>
          </a:p>
          <a:p>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const</a:t>
            </a:r>
            <a:r>
              <a:rPr lang="pt-BR" sz="1050" b="0" dirty="0">
                <a:solidFill>
                  <a:srgbClr val="3B3B3B"/>
                </a:solidFill>
                <a:effectLst/>
                <a:latin typeface="Consolas" panose="020B0609020204030204" pitchFamily="49" charset="0"/>
              </a:rPr>
              <a:t> [</a:t>
            </a:r>
            <a:r>
              <a:rPr lang="pt-BR" sz="1050" b="0" dirty="0" err="1">
                <a:solidFill>
                  <a:srgbClr val="0070C1"/>
                </a:solidFill>
                <a:effectLst/>
                <a:latin typeface="Consolas" panose="020B0609020204030204" pitchFamily="49" charset="0"/>
              </a:rPr>
              <a:t>filhosLigados</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setFilhosLigados</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useState</a:t>
            </a:r>
            <a:r>
              <a:rPr lang="pt-BR" sz="1050" b="0" dirty="0">
                <a:solidFill>
                  <a:srgbClr val="3B3B3B"/>
                </a:solidFill>
                <a:effectLst/>
                <a:latin typeface="Consolas" panose="020B0609020204030204" pitchFamily="49" charset="0"/>
              </a:rPr>
              <a:t>(</a:t>
            </a:r>
            <a:r>
              <a:rPr lang="pt-BR" sz="1050" b="0" dirty="0">
                <a:solidFill>
                  <a:srgbClr val="098658"/>
                </a:solidFill>
                <a:effectLst/>
                <a:latin typeface="Consolas" panose="020B0609020204030204" pitchFamily="49" charset="0"/>
              </a:rPr>
              <a:t>0</a:t>
            </a:r>
            <a:r>
              <a:rPr lang="pt-BR" sz="1050" b="0" dirty="0">
                <a:solidFill>
                  <a:srgbClr val="3B3B3B"/>
                </a:solidFill>
                <a:effectLst/>
                <a:latin typeface="Consolas" panose="020B0609020204030204" pitchFamily="49" charset="0"/>
              </a:rPr>
              <a:t>);</a:t>
            </a:r>
          </a:p>
          <a:p>
            <a:br>
              <a:rPr lang="pt-BR" sz="1050" b="0" dirty="0">
                <a:solidFill>
                  <a:srgbClr val="3B3B3B"/>
                </a:solidFill>
                <a:effectLst/>
                <a:latin typeface="Consolas" panose="020B0609020204030204" pitchFamily="49" charset="0"/>
              </a:rPr>
            </a:br>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const</a:t>
            </a:r>
            <a:r>
              <a:rPr lang="pt-BR" sz="1050" b="0" dirty="0">
                <a:solidFill>
                  <a:srgbClr val="3B3B3B"/>
                </a:solidFill>
                <a:effectLst/>
                <a:latin typeface="Consolas" panose="020B0609020204030204" pitchFamily="49" charset="0"/>
              </a:rPr>
              <a:t> [</a:t>
            </a:r>
            <a:r>
              <a:rPr lang="pt-BR" sz="1050" b="0" dirty="0">
                <a:solidFill>
                  <a:srgbClr val="0070C1"/>
                </a:solidFill>
                <a:effectLst/>
                <a:latin typeface="Consolas" panose="020B0609020204030204" pitchFamily="49" charset="0"/>
              </a:rPr>
              <a:t>mutar</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setMutar</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useState</a:t>
            </a:r>
            <a:r>
              <a:rPr lang="pt-BR" sz="1050" b="0" dirty="0">
                <a:solidFill>
                  <a:srgbClr val="3B3B3B"/>
                </a:solidFill>
                <a:effectLst/>
                <a:latin typeface="Consolas" panose="020B0609020204030204" pitchFamily="49" charset="0"/>
              </a:rPr>
              <a:t>(</a:t>
            </a:r>
            <a:r>
              <a:rPr lang="pt-BR" sz="1050" b="0" dirty="0">
                <a:solidFill>
                  <a:srgbClr val="0000FF"/>
                </a:solidFill>
                <a:effectLst/>
                <a:latin typeface="Consolas" panose="020B0609020204030204" pitchFamily="49" charset="0"/>
              </a:rPr>
              <a:t>false</a:t>
            </a:r>
            <a:r>
              <a:rPr lang="pt-BR" sz="1050" b="0" dirty="0">
                <a:solidFill>
                  <a:srgbClr val="3B3B3B"/>
                </a:solidFill>
                <a:effectLst/>
                <a:latin typeface="Consolas" panose="020B0609020204030204" pitchFamily="49" charset="0"/>
              </a:rPr>
              <a:t>);</a:t>
            </a:r>
          </a:p>
          <a:p>
            <a:br>
              <a:rPr lang="pt-BR" sz="1050" b="0" dirty="0">
                <a:solidFill>
                  <a:srgbClr val="3B3B3B"/>
                </a:solidFill>
                <a:effectLst/>
                <a:latin typeface="Consolas" panose="020B0609020204030204" pitchFamily="49" charset="0"/>
              </a:rPr>
            </a:br>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const</a:t>
            </a:r>
            <a:r>
              <a:rPr lang="pt-BR" sz="1050" b="0" dirty="0">
                <a:solidFill>
                  <a:srgbClr val="3B3B3B"/>
                </a:solidFill>
                <a:effectLst/>
                <a:latin typeface="Consolas" panose="020B0609020204030204" pitchFamily="49" charset="0"/>
              </a:rPr>
              <a:t> </a:t>
            </a:r>
            <a:r>
              <a:rPr lang="pt-BR" sz="1050" b="0" dirty="0">
                <a:solidFill>
                  <a:srgbClr val="795E26"/>
                </a:solidFill>
                <a:effectLst/>
                <a:latin typeface="Consolas" panose="020B0609020204030204" pitchFamily="49" charset="0"/>
              </a:rPr>
              <a:t>contar</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a:solidFill>
                  <a:srgbClr val="001080"/>
                </a:solidFill>
                <a:effectLst/>
                <a:latin typeface="Consolas" panose="020B0609020204030204" pitchFamily="49" charset="0"/>
              </a:rPr>
              <a:t>v</a:t>
            </a:r>
            <a:r>
              <a:rPr lang="pt-BR" sz="1050" b="0" dirty="0">
                <a:solidFill>
                  <a:srgbClr val="3B3B3B"/>
                </a:solidFill>
                <a:effectLst/>
                <a:latin typeface="Consolas" panose="020B0609020204030204" pitchFamily="49" charset="0"/>
              </a:rPr>
              <a:t>) </a:t>
            </a:r>
            <a:r>
              <a:rPr lang="pt-BR" sz="1050" b="0" dirty="0">
                <a:solidFill>
                  <a:srgbClr val="0000FF"/>
                </a:solidFill>
                <a:effectLst/>
                <a:latin typeface="Consolas" panose="020B0609020204030204" pitchFamily="49" charset="0"/>
              </a:rPr>
              <a:t>=&gt;</a:t>
            </a:r>
            <a:r>
              <a:rPr lang="pt-BR" sz="1050" b="0" dirty="0">
                <a:solidFill>
                  <a:srgbClr val="3B3B3B"/>
                </a:solidFill>
                <a:effectLst/>
                <a:latin typeface="Consolas" panose="020B0609020204030204" pitchFamily="49" charset="0"/>
              </a:rPr>
              <a:t> {</a:t>
            </a:r>
          </a:p>
          <a:p>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setFilhosLigados</a:t>
            </a:r>
            <a:r>
              <a:rPr lang="pt-BR" sz="1050" b="0" dirty="0">
                <a:solidFill>
                  <a:srgbClr val="3B3B3B"/>
                </a:solidFill>
                <a:effectLst/>
                <a:latin typeface="Consolas" panose="020B0609020204030204" pitchFamily="49" charset="0"/>
              </a:rPr>
              <a:t>(</a:t>
            </a:r>
            <a:r>
              <a:rPr lang="pt-BR" sz="1050" b="0" dirty="0" err="1">
                <a:solidFill>
                  <a:srgbClr val="0070C1"/>
                </a:solidFill>
                <a:effectLst/>
                <a:latin typeface="Consolas" panose="020B0609020204030204" pitchFamily="49" charset="0"/>
              </a:rPr>
              <a:t>filhosLigados</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a:solidFill>
                  <a:srgbClr val="001080"/>
                </a:solidFill>
                <a:effectLst/>
                <a:latin typeface="Consolas" panose="020B0609020204030204" pitchFamily="49" charset="0"/>
              </a:rPr>
              <a:t>v</a:t>
            </a:r>
            <a:r>
              <a:rPr lang="pt-BR" sz="1050" b="0" dirty="0">
                <a:solidFill>
                  <a:srgbClr val="3B3B3B"/>
                </a:solidFill>
                <a:effectLst/>
                <a:latin typeface="Consolas" panose="020B0609020204030204" pitchFamily="49" charset="0"/>
              </a:rPr>
              <a:t>);</a:t>
            </a:r>
          </a:p>
          <a:p>
            <a:r>
              <a:rPr lang="pt-BR" sz="1050" b="0" dirty="0">
                <a:solidFill>
                  <a:srgbClr val="3B3B3B"/>
                </a:solidFill>
                <a:effectLst/>
                <a:latin typeface="Consolas" panose="020B0609020204030204" pitchFamily="49" charset="0"/>
              </a:rPr>
              <a:t>    }</a:t>
            </a:r>
          </a:p>
          <a:p>
            <a:br>
              <a:rPr lang="pt-BR" sz="1050" b="0" dirty="0">
                <a:solidFill>
                  <a:srgbClr val="3B3B3B"/>
                </a:solidFill>
                <a:effectLst/>
                <a:latin typeface="Consolas" panose="020B0609020204030204" pitchFamily="49" charset="0"/>
              </a:rPr>
            </a:br>
            <a:r>
              <a:rPr lang="pt-BR" sz="1050" b="0" dirty="0">
                <a:solidFill>
                  <a:srgbClr val="3B3B3B"/>
                </a:solidFill>
                <a:effectLst/>
                <a:latin typeface="Consolas" panose="020B0609020204030204" pitchFamily="49" charset="0"/>
              </a:rPr>
              <a:t>    </a:t>
            </a:r>
            <a:r>
              <a:rPr lang="pt-BR" sz="1050" b="0" dirty="0" err="1">
                <a:solidFill>
                  <a:srgbClr val="0000FF"/>
                </a:solidFill>
                <a:effectLst/>
                <a:latin typeface="Consolas" panose="020B0609020204030204" pitchFamily="49" charset="0"/>
              </a:rPr>
              <a:t>const</a:t>
            </a:r>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handleEnergia</a:t>
            </a:r>
            <a:r>
              <a:rPr lang="pt-BR" sz="1050" b="0" dirty="0">
                <a:solidFill>
                  <a:srgbClr val="3B3B3B"/>
                </a:solidFill>
                <a:effectLst/>
                <a:latin typeface="Consolas" panose="020B0609020204030204" pitchFamily="49" charset="0"/>
              </a:rPr>
              <a:t> </a:t>
            </a:r>
            <a:r>
              <a:rPr lang="pt-BR" sz="1050" b="0" dirty="0">
                <a:solidFill>
                  <a:srgbClr val="000000"/>
                </a:solidFill>
                <a:effectLst/>
                <a:latin typeface="Consolas" panose="020B0609020204030204" pitchFamily="49" charset="0"/>
              </a:rPr>
              <a:t>=</a:t>
            </a:r>
            <a:r>
              <a:rPr lang="pt-BR" sz="1050" b="0" dirty="0">
                <a:solidFill>
                  <a:srgbClr val="3B3B3B"/>
                </a:solidFill>
                <a:effectLst/>
                <a:latin typeface="Consolas" panose="020B0609020204030204" pitchFamily="49" charset="0"/>
              </a:rPr>
              <a:t> () </a:t>
            </a:r>
            <a:r>
              <a:rPr lang="pt-BR" sz="1050" b="0" dirty="0">
                <a:solidFill>
                  <a:srgbClr val="0000FF"/>
                </a:solidFill>
                <a:effectLst/>
                <a:latin typeface="Consolas" panose="020B0609020204030204" pitchFamily="49" charset="0"/>
              </a:rPr>
              <a:t>=&gt;</a:t>
            </a:r>
            <a:r>
              <a:rPr lang="pt-BR" sz="1050" b="0" dirty="0">
                <a:solidFill>
                  <a:srgbClr val="3B3B3B"/>
                </a:solidFill>
                <a:effectLst/>
                <a:latin typeface="Consolas" panose="020B0609020204030204" pitchFamily="49" charset="0"/>
              </a:rPr>
              <a:t> {</a:t>
            </a:r>
          </a:p>
          <a:p>
            <a:r>
              <a:rPr lang="pt-BR" sz="1050" b="0" dirty="0">
                <a:solidFill>
                  <a:srgbClr val="3B3B3B"/>
                </a:solidFill>
                <a:effectLst/>
                <a:latin typeface="Consolas" panose="020B0609020204030204" pitchFamily="49" charset="0"/>
              </a:rPr>
              <a:t>        </a:t>
            </a:r>
            <a:r>
              <a:rPr lang="pt-BR" sz="1050" b="0" dirty="0" err="1">
                <a:solidFill>
                  <a:srgbClr val="795E26"/>
                </a:solidFill>
                <a:effectLst/>
                <a:latin typeface="Consolas" panose="020B0609020204030204" pitchFamily="49" charset="0"/>
              </a:rPr>
              <a:t>setEnergia</a:t>
            </a:r>
            <a:r>
              <a:rPr lang="pt-BR" sz="1050" b="0" dirty="0">
                <a:solidFill>
                  <a:srgbClr val="3B3B3B"/>
                </a:solidFill>
                <a:effectLst/>
                <a:latin typeface="Consolas" panose="020B0609020204030204" pitchFamily="49" charset="0"/>
              </a:rPr>
              <a:t>(</a:t>
            </a:r>
            <a:r>
              <a:rPr lang="pt-BR" sz="1050" b="0" dirty="0">
                <a:solidFill>
                  <a:srgbClr val="000000"/>
                </a:solidFill>
                <a:effectLst/>
                <a:latin typeface="Consolas" panose="020B0609020204030204" pitchFamily="49" charset="0"/>
              </a:rPr>
              <a:t>!</a:t>
            </a:r>
            <a:r>
              <a:rPr lang="pt-BR" sz="1050" b="0" dirty="0">
                <a:solidFill>
                  <a:srgbClr val="0070C1"/>
                </a:solidFill>
                <a:effectLst/>
                <a:latin typeface="Consolas" panose="020B0609020204030204" pitchFamily="49" charset="0"/>
              </a:rPr>
              <a:t>energia</a:t>
            </a:r>
            <a:r>
              <a:rPr lang="pt-BR" sz="1050" b="0" dirty="0">
                <a:solidFill>
                  <a:srgbClr val="3B3B3B"/>
                </a:solidFill>
                <a:effectLst/>
                <a:latin typeface="Consolas" panose="020B0609020204030204" pitchFamily="49" charset="0"/>
              </a:rPr>
              <a:t>);</a:t>
            </a:r>
          </a:p>
          <a:p>
            <a:r>
              <a:rPr lang="pt-BR" sz="1050" b="0" dirty="0">
                <a:solidFill>
                  <a:srgbClr val="3B3B3B"/>
                </a:solidFill>
                <a:effectLst/>
                <a:latin typeface="Consolas" panose="020B0609020204030204" pitchFamily="49" charset="0"/>
              </a:rPr>
              <a:t>    }</a:t>
            </a:r>
          </a:p>
          <a:p>
            <a:br>
              <a:rPr lang="pt-BR" sz="1050" b="0" dirty="0">
                <a:solidFill>
                  <a:srgbClr val="3B3B3B"/>
                </a:solidFill>
                <a:effectLst/>
                <a:latin typeface="Consolas" panose="020B0609020204030204" pitchFamily="49" charset="0"/>
              </a:rPr>
            </a:br>
            <a:r>
              <a:rPr lang="pt-BR" sz="1050" b="0" dirty="0">
                <a:solidFill>
                  <a:srgbClr val="3B3B3B"/>
                </a:solidFill>
                <a:effectLst/>
                <a:latin typeface="Consolas" panose="020B0609020204030204" pitchFamily="49" charset="0"/>
              </a:rPr>
              <a:t>    </a:t>
            </a:r>
            <a:r>
              <a:rPr lang="pt-BR" sz="1050" b="0" dirty="0" err="1">
                <a:solidFill>
                  <a:srgbClr val="AF00DB"/>
                </a:solidFill>
                <a:effectLst/>
                <a:latin typeface="Consolas" panose="020B0609020204030204" pitchFamily="49" charset="0"/>
              </a:rPr>
              <a:t>return</a:t>
            </a:r>
            <a:r>
              <a:rPr lang="pt-BR" sz="1050" b="0" dirty="0">
                <a:solidFill>
                  <a:srgbClr val="3B3B3B"/>
                </a:solidFill>
                <a:effectLst/>
                <a:latin typeface="Consolas" panose="020B0609020204030204" pitchFamily="49" charset="0"/>
              </a:rPr>
              <a:t> (</a:t>
            </a: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800000"/>
                </a:solidFill>
                <a:effectLst/>
                <a:latin typeface="Consolas" panose="020B0609020204030204" pitchFamily="49" charset="0"/>
              </a:rPr>
              <a:t>div</a:t>
            </a:r>
            <a:r>
              <a:rPr lang="pt-BR" sz="1050" b="0" dirty="0">
                <a:solidFill>
                  <a:srgbClr val="3B3B3B"/>
                </a:solidFill>
                <a:effectLst/>
                <a:latin typeface="Consolas" panose="020B0609020204030204" pitchFamily="49" charset="0"/>
              </a:rPr>
              <a:t> </a:t>
            </a:r>
            <a:r>
              <a:rPr lang="pt-BR" sz="1050" b="0" dirty="0" err="1">
                <a:solidFill>
                  <a:srgbClr val="E50000"/>
                </a:solidFill>
                <a:effectLst/>
                <a:latin typeface="Consolas" panose="020B0609020204030204" pitchFamily="49" charset="0"/>
              </a:rPr>
              <a:t>className</a:t>
            </a:r>
            <a:r>
              <a:rPr lang="pt-BR" sz="1050" b="0" dirty="0">
                <a:solidFill>
                  <a:srgbClr val="000000"/>
                </a:solidFill>
                <a:effectLst/>
                <a:latin typeface="Consolas" panose="020B0609020204030204" pitchFamily="49" charset="0"/>
              </a:rPr>
              <a:t>=</a:t>
            </a:r>
            <a:r>
              <a:rPr lang="pt-BR" sz="1050" b="0" dirty="0">
                <a:solidFill>
                  <a:srgbClr val="A31515"/>
                </a:solidFill>
                <a:effectLst/>
                <a:latin typeface="Consolas" panose="020B0609020204030204" pitchFamily="49" charset="0"/>
              </a:rPr>
              <a:t>"</a:t>
            </a:r>
            <a:r>
              <a:rPr lang="pt-BR" sz="1050" b="0" dirty="0" err="1">
                <a:solidFill>
                  <a:srgbClr val="A31515"/>
                </a:solidFill>
                <a:effectLst/>
                <a:latin typeface="Consolas" panose="020B0609020204030204" pitchFamily="49" charset="0"/>
              </a:rPr>
              <a:t>flex</a:t>
            </a:r>
            <a:r>
              <a:rPr lang="pt-BR" sz="1050" b="0" dirty="0">
                <a:solidFill>
                  <a:srgbClr val="A31515"/>
                </a:solidFill>
                <a:effectLst/>
                <a:latin typeface="Consolas" panose="020B0609020204030204" pitchFamily="49" charset="0"/>
              </a:rPr>
              <a:t> </a:t>
            </a:r>
            <a:r>
              <a:rPr lang="pt-BR" sz="1050" b="0" dirty="0" err="1">
                <a:solidFill>
                  <a:srgbClr val="A31515"/>
                </a:solidFill>
                <a:effectLst/>
                <a:latin typeface="Consolas" panose="020B0609020204030204" pitchFamily="49" charset="0"/>
              </a:rPr>
              <a:t>flex-row</a:t>
            </a:r>
            <a:r>
              <a:rPr lang="pt-BR" sz="1050" b="0" dirty="0">
                <a:solidFill>
                  <a:srgbClr val="A31515"/>
                </a:solidFill>
                <a:effectLst/>
                <a:latin typeface="Consolas" panose="020B0609020204030204" pitchFamily="49" charset="0"/>
              </a:rPr>
              <a:t> mb-2 space-x-1"</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0000FF"/>
                </a:solidFill>
                <a:effectLst/>
                <a:latin typeface="Consolas" panose="020B0609020204030204" pitchFamily="49" charset="0"/>
              </a:rPr>
              <a:t>{</a:t>
            </a:r>
            <a:endParaRPr lang="pt-BR" sz="1050" b="0" dirty="0">
              <a:solidFill>
                <a:srgbClr val="3B3B3B"/>
              </a:solidFill>
              <a:effectLst/>
              <a:latin typeface="Consolas" panose="020B0609020204030204" pitchFamily="49" charset="0"/>
            </a:endParaRPr>
          </a:p>
          <a:p>
            <a:r>
              <a:rPr lang="pt-BR" sz="1050" b="0" dirty="0">
                <a:solidFill>
                  <a:srgbClr val="000000"/>
                </a:solidFill>
                <a:effectLst/>
                <a:latin typeface="Consolas" panose="020B0609020204030204" pitchFamily="49" charset="0"/>
              </a:rPr>
              <a:t>                    </a:t>
            </a:r>
            <a:r>
              <a:rPr lang="pt-BR" sz="1050" b="0" dirty="0">
                <a:solidFill>
                  <a:srgbClr val="0070C1"/>
                </a:solidFill>
                <a:effectLst/>
                <a:latin typeface="Consolas" panose="020B0609020204030204" pitchFamily="49" charset="0"/>
              </a:rPr>
              <a:t>energia</a:t>
            </a:r>
            <a:r>
              <a:rPr lang="pt-BR" sz="1050" b="0" dirty="0">
                <a:solidFill>
                  <a:srgbClr val="000000"/>
                </a:solidFill>
                <a:effectLst/>
                <a:latin typeface="Consolas" panose="020B0609020204030204" pitchFamily="49" charset="0"/>
              </a:rPr>
              <a:t> ? </a:t>
            </a:r>
            <a:r>
              <a:rPr lang="pt-BR" sz="1050" b="0" dirty="0">
                <a:solidFill>
                  <a:srgbClr val="800000"/>
                </a:solidFill>
                <a:effectLst/>
                <a:latin typeface="Consolas" panose="020B0609020204030204" pitchFamily="49" charset="0"/>
              </a:rPr>
              <a:t>&lt;p&gt;</a:t>
            </a:r>
            <a:r>
              <a:rPr lang="pt-BR" sz="1050" b="0" dirty="0">
                <a:solidFill>
                  <a:srgbClr val="000000"/>
                </a:solidFill>
                <a:effectLst/>
                <a:latin typeface="Consolas" panose="020B0609020204030204" pitchFamily="49" charset="0"/>
              </a:rPr>
              <a:t>Mesa de som ligada</a:t>
            </a:r>
            <a:r>
              <a:rPr lang="pt-BR" sz="1050" b="0" dirty="0">
                <a:solidFill>
                  <a:srgbClr val="800000"/>
                </a:solidFill>
                <a:effectLst/>
                <a:latin typeface="Consolas" panose="020B0609020204030204" pitchFamily="49" charset="0"/>
              </a:rPr>
              <a:t>&lt;/p&gt;</a:t>
            </a:r>
            <a:r>
              <a:rPr lang="pt-BR" sz="1050" b="0" dirty="0">
                <a:solidFill>
                  <a:srgbClr val="000000"/>
                </a:solidFill>
                <a:effectLst/>
                <a:latin typeface="Consolas" panose="020B0609020204030204" pitchFamily="49" charset="0"/>
              </a:rPr>
              <a:t> : </a:t>
            </a:r>
            <a:r>
              <a:rPr lang="pt-BR" sz="1050" b="0" dirty="0">
                <a:solidFill>
                  <a:srgbClr val="800000"/>
                </a:solidFill>
                <a:effectLst/>
                <a:latin typeface="Consolas" panose="020B0609020204030204" pitchFamily="49" charset="0"/>
              </a:rPr>
              <a:t>&lt;p&gt;</a:t>
            </a:r>
            <a:r>
              <a:rPr lang="pt-BR" sz="1050" b="0" dirty="0">
                <a:solidFill>
                  <a:srgbClr val="000000"/>
                </a:solidFill>
                <a:effectLst/>
                <a:latin typeface="Consolas" panose="020B0609020204030204" pitchFamily="49" charset="0"/>
              </a:rPr>
              <a:t>Mesa de som desligada</a:t>
            </a:r>
            <a:r>
              <a:rPr lang="pt-BR" sz="1050" b="0" dirty="0">
                <a:solidFill>
                  <a:srgbClr val="800000"/>
                </a:solidFill>
                <a:effectLst/>
                <a:latin typeface="Consolas" panose="020B0609020204030204" pitchFamily="49" charset="0"/>
              </a:rPr>
              <a:t>&lt;/p&gt;</a:t>
            </a:r>
            <a:endParaRPr lang="pt-BR" sz="1050" b="0" dirty="0">
              <a:solidFill>
                <a:srgbClr val="3B3B3B"/>
              </a:solidFill>
              <a:effectLst/>
              <a:latin typeface="Consolas" panose="020B0609020204030204" pitchFamily="49" charset="0"/>
            </a:endParaRPr>
          </a:p>
          <a:p>
            <a:r>
              <a:rPr lang="pt-BR" sz="1050" b="0" dirty="0">
                <a:solidFill>
                  <a:srgbClr val="000000"/>
                </a:solidFill>
                <a:effectLst/>
                <a:latin typeface="Consolas" panose="020B0609020204030204" pitchFamily="49" charset="0"/>
              </a:rPr>
              <a:t>                </a:t>
            </a:r>
            <a:r>
              <a:rPr lang="pt-BR" sz="1050" b="0" dirty="0">
                <a:solidFill>
                  <a:srgbClr val="0000FF"/>
                </a:solidFill>
                <a:effectLst/>
                <a:latin typeface="Consolas" panose="020B0609020204030204" pitchFamily="49" charset="0"/>
              </a:rPr>
              <a: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800000"/>
                </a:solidFill>
                <a:effectLst/>
                <a:latin typeface="Consolas" panose="020B0609020204030204" pitchFamily="49" charset="0"/>
              </a:rPr>
              <a:t>button</a:t>
            </a:r>
            <a:r>
              <a:rPr lang="pt-BR" sz="1050" b="0" dirty="0">
                <a:solidFill>
                  <a:srgbClr val="3B3B3B"/>
                </a:solidFill>
                <a:effectLst/>
                <a:latin typeface="Consolas" panose="020B0609020204030204" pitchFamily="49" charset="0"/>
              </a:rPr>
              <a:t> </a:t>
            </a:r>
            <a:r>
              <a:rPr lang="pt-BR" sz="1050" b="0" dirty="0" err="1">
                <a:solidFill>
                  <a:srgbClr val="E50000"/>
                </a:solidFill>
                <a:effectLst/>
                <a:latin typeface="Consolas" panose="020B0609020204030204" pitchFamily="49" charset="0"/>
              </a:rPr>
              <a:t>onClick</a:t>
            </a:r>
            <a:r>
              <a:rPr lang="pt-BR" sz="1050" b="0" dirty="0">
                <a:solidFill>
                  <a:srgbClr val="000000"/>
                </a:solidFill>
                <a:effectLst/>
                <a:latin typeface="Consolas" panose="020B0609020204030204" pitchFamily="49" charset="0"/>
              </a:rPr>
              <a:t>=</a:t>
            </a:r>
            <a:r>
              <a:rPr lang="pt-BR" sz="1050" b="0" dirty="0">
                <a:solidFill>
                  <a:srgbClr val="0000FF"/>
                </a:solidFill>
                <a:effectLst/>
                <a:latin typeface="Consolas" panose="020B0609020204030204" pitchFamily="49" charset="0"/>
              </a:rPr>
              <a:t>{</a:t>
            </a:r>
            <a:r>
              <a:rPr lang="pt-BR" sz="1050" b="0" dirty="0" err="1">
                <a:solidFill>
                  <a:srgbClr val="795E26"/>
                </a:solidFill>
                <a:effectLst/>
                <a:latin typeface="Consolas" panose="020B0609020204030204" pitchFamily="49" charset="0"/>
              </a:rPr>
              <a:t>handleEnergia</a:t>
            </a:r>
            <a:r>
              <a:rPr lang="pt-BR" sz="1050" b="0" dirty="0">
                <a:solidFill>
                  <a:srgbClr val="0000FF"/>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err="1">
                <a:solidFill>
                  <a:srgbClr val="E50000"/>
                </a:solidFill>
                <a:effectLst/>
                <a:latin typeface="Consolas" panose="020B0609020204030204" pitchFamily="49" charset="0"/>
              </a:rPr>
              <a:t>className</a:t>
            </a:r>
            <a:r>
              <a:rPr lang="pt-BR" sz="1050" b="0" dirty="0">
                <a:solidFill>
                  <a:srgbClr val="000000"/>
                </a:solidFill>
                <a:effectLst/>
                <a:latin typeface="Consolas" panose="020B0609020204030204" pitchFamily="49" charset="0"/>
              </a:rPr>
              <a:t>=</a:t>
            </a:r>
            <a:r>
              <a:rPr lang="pt-BR" sz="1050" b="0" dirty="0">
                <a:solidFill>
                  <a:srgbClr val="0000FF"/>
                </a:solidFill>
                <a:effectLst/>
                <a:latin typeface="Consolas" panose="020B0609020204030204" pitchFamily="49" charset="0"/>
              </a:rPr>
              <a:t>{</a:t>
            </a:r>
            <a:r>
              <a:rPr lang="pt-BR" sz="1050" b="0" dirty="0">
                <a:solidFill>
                  <a:srgbClr val="A31515"/>
                </a:solidFill>
                <a:effectLst/>
                <a:latin typeface="Consolas" panose="020B0609020204030204" pitchFamily="49" charset="0"/>
              </a:rPr>
              <a:t>`px-2 </a:t>
            </a:r>
            <a:r>
              <a:rPr lang="pt-BR" sz="1050" b="0" dirty="0">
                <a:solidFill>
                  <a:srgbClr val="0000FF"/>
                </a:solidFill>
                <a:effectLst/>
                <a:latin typeface="Consolas" panose="020B0609020204030204" pitchFamily="49" charset="0"/>
              </a:rPr>
              <a:t>${</a:t>
            </a:r>
            <a:r>
              <a:rPr lang="pt-BR" sz="1050" b="0" dirty="0">
                <a:solidFill>
                  <a:srgbClr val="0070C1"/>
                </a:solidFill>
                <a:effectLst/>
                <a:latin typeface="Consolas" panose="020B0609020204030204" pitchFamily="49" charset="0"/>
              </a:rPr>
              <a:t>energia</a:t>
            </a:r>
            <a:r>
              <a:rPr lang="pt-BR" sz="1050" b="0" dirty="0">
                <a:solidFill>
                  <a:srgbClr val="000000"/>
                </a:solidFill>
                <a:effectLst/>
                <a:latin typeface="Consolas" panose="020B0609020204030204" pitchFamily="49" charset="0"/>
              </a:rPr>
              <a:t> ? </a:t>
            </a:r>
            <a:r>
              <a:rPr lang="pt-BR" sz="1050" b="0" dirty="0">
                <a:solidFill>
                  <a:srgbClr val="A31515"/>
                </a:solidFill>
                <a:effectLst/>
                <a:latin typeface="Consolas" panose="020B0609020204030204" pitchFamily="49" charset="0"/>
              </a:rPr>
              <a:t>'bg-pink-700'</a:t>
            </a:r>
            <a:r>
              <a:rPr lang="pt-BR" sz="1050" b="0" dirty="0">
                <a:solidFill>
                  <a:srgbClr val="000000"/>
                </a:solidFill>
                <a:effectLst/>
                <a:latin typeface="Consolas" panose="020B0609020204030204" pitchFamily="49" charset="0"/>
              </a:rPr>
              <a:t> : </a:t>
            </a:r>
            <a:r>
              <a:rPr lang="pt-BR" sz="1050" b="0" dirty="0">
                <a:solidFill>
                  <a:srgbClr val="A31515"/>
                </a:solidFill>
                <a:effectLst/>
                <a:latin typeface="Consolas" panose="020B0609020204030204" pitchFamily="49" charset="0"/>
              </a:rPr>
              <a:t>'bg-emerald-700'</a:t>
            </a:r>
            <a:r>
              <a:rPr lang="pt-BR" sz="1050" b="0" dirty="0">
                <a:solidFill>
                  <a:srgbClr val="0000FF"/>
                </a:solidFill>
                <a:effectLst/>
                <a:latin typeface="Consolas" panose="020B0609020204030204" pitchFamily="49" charset="0"/>
              </a:rPr>
              <a:t>}</a:t>
            </a:r>
            <a:r>
              <a:rPr lang="pt-BR" sz="1050" b="0" dirty="0">
                <a:solidFill>
                  <a:srgbClr val="A31515"/>
                </a:solidFill>
                <a:effectLst/>
                <a:latin typeface="Consolas" panose="020B0609020204030204" pitchFamily="49" charset="0"/>
              </a:rPr>
              <a:t> </a:t>
            </a:r>
            <a:r>
              <a:rPr lang="pt-BR" sz="1050" b="0" dirty="0" err="1">
                <a:solidFill>
                  <a:srgbClr val="A31515"/>
                </a:solidFill>
                <a:effectLst/>
                <a:latin typeface="Consolas" panose="020B0609020204030204" pitchFamily="49" charset="0"/>
              </a:rPr>
              <a:t>text-white</a:t>
            </a:r>
            <a:r>
              <a:rPr lang="pt-BR" sz="1050" b="0" dirty="0">
                <a:solidFill>
                  <a:srgbClr val="A31515"/>
                </a:solidFill>
                <a:effectLst/>
                <a:latin typeface="Consolas" panose="020B0609020204030204" pitchFamily="49" charset="0"/>
              </a:rPr>
              <a:t> </a:t>
            </a:r>
            <a:r>
              <a:rPr lang="pt-BR" sz="1050" b="0" dirty="0" err="1">
                <a:solidFill>
                  <a:srgbClr val="A31515"/>
                </a:solidFill>
                <a:effectLst/>
                <a:latin typeface="Consolas" panose="020B0609020204030204" pitchFamily="49" charset="0"/>
              </a:rPr>
              <a:t>rounded-md</a:t>
            </a:r>
            <a:r>
              <a:rPr lang="pt-BR" sz="1050" b="0" dirty="0">
                <a:solidFill>
                  <a:srgbClr val="A31515"/>
                </a:solidFill>
                <a:effectLst/>
                <a:latin typeface="Consolas" panose="020B0609020204030204" pitchFamily="49" charset="0"/>
              </a:rPr>
              <a:t>`</a:t>
            </a:r>
            <a:r>
              <a:rPr lang="pt-BR" sz="1050" b="0" dirty="0">
                <a:solidFill>
                  <a:srgbClr val="0000FF"/>
                </a:solidFill>
                <a:effectLst/>
                <a:latin typeface="Consolas" panose="020B0609020204030204" pitchFamily="49" charset="0"/>
              </a:rPr>
              <a:t>}</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0000FF"/>
                </a:solidFill>
                <a:effectLst/>
                <a:latin typeface="Consolas" panose="020B0609020204030204" pitchFamily="49" charset="0"/>
              </a:rPr>
              <a:t>{</a:t>
            </a:r>
            <a:r>
              <a:rPr lang="pt-BR" sz="1050" b="0" dirty="0">
                <a:solidFill>
                  <a:srgbClr val="0070C1"/>
                </a:solidFill>
                <a:effectLst/>
                <a:latin typeface="Consolas" panose="020B0609020204030204" pitchFamily="49" charset="0"/>
              </a:rPr>
              <a:t>energia</a:t>
            </a:r>
            <a:r>
              <a:rPr lang="pt-BR" sz="1050" b="0" dirty="0">
                <a:solidFill>
                  <a:srgbClr val="000000"/>
                </a:solidFill>
                <a:effectLst/>
                <a:latin typeface="Consolas" panose="020B0609020204030204" pitchFamily="49" charset="0"/>
              </a:rPr>
              <a:t> ? </a:t>
            </a:r>
            <a:r>
              <a:rPr lang="pt-BR" sz="1050" b="0" dirty="0">
                <a:solidFill>
                  <a:srgbClr val="A31515"/>
                </a:solidFill>
                <a:effectLst/>
                <a:latin typeface="Consolas" panose="020B0609020204030204" pitchFamily="49" charset="0"/>
              </a:rPr>
              <a:t>"Desligar"</a:t>
            </a:r>
            <a:r>
              <a:rPr lang="pt-BR" sz="1050" b="0" dirty="0">
                <a:solidFill>
                  <a:srgbClr val="000000"/>
                </a:solidFill>
                <a:effectLst/>
                <a:latin typeface="Consolas" panose="020B0609020204030204" pitchFamily="49" charset="0"/>
              </a:rPr>
              <a:t> : </a:t>
            </a:r>
            <a:r>
              <a:rPr lang="pt-BR" sz="1050" b="0" dirty="0">
                <a:solidFill>
                  <a:srgbClr val="A31515"/>
                </a:solidFill>
                <a:effectLst/>
                <a:latin typeface="Consolas" panose="020B0609020204030204" pitchFamily="49" charset="0"/>
              </a:rPr>
              <a:t>"Ligar"</a:t>
            </a:r>
            <a:r>
              <a:rPr lang="pt-BR" sz="1050" b="0" dirty="0">
                <a:solidFill>
                  <a:srgbClr val="0000FF"/>
                </a:solidFill>
                <a:effectLst/>
                <a:latin typeface="Consolas" panose="020B0609020204030204" pitchFamily="49" charset="0"/>
              </a:rPr>
              <a: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800000"/>
                </a:solidFill>
                <a:effectLst/>
                <a:latin typeface="Consolas" panose="020B0609020204030204" pitchFamily="49" charset="0"/>
              </a:rPr>
              <a:t>button</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&lt;p&gt;</a:t>
            </a:r>
            <a:r>
              <a:rPr lang="pt-BR" sz="1050" b="0" dirty="0">
                <a:solidFill>
                  <a:srgbClr val="3B3B3B"/>
                </a:solidFill>
                <a:effectLst/>
                <a:latin typeface="Consolas" panose="020B0609020204030204" pitchFamily="49" charset="0"/>
              </a:rPr>
              <a:t>Filhos ligados: </a:t>
            </a:r>
            <a:r>
              <a:rPr lang="pt-BR" sz="1050" b="0" dirty="0">
                <a:solidFill>
                  <a:srgbClr val="0000FF"/>
                </a:solidFill>
                <a:effectLst/>
                <a:latin typeface="Consolas" panose="020B0609020204030204" pitchFamily="49" charset="0"/>
              </a:rPr>
              <a:t>{</a:t>
            </a:r>
            <a:r>
              <a:rPr lang="pt-BR" sz="1050" b="0" dirty="0">
                <a:solidFill>
                  <a:srgbClr val="0070C1"/>
                </a:solidFill>
                <a:effectLst/>
                <a:latin typeface="Consolas" panose="020B0609020204030204" pitchFamily="49" charset="0"/>
              </a:rPr>
              <a:t>energia</a:t>
            </a:r>
            <a:r>
              <a:rPr lang="pt-BR" sz="1050" b="0" dirty="0">
                <a:solidFill>
                  <a:srgbClr val="000000"/>
                </a:solidFill>
                <a:effectLst/>
                <a:latin typeface="Consolas" panose="020B0609020204030204" pitchFamily="49" charset="0"/>
              </a:rPr>
              <a:t> ? </a:t>
            </a:r>
            <a:r>
              <a:rPr lang="pt-BR" sz="1050" b="0" dirty="0" err="1">
                <a:solidFill>
                  <a:srgbClr val="0070C1"/>
                </a:solidFill>
                <a:effectLst/>
                <a:latin typeface="Consolas" panose="020B0609020204030204" pitchFamily="49" charset="0"/>
              </a:rPr>
              <a:t>filhosLigados</a:t>
            </a:r>
            <a:r>
              <a:rPr lang="pt-BR" sz="1050" b="0" dirty="0">
                <a:solidFill>
                  <a:srgbClr val="000000"/>
                </a:solidFill>
                <a:effectLst/>
                <a:latin typeface="Consolas" panose="020B0609020204030204" pitchFamily="49" charset="0"/>
              </a:rPr>
              <a:t> : </a:t>
            </a:r>
            <a:r>
              <a:rPr lang="pt-BR" sz="1050" b="0" dirty="0">
                <a:solidFill>
                  <a:srgbClr val="098658"/>
                </a:solidFill>
                <a:effectLst/>
                <a:latin typeface="Consolas" panose="020B0609020204030204" pitchFamily="49" charset="0"/>
              </a:rPr>
              <a:t>0</a:t>
            </a:r>
            <a:r>
              <a:rPr lang="pt-BR" sz="1050" b="0" dirty="0">
                <a:solidFill>
                  <a:srgbClr val="0000FF"/>
                </a:solidFill>
                <a:effectLst/>
                <a:latin typeface="Consolas" panose="020B0609020204030204" pitchFamily="49" charset="0"/>
              </a:rPr>
              <a:t>}</a:t>
            </a:r>
            <a:r>
              <a:rPr lang="pt-BR" sz="1050" b="0" dirty="0">
                <a:solidFill>
                  <a:srgbClr val="800000"/>
                </a:solidFill>
                <a:effectLst/>
                <a:latin typeface="Consolas" panose="020B0609020204030204" pitchFamily="49" charset="0"/>
              </a:rPr>
              <a:t>&lt;/p&gt;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800000"/>
                </a:solidFill>
                <a:effectLst/>
                <a:latin typeface="Consolas" panose="020B0609020204030204" pitchFamily="49" charset="0"/>
              </a:rPr>
              <a:t>button</a:t>
            </a:r>
            <a:r>
              <a:rPr lang="pt-BR" sz="1050" b="0" dirty="0">
                <a:solidFill>
                  <a:srgbClr val="3B3B3B"/>
                </a:solidFill>
                <a:effectLst/>
                <a:latin typeface="Consolas" panose="020B0609020204030204" pitchFamily="49" charset="0"/>
              </a:rPr>
              <a:t> </a:t>
            </a:r>
            <a:r>
              <a:rPr lang="pt-BR" sz="1050" b="0" dirty="0" err="1">
                <a:solidFill>
                  <a:srgbClr val="E50000"/>
                </a:solidFill>
                <a:effectLst/>
                <a:latin typeface="Consolas" panose="020B0609020204030204" pitchFamily="49" charset="0"/>
              </a:rPr>
              <a:t>className</a:t>
            </a:r>
            <a:r>
              <a:rPr lang="pt-BR" sz="1050" b="0" dirty="0">
                <a:solidFill>
                  <a:srgbClr val="000000"/>
                </a:solidFill>
                <a:effectLst/>
                <a:latin typeface="Consolas" panose="020B0609020204030204" pitchFamily="49" charset="0"/>
              </a:rPr>
              <a:t>=</a:t>
            </a:r>
            <a:r>
              <a:rPr lang="pt-BR" sz="1050" b="0" dirty="0">
                <a:solidFill>
                  <a:srgbClr val="A31515"/>
                </a:solidFill>
                <a:effectLst/>
                <a:latin typeface="Consolas" panose="020B0609020204030204" pitchFamily="49" charset="0"/>
              </a:rPr>
              <a:t>"px-2 bg-orange-400 </a:t>
            </a:r>
            <a:r>
              <a:rPr lang="pt-BR" sz="1050" b="0" dirty="0" err="1">
                <a:solidFill>
                  <a:srgbClr val="A31515"/>
                </a:solidFill>
                <a:effectLst/>
                <a:latin typeface="Consolas" panose="020B0609020204030204" pitchFamily="49" charset="0"/>
              </a:rPr>
              <a:t>text-white</a:t>
            </a:r>
            <a:r>
              <a:rPr lang="pt-BR" sz="1050" b="0" dirty="0">
                <a:solidFill>
                  <a:srgbClr val="A31515"/>
                </a:solidFill>
                <a:effectLst/>
                <a:latin typeface="Consolas" panose="020B0609020204030204" pitchFamily="49" charset="0"/>
              </a:rPr>
              <a:t> </a:t>
            </a:r>
            <a:r>
              <a:rPr lang="pt-BR" sz="1050" b="0" dirty="0" err="1">
                <a:solidFill>
                  <a:srgbClr val="A31515"/>
                </a:solidFill>
                <a:effectLst/>
                <a:latin typeface="Consolas" panose="020B0609020204030204" pitchFamily="49" charset="0"/>
              </a:rPr>
              <a:t>rounded-md</a:t>
            </a:r>
            <a:r>
              <a:rPr lang="pt-BR" sz="1050" b="0" dirty="0">
                <a:solidFill>
                  <a:srgbClr val="A31515"/>
                </a:solidFill>
                <a:effectLst/>
                <a:latin typeface="Consolas" panose="020B0609020204030204" pitchFamily="49" charset="0"/>
              </a:rPr>
              <a:t>"</a:t>
            </a:r>
            <a:r>
              <a:rPr lang="pt-BR" sz="1050" b="0" dirty="0">
                <a:solidFill>
                  <a:srgbClr val="3B3B3B"/>
                </a:solidFill>
                <a:effectLst/>
                <a:latin typeface="Consolas" panose="020B0609020204030204" pitchFamily="49" charset="0"/>
              </a:rPr>
              <a:t> </a:t>
            </a:r>
            <a:r>
              <a:rPr lang="pt-BR" sz="1050" b="0" dirty="0" err="1">
                <a:solidFill>
                  <a:srgbClr val="E50000"/>
                </a:solidFill>
                <a:effectLst/>
                <a:latin typeface="Consolas" panose="020B0609020204030204" pitchFamily="49" charset="0"/>
              </a:rPr>
              <a:t>onClick</a:t>
            </a:r>
            <a:r>
              <a:rPr lang="pt-BR" sz="1050" b="0" dirty="0">
                <a:solidFill>
                  <a:srgbClr val="000000"/>
                </a:solidFill>
                <a:effectLst/>
                <a:latin typeface="Consolas" panose="020B0609020204030204" pitchFamily="49" charset="0"/>
              </a:rPr>
              <a:t>=</a:t>
            </a:r>
            <a:r>
              <a:rPr lang="pt-BR" sz="1050" b="0" dirty="0">
                <a:solidFill>
                  <a:srgbClr val="0000FF"/>
                </a:solidFill>
                <a:effectLst/>
                <a:latin typeface="Consolas" panose="020B0609020204030204" pitchFamily="49" charset="0"/>
              </a:rPr>
              <a:t>{</a:t>
            </a:r>
            <a:r>
              <a:rPr lang="pt-BR" sz="1050" b="0" dirty="0">
                <a:solidFill>
                  <a:srgbClr val="000000"/>
                </a:solidFill>
                <a:effectLst/>
                <a:latin typeface="Consolas" panose="020B0609020204030204" pitchFamily="49" charset="0"/>
              </a:rPr>
              <a:t>() </a:t>
            </a:r>
            <a:r>
              <a:rPr lang="pt-BR" sz="1050" b="0" dirty="0">
                <a:solidFill>
                  <a:srgbClr val="0000FF"/>
                </a:solidFill>
                <a:effectLst/>
                <a:latin typeface="Consolas" panose="020B0609020204030204" pitchFamily="49" charset="0"/>
              </a:rPr>
              <a:t>=&gt;</a:t>
            </a:r>
            <a:r>
              <a:rPr lang="pt-BR" sz="1050" b="0" dirty="0">
                <a:solidFill>
                  <a:srgbClr val="000000"/>
                </a:solidFill>
                <a:effectLst/>
                <a:latin typeface="Consolas" panose="020B0609020204030204" pitchFamily="49" charset="0"/>
              </a:rPr>
              <a:t> { </a:t>
            </a:r>
            <a:r>
              <a:rPr lang="pt-BR" sz="1050" b="0" dirty="0" err="1">
                <a:solidFill>
                  <a:srgbClr val="795E26"/>
                </a:solidFill>
                <a:effectLst/>
                <a:latin typeface="Consolas" panose="020B0609020204030204" pitchFamily="49" charset="0"/>
              </a:rPr>
              <a:t>setMutar</a:t>
            </a:r>
            <a:r>
              <a:rPr lang="pt-BR" sz="1050" b="0" dirty="0">
                <a:solidFill>
                  <a:srgbClr val="000000"/>
                </a:solidFill>
                <a:effectLst/>
                <a:latin typeface="Consolas" panose="020B0609020204030204" pitchFamily="49" charset="0"/>
              </a:rPr>
              <a:t>(!</a:t>
            </a:r>
            <a:r>
              <a:rPr lang="pt-BR" sz="1050" b="0" dirty="0">
                <a:solidFill>
                  <a:srgbClr val="0070C1"/>
                </a:solidFill>
                <a:effectLst/>
                <a:latin typeface="Consolas" panose="020B0609020204030204" pitchFamily="49" charset="0"/>
              </a:rPr>
              <a:t>mutar</a:t>
            </a:r>
            <a:r>
              <a:rPr lang="pt-BR" sz="1050" b="0" dirty="0">
                <a:solidFill>
                  <a:srgbClr val="000000"/>
                </a:solidFill>
                <a:effectLst/>
                <a:latin typeface="Consolas" panose="020B0609020204030204" pitchFamily="49" charset="0"/>
              </a:rPr>
              <a:t>) }</a:t>
            </a:r>
            <a:r>
              <a:rPr lang="pt-BR" sz="1050" b="0" dirty="0">
                <a:solidFill>
                  <a:srgbClr val="0000FF"/>
                </a:solidFill>
                <a:effectLst/>
                <a:latin typeface="Consolas" panose="020B0609020204030204" pitchFamily="49" charset="0"/>
              </a:rPr>
              <a:t>}</a:t>
            </a:r>
            <a:r>
              <a:rPr lang="pt-BR" sz="1050" b="0" dirty="0">
                <a:solidFill>
                  <a:srgbClr val="800000"/>
                </a:solidFill>
                <a:effectLst/>
                <a:latin typeface="Consolas" panose="020B0609020204030204" pitchFamily="49" charset="0"/>
              </a:rPr>
              <a:t>&gt;</a:t>
            </a:r>
            <a:r>
              <a:rPr lang="pt-BR" sz="1050" b="0" dirty="0">
                <a:solidFill>
                  <a:srgbClr val="3B3B3B"/>
                </a:solidFill>
                <a:effectLst/>
                <a:latin typeface="Consolas" panose="020B0609020204030204" pitchFamily="49" charset="0"/>
              </a:rPr>
              <a:t>Mutar tudo</a:t>
            </a:r>
            <a:r>
              <a:rPr lang="pt-BR" sz="1050" b="0" dirty="0">
                <a:solidFill>
                  <a:srgbClr val="800000"/>
                </a:solidFill>
                <a:effectLst/>
                <a:latin typeface="Consolas" panose="020B0609020204030204" pitchFamily="49" charset="0"/>
              </a:rPr>
              <a:t>&lt;/</a:t>
            </a:r>
            <a:r>
              <a:rPr lang="pt-BR" sz="1050" b="0" dirty="0" err="1">
                <a:solidFill>
                  <a:srgbClr val="800000"/>
                </a:solidFill>
                <a:effectLst/>
                <a:latin typeface="Consolas" panose="020B0609020204030204" pitchFamily="49" charset="0"/>
              </a:rPr>
              <a:t>button</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800000"/>
                </a:solidFill>
                <a:effectLst/>
                <a:latin typeface="Consolas" panose="020B0609020204030204" pitchFamily="49" charset="0"/>
              </a:rPr>
              <a:t>div</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br>
              <a:rPr lang="pt-BR" sz="1050" b="0" dirty="0">
                <a:solidFill>
                  <a:srgbClr val="3B3B3B"/>
                </a:solidFill>
                <a:effectLst/>
                <a:latin typeface="Consolas" panose="020B0609020204030204" pitchFamily="49" charset="0"/>
              </a:rPr>
            </a:br>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267F99"/>
                </a:solidFill>
                <a:effectLst/>
                <a:latin typeface="Consolas" panose="020B0609020204030204" pitchFamily="49" charset="0"/>
              </a:rPr>
              <a:t>EnergiaContext.Provider</a:t>
            </a:r>
            <a:r>
              <a:rPr lang="pt-BR" sz="1050" b="0" dirty="0">
                <a:solidFill>
                  <a:srgbClr val="3B3B3B"/>
                </a:solidFill>
                <a:effectLst/>
                <a:latin typeface="Consolas" panose="020B0609020204030204" pitchFamily="49" charset="0"/>
              </a:rPr>
              <a:t> </a:t>
            </a:r>
            <a:r>
              <a:rPr lang="pt-BR" sz="1050" b="0" dirty="0" err="1">
                <a:solidFill>
                  <a:srgbClr val="E50000"/>
                </a:solidFill>
                <a:effectLst/>
                <a:latin typeface="Consolas" panose="020B0609020204030204" pitchFamily="49" charset="0"/>
              </a:rPr>
              <a:t>value</a:t>
            </a:r>
            <a:r>
              <a:rPr lang="pt-BR" sz="1050" b="0" dirty="0">
                <a:solidFill>
                  <a:srgbClr val="000000"/>
                </a:solidFill>
                <a:effectLst/>
                <a:latin typeface="Consolas" panose="020B0609020204030204" pitchFamily="49" charset="0"/>
              </a:rPr>
              <a:t>=</a:t>
            </a:r>
            <a:r>
              <a:rPr lang="pt-BR" sz="1050" b="0" dirty="0">
                <a:solidFill>
                  <a:srgbClr val="0000FF"/>
                </a:solidFill>
                <a:effectLst/>
                <a:latin typeface="Consolas" panose="020B0609020204030204" pitchFamily="49" charset="0"/>
              </a:rPr>
              <a:t>{</a:t>
            </a:r>
            <a:r>
              <a:rPr lang="pt-BR" sz="1050" b="0" dirty="0">
                <a:solidFill>
                  <a:srgbClr val="000000"/>
                </a:solidFill>
                <a:effectLst/>
                <a:latin typeface="Consolas" panose="020B0609020204030204" pitchFamily="49" charset="0"/>
              </a:rPr>
              <a:t>{ </a:t>
            </a:r>
            <a:r>
              <a:rPr lang="pt-BR" sz="1050" b="0" dirty="0">
                <a:solidFill>
                  <a:srgbClr val="001080"/>
                </a:solidFill>
                <a:effectLst/>
                <a:latin typeface="Consolas" panose="020B0609020204030204" pitchFamily="49" charset="0"/>
              </a:rPr>
              <a:t>ligado:</a:t>
            </a:r>
            <a:r>
              <a:rPr lang="pt-BR" sz="1050" b="0" dirty="0">
                <a:solidFill>
                  <a:srgbClr val="000000"/>
                </a:solidFill>
                <a:effectLst/>
                <a:latin typeface="Consolas" panose="020B0609020204030204" pitchFamily="49" charset="0"/>
              </a:rPr>
              <a:t> </a:t>
            </a:r>
            <a:r>
              <a:rPr lang="pt-BR" sz="1050" b="0" dirty="0">
                <a:solidFill>
                  <a:srgbClr val="0070C1"/>
                </a:solidFill>
                <a:effectLst/>
                <a:latin typeface="Consolas" panose="020B0609020204030204" pitchFamily="49" charset="0"/>
              </a:rPr>
              <a:t>energia</a:t>
            </a:r>
            <a:r>
              <a:rPr lang="pt-BR" sz="1050" b="0" dirty="0">
                <a:solidFill>
                  <a:srgbClr val="000000"/>
                </a:solidFill>
                <a:effectLst/>
                <a:latin typeface="Consolas" panose="020B0609020204030204" pitchFamily="49" charset="0"/>
              </a:rPr>
              <a:t>, </a:t>
            </a:r>
            <a:r>
              <a:rPr lang="pt-BR" sz="1050" b="0" dirty="0">
                <a:solidFill>
                  <a:srgbClr val="795E26"/>
                </a:solidFill>
                <a:effectLst/>
                <a:latin typeface="Consolas" panose="020B0609020204030204" pitchFamily="49" charset="0"/>
              </a:rPr>
              <a:t>contar</a:t>
            </a:r>
            <a:r>
              <a:rPr lang="pt-BR" sz="1050" b="0" dirty="0">
                <a:solidFill>
                  <a:srgbClr val="001080"/>
                </a:solidFill>
                <a:effectLst/>
                <a:latin typeface="Consolas" panose="020B0609020204030204" pitchFamily="49" charset="0"/>
              </a:rPr>
              <a:t>:</a:t>
            </a:r>
            <a:r>
              <a:rPr lang="pt-BR" sz="1050" b="0" dirty="0">
                <a:solidFill>
                  <a:srgbClr val="000000"/>
                </a:solidFill>
                <a:effectLst/>
                <a:latin typeface="Consolas" panose="020B0609020204030204" pitchFamily="49" charset="0"/>
              </a:rPr>
              <a:t> </a:t>
            </a:r>
            <a:r>
              <a:rPr lang="pt-BR" sz="1050" b="0" dirty="0">
                <a:solidFill>
                  <a:srgbClr val="795E26"/>
                </a:solidFill>
                <a:effectLst/>
                <a:latin typeface="Consolas" panose="020B0609020204030204" pitchFamily="49" charset="0"/>
              </a:rPr>
              <a:t>contar</a:t>
            </a:r>
            <a:r>
              <a:rPr lang="pt-BR" sz="1050" b="0" dirty="0">
                <a:solidFill>
                  <a:srgbClr val="000000"/>
                </a:solidFill>
                <a:effectLst/>
                <a:latin typeface="Consolas" panose="020B0609020204030204" pitchFamily="49" charset="0"/>
              </a:rPr>
              <a:t>, </a:t>
            </a:r>
            <a:r>
              <a:rPr lang="pt-BR" sz="1050" b="0" dirty="0">
                <a:solidFill>
                  <a:srgbClr val="001080"/>
                </a:solidFill>
                <a:effectLst/>
                <a:latin typeface="Consolas" panose="020B0609020204030204" pitchFamily="49" charset="0"/>
              </a:rPr>
              <a:t>mutar</a:t>
            </a:r>
            <a:r>
              <a:rPr lang="pt-BR" sz="1050" b="0" dirty="0">
                <a:solidFill>
                  <a:srgbClr val="000000"/>
                </a:solidFill>
                <a:effectLst/>
                <a:latin typeface="Consolas" panose="020B0609020204030204" pitchFamily="49" charset="0"/>
              </a:rPr>
              <a:t> }</a:t>
            </a:r>
            <a:r>
              <a:rPr lang="pt-BR" sz="1050" b="0" dirty="0">
                <a:solidFill>
                  <a:srgbClr val="0000FF"/>
                </a:solidFill>
                <a:effectLst/>
                <a:latin typeface="Consolas" panose="020B0609020204030204" pitchFamily="49" charset="0"/>
              </a:rPr>
              <a:t>}</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a:solidFill>
                  <a:srgbClr val="267F99"/>
                </a:solidFill>
                <a:effectLst/>
                <a:latin typeface="Consolas" panose="020B0609020204030204" pitchFamily="49" charset="0"/>
              </a:rPr>
              <a:t>Grupo</a:t>
            </a:r>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a:t>
            </a:r>
            <a:r>
              <a:rPr lang="pt-BR" sz="1050" b="0" dirty="0" err="1">
                <a:solidFill>
                  <a:srgbClr val="267F99"/>
                </a:solidFill>
                <a:effectLst/>
                <a:latin typeface="Consolas" panose="020B0609020204030204" pitchFamily="49" charset="0"/>
              </a:rPr>
              <a:t>EnergiaContext.Provider</a:t>
            </a:r>
            <a:r>
              <a:rPr lang="pt-BR" sz="1050" b="0" dirty="0">
                <a:solidFill>
                  <a:srgbClr val="800000"/>
                </a:solidFill>
                <a:effectLst/>
                <a:latin typeface="Consolas" panose="020B0609020204030204" pitchFamily="49" charset="0"/>
              </a:rPr>
              <a: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r>
              <a:rPr lang="pt-BR" sz="1050" b="0" dirty="0">
                <a:solidFill>
                  <a:srgbClr val="800000"/>
                </a:solidFill>
                <a:effectLst/>
                <a:latin typeface="Consolas" panose="020B0609020204030204" pitchFamily="49" charset="0"/>
              </a:rPr>
              <a:t>&lt;/&gt;</a:t>
            </a:r>
            <a:endParaRPr lang="pt-BR" sz="1050" b="0" dirty="0">
              <a:solidFill>
                <a:srgbClr val="3B3B3B"/>
              </a:solidFill>
              <a:effectLst/>
              <a:latin typeface="Consolas" panose="020B0609020204030204" pitchFamily="49" charset="0"/>
            </a:endParaRPr>
          </a:p>
          <a:p>
            <a:r>
              <a:rPr lang="pt-BR" sz="1050" b="0" dirty="0">
                <a:solidFill>
                  <a:srgbClr val="3B3B3B"/>
                </a:solidFill>
                <a:effectLst/>
                <a:latin typeface="Consolas" panose="020B0609020204030204" pitchFamily="49" charset="0"/>
              </a:rPr>
              <a:t>    )</a:t>
            </a:r>
          </a:p>
          <a:p>
            <a:r>
              <a:rPr lang="pt-BR" sz="105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7816304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 de Texto 3"/>
          <p:cNvSpPr txBox="1"/>
          <p:nvPr/>
        </p:nvSpPr>
        <p:spPr>
          <a:xfrm>
            <a:off x="0" y="0"/>
            <a:ext cx="4064000" cy="368300"/>
          </a:xfrm>
          <a:prstGeom prst="rect">
            <a:avLst/>
          </a:prstGeom>
          <a:noFill/>
        </p:spPr>
        <p:txBody>
          <a:bodyPr wrap="square" rtlCol="0">
            <a:spAutoFit/>
          </a:bodyPr>
          <a:lstStyle/>
          <a:p>
            <a:r>
              <a:rPr lang="pt-BR" altLang="en-US"/>
              <a:t>equipamento.js</a:t>
            </a:r>
          </a:p>
        </p:txBody>
      </p:sp>
      <p:sp>
        <p:nvSpPr>
          <p:cNvPr id="2" name="CaixaDeTexto 1">
            <a:extLst>
              <a:ext uri="{FF2B5EF4-FFF2-40B4-BE49-F238E27FC236}">
                <a16:creationId xmlns:a16="http://schemas.microsoft.com/office/drawing/2014/main" id="{A81C7DE1-F7CB-216A-EE51-3DC779A2DAE4}"/>
              </a:ext>
            </a:extLst>
          </p:cNvPr>
          <p:cNvSpPr txBox="1"/>
          <p:nvPr/>
        </p:nvSpPr>
        <p:spPr>
          <a:xfrm>
            <a:off x="2005" y="473242"/>
            <a:ext cx="12187988" cy="64479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700" b="0" dirty="0">
                <a:solidFill>
                  <a:srgbClr val="A31515"/>
                </a:solidFill>
                <a:effectLst/>
                <a:latin typeface="Consolas" panose="020B0609020204030204" pitchFamily="49" charset="0"/>
              </a:rPr>
              <a:t>'use </a:t>
            </a:r>
            <a:r>
              <a:rPr lang="pt-BR" sz="700" b="0" dirty="0" err="1">
                <a:solidFill>
                  <a:srgbClr val="A31515"/>
                </a:solidFill>
                <a:effectLst/>
                <a:latin typeface="Consolas" panose="020B0609020204030204" pitchFamily="49" charset="0"/>
              </a:rPr>
              <a:t>client</a:t>
            </a:r>
            <a:r>
              <a:rPr lang="pt-BR" sz="700" b="0" dirty="0">
                <a:solidFill>
                  <a:srgbClr val="A31515"/>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endParaRPr lang="pt-BR" sz="700" b="0" dirty="0">
              <a:solidFill>
                <a:srgbClr val="AF00DB"/>
              </a:solidFill>
              <a:effectLst/>
              <a:latin typeface="Consolas" panose="020B0609020204030204" pitchFamily="49" charset="0"/>
            </a:endParaRPr>
          </a:p>
          <a:p>
            <a:r>
              <a:rPr lang="pt-BR" sz="700" b="0" dirty="0" err="1">
                <a:solidFill>
                  <a:srgbClr val="AF00DB"/>
                </a:solidFill>
                <a:effectLst/>
                <a:latin typeface="Consolas" panose="020B0609020204030204" pitchFamily="49" charset="0"/>
              </a:rPr>
              <a:t>import</a:t>
            </a:r>
            <a:r>
              <a:rPr lang="pt-BR" sz="700" b="0" dirty="0">
                <a:solidFill>
                  <a:srgbClr val="3B3B3B"/>
                </a:solidFill>
                <a:effectLst/>
                <a:latin typeface="Consolas" panose="020B0609020204030204" pitchFamily="49" charset="0"/>
              </a:rPr>
              <a:t> { </a:t>
            </a:r>
            <a:r>
              <a:rPr lang="pt-BR" sz="700" b="0" dirty="0" err="1">
                <a:solidFill>
                  <a:srgbClr val="001080"/>
                </a:solidFill>
                <a:effectLst/>
                <a:latin typeface="Consolas" panose="020B0609020204030204" pitchFamily="49" charset="0"/>
              </a:rPr>
              <a:t>useContext</a:t>
            </a:r>
            <a:r>
              <a:rPr lang="pt-BR" sz="700" b="0" dirty="0">
                <a:solidFill>
                  <a:srgbClr val="3B3B3B"/>
                </a:solidFill>
                <a:effectLst/>
                <a:latin typeface="Consolas" panose="020B0609020204030204" pitchFamily="49" charset="0"/>
              </a:rPr>
              <a:t>, </a:t>
            </a:r>
            <a:r>
              <a:rPr lang="pt-BR" sz="700" b="0" dirty="0" err="1">
                <a:solidFill>
                  <a:srgbClr val="001080"/>
                </a:solidFill>
                <a:effectLst/>
                <a:latin typeface="Consolas" panose="020B0609020204030204" pitchFamily="49" charset="0"/>
              </a:rPr>
              <a:t>useEffect</a:t>
            </a:r>
            <a:r>
              <a:rPr lang="pt-BR" sz="700" b="0" dirty="0">
                <a:solidFill>
                  <a:srgbClr val="3B3B3B"/>
                </a:solidFill>
                <a:effectLst/>
                <a:latin typeface="Consolas" panose="020B0609020204030204" pitchFamily="49" charset="0"/>
              </a:rPr>
              <a:t>, </a:t>
            </a:r>
            <a:r>
              <a:rPr lang="pt-BR" sz="700" b="0" dirty="0" err="1">
                <a:solidFill>
                  <a:srgbClr val="001080"/>
                </a:solidFill>
                <a:effectLst/>
                <a:latin typeface="Consolas" panose="020B0609020204030204" pitchFamily="49" charset="0"/>
              </a:rPr>
              <a:t>useState</a:t>
            </a:r>
            <a:r>
              <a:rPr lang="pt-BR" sz="700" b="0" dirty="0">
                <a:solidFill>
                  <a:srgbClr val="3B3B3B"/>
                </a:solidFill>
                <a:effectLst/>
                <a:latin typeface="Consolas" panose="020B0609020204030204" pitchFamily="49" charset="0"/>
              </a:rPr>
              <a:t> } </a:t>
            </a:r>
            <a:r>
              <a:rPr lang="pt-BR" sz="700" b="0" dirty="0" err="1">
                <a:solidFill>
                  <a:srgbClr val="AF00DB"/>
                </a:solidFill>
                <a:effectLst/>
                <a:latin typeface="Consolas" panose="020B0609020204030204" pitchFamily="49" charset="0"/>
              </a:rPr>
              <a:t>from</a:t>
            </a:r>
            <a:r>
              <a:rPr lang="pt-BR" sz="700" b="0" dirty="0">
                <a:solidFill>
                  <a:srgbClr val="3B3B3B"/>
                </a:solidFill>
                <a:effectLst/>
                <a:latin typeface="Consolas" panose="020B0609020204030204" pitchFamily="49" charset="0"/>
              </a:rPr>
              <a:t> </a:t>
            </a:r>
            <a:r>
              <a:rPr lang="pt-BR" sz="700" b="0" dirty="0">
                <a:solidFill>
                  <a:srgbClr val="A31515"/>
                </a:solidFill>
                <a:effectLst/>
                <a:latin typeface="Consolas" panose="020B0609020204030204" pitchFamily="49" charset="0"/>
              </a:rPr>
              <a:t>"</a:t>
            </a:r>
            <a:r>
              <a:rPr lang="pt-BR" sz="700" b="0" dirty="0" err="1">
                <a:solidFill>
                  <a:srgbClr val="A31515"/>
                </a:solidFill>
                <a:effectLst/>
                <a:latin typeface="Consolas" panose="020B0609020204030204" pitchFamily="49" charset="0"/>
              </a:rPr>
              <a:t>react</a:t>
            </a:r>
            <a:r>
              <a:rPr lang="pt-BR" sz="700" b="0" dirty="0">
                <a:solidFill>
                  <a:srgbClr val="A31515"/>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err="1">
                <a:solidFill>
                  <a:srgbClr val="AF00DB"/>
                </a:solidFill>
                <a:effectLst/>
                <a:latin typeface="Consolas" panose="020B0609020204030204" pitchFamily="49" charset="0"/>
              </a:rPr>
              <a:t>import</a:t>
            </a:r>
            <a:r>
              <a:rPr lang="pt-BR" sz="700" b="0" dirty="0">
                <a:solidFill>
                  <a:srgbClr val="3B3B3B"/>
                </a:solidFill>
                <a:effectLst/>
                <a:latin typeface="Consolas" panose="020B0609020204030204" pitchFamily="49" charset="0"/>
              </a:rPr>
              <a:t> { </a:t>
            </a:r>
            <a:r>
              <a:rPr lang="pt-BR" sz="700" b="0" dirty="0" err="1">
                <a:solidFill>
                  <a:srgbClr val="001080"/>
                </a:solidFill>
                <a:effectLst/>
                <a:latin typeface="Consolas" panose="020B0609020204030204" pitchFamily="49" charset="0"/>
              </a:rPr>
              <a:t>EnergiaContext</a:t>
            </a:r>
            <a:r>
              <a:rPr lang="pt-BR" sz="700" b="0" dirty="0">
                <a:solidFill>
                  <a:srgbClr val="3B3B3B"/>
                </a:solidFill>
                <a:effectLst/>
                <a:latin typeface="Consolas" panose="020B0609020204030204" pitchFamily="49" charset="0"/>
              </a:rPr>
              <a:t> } </a:t>
            </a:r>
            <a:r>
              <a:rPr lang="pt-BR" sz="700" b="0" dirty="0" err="1">
                <a:solidFill>
                  <a:srgbClr val="AF00DB"/>
                </a:solidFill>
                <a:effectLst/>
                <a:latin typeface="Consolas" panose="020B0609020204030204" pitchFamily="49" charset="0"/>
              </a:rPr>
              <a:t>from</a:t>
            </a:r>
            <a:r>
              <a:rPr lang="pt-BR" sz="700" b="0" dirty="0">
                <a:solidFill>
                  <a:srgbClr val="3B3B3B"/>
                </a:solidFill>
                <a:effectLst/>
                <a:latin typeface="Consolas" panose="020B0609020204030204" pitchFamily="49" charset="0"/>
              </a:rPr>
              <a:t> </a:t>
            </a:r>
            <a:r>
              <a:rPr lang="pt-BR" sz="700" b="0" dirty="0">
                <a:solidFill>
                  <a:srgbClr val="A31515"/>
                </a:solidFill>
                <a:effectLst/>
                <a:latin typeface="Consolas" panose="020B0609020204030204" pitchFamily="49" charset="0"/>
              </a:rPr>
              <a:t>"./mesa"</a:t>
            </a:r>
            <a:r>
              <a:rPr lang="pt-BR" sz="700" b="0" dirty="0">
                <a:solidFill>
                  <a:srgbClr val="3B3B3B"/>
                </a:solidFill>
                <a:effectLst/>
                <a:latin typeface="Consolas" panose="020B0609020204030204" pitchFamily="49" charset="0"/>
              </a:rPr>
              <a:t>;</a:t>
            </a:r>
          </a:p>
          <a:p>
            <a:endParaRPr lang="pt-BR" sz="700" b="0" dirty="0">
              <a:solidFill>
                <a:srgbClr val="3B3B3B"/>
              </a:solidFill>
              <a:effectLst/>
              <a:latin typeface="Consolas" panose="020B0609020204030204" pitchFamily="49" charset="0"/>
            </a:endParaRPr>
          </a:p>
          <a:p>
            <a:r>
              <a:rPr lang="pt-BR" sz="700" b="0" dirty="0" err="1">
                <a:solidFill>
                  <a:srgbClr val="AF00DB"/>
                </a:solidFill>
                <a:effectLst/>
                <a:latin typeface="Consolas" panose="020B0609020204030204" pitchFamily="49" charset="0"/>
              </a:rPr>
              <a:t>export</a:t>
            </a:r>
            <a:r>
              <a:rPr lang="pt-BR" sz="700" b="0" dirty="0">
                <a:solidFill>
                  <a:srgbClr val="3B3B3B"/>
                </a:solidFill>
                <a:effectLst/>
                <a:latin typeface="Consolas" panose="020B0609020204030204" pitchFamily="49" charset="0"/>
              </a:rPr>
              <a:t> </a:t>
            </a:r>
            <a:r>
              <a:rPr lang="pt-BR" sz="700" b="0" dirty="0">
                <a:solidFill>
                  <a:srgbClr val="AF00DB"/>
                </a:solidFill>
                <a:effectLst/>
                <a:latin typeface="Consolas" panose="020B0609020204030204" pitchFamily="49" charset="0"/>
              </a:rPr>
              <a:t>default</a:t>
            </a:r>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function</a:t>
            </a:r>
            <a:r>
              <a:rPr lang="pt-BR" sz="700" b="0" dirty="0">
                <a:solidFill>
                  <a:srgbClr val="3B3B3B"/>
                </a:solidFill>
                <a:effectLst/>
                <a:latin typeface="Consolas" panose="020B0609020204030204" pitchFamily="49" charset="0"/>
              </a:rPr>
              <a:t> </a:t>
            </a:r>
            <a:r>
              <a:rPr lang="pt-BR" sz="700" b="0" dirty="0">
                <a:solidFill>
                  <a:srgbClr val="795E26"/>
                </a:solidFill>
                <a:effectLst/>
                <a:latin typeface="Consolas" panose="020B0609020204030204" pitchFamily="49" charset="0"/>
              </a:rPr>
              <a:t>Equipamento</a:t>
            </a:r>
            <a:r>
              <a:rPr lang="pt-BR" sz="700" b="0" dirty="0">
                <a:solidFill>
                  <a:srgbClr val="3B3B3B"/>
                </a:solidFill>
                <a:effectLst/>
                <a:latin typeface="Consolas" panose="020B0609020204030204" pitchFamily="49" charset="0"/>
              </a:rPr>
              <a:t>({ </a:t>
            </a:r>
            <a:r>
              <a:rPr lang="pt-BR" sz="700" b="0" dirty="0">
                <a:solidFill>
                  <a:srgbClr val="001080"/>
                </a:solidFill>
                <a:effectLst/>
                <a:latin typeface="Consolas" panose="020B0609020204030204" pitchFamily="49" charset="0"/>
              </a:rPr>
              <a:t>nome</a:t>
            </a:r>
            <a:r>
              <a:rPr lang="pt-BR" sz="700" b="0" dirty="0">
                <a:solidFill>
                  <a:srgbClr val="3B3B3B"/>
                </a:solidFill>
                <a:effectLst/>
                <a:latin typeface="Consolas" panose="020B0609020204030204" pitchFamily="49" charset="0"/>
              </a:rPr>
              <a:t> }) {</a:t>
            </a:r>
          </a:p>
          <a:p>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const</a:t>
            </a:r>
            <a:r>
              <a:rPr lang="pt-BR" sz="700" b="0" dirty="0">
                <a:solidFill>
                  <a:srgbClr val="3B3B3B"/>
                </a:solidFill>
                <a:effectLst/>
                <a:latin typeface="Consolas" panose="020B0609020204030204" pitchFamily="49" charset="0"/>
              </a:rPr>
              <a:t> [</a:t>
            </a:r>
            <a:r>
              <a:rPr lang="pt-BR" sz="700" b="0" dirty="0">
                <a:solidFill>
                  <a:srgbClr val="0070C1"/>
                </a:solidFill>
                <a:effectLst/>
                <a:latin typeface="Consolas" panose="020B0609020204030204" pitchFamily="49" charset="0"/>
              </a:rPr>
              <a:t>volume</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setVolume</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useState</a:t>
            </a:r>
            <a:r>
              <a:rPr lang="pt-BR" sz="700" b="0" dirty="0">
                <a:solidFill>
                  <a:srgbClr val="3B3B3B"/>
                </a:solidFill>
                <a:effectLst/>
                <a:latin typeface="Consolas" panose="020B0609020204030204" pitchFamily="49" charset="0"/>
              </a:rPr>
              <a:t>(</a:t>
            </a:r>
            <a:r>
              <a:rPr lang="pt-BR" sz="700" b="0" dirty="0">
                <a:solidFill>
                  <a:srgbClr val="098658"/>
                </a:solidFill>
                <a:effectLst/>
                <a:latin typeface="Consolas" panose="020B0609020204030204" pitchFamily="49" charset="0"/>
              </a:rPr>
              <a:t>0</a:t>
            </a:r>
            <a:r>
              <a:rPr lang="pt-BR" sz="700" b="0" dirty="0">
                <a:solidFill>
                  <a:srgbClr val="3B3B3B"/>
                </a:solidFill>
                <a:effectLst/>
                <a:latin typeface="Consolas" panose="020B0609020204030204" pitchFamily="49" charset="0"/>
              </a:rPr>
              <a:t>);</a:t>
            </a:r>
          </a:p>
          <a:p>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const</a:t>
            </a:r>
            <a:r>
              <a:rPr lang="pt-BR" sz="700" b="0" dirty="0">
                <a:solidFill>
                  <a:srgbClr val="3B3B3B"/>
                </a:solidFill>
                <a:effectLst/>
                <a:latin typeface="Consolas" panose="020B0609020204030204" pitchFamily="49" charset="0"/>
              </a:rPr>
              <a:t> [</a:t>
            </a:r>
            <a:r>
              <a:rPr lang="pt-BR" sz="700" b="0" dirty="0">
                <a:solidFill>
                  <a:srgbClr val="0070C1"/>
                </a:solidFill>
                <a:effectLst/>
                <a:latin typeface="Consolas" panose="020B0609020204030204" pitchFamily="49" charset="0"/>
              </a:rPr>
              <a:t>ligado</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setLigado</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useState</a:t>
            </a:r>
            <a:r>
              <a:rPr lang="pt-BR" sz="700" b="0" dirty="0">
                <a:solidFill>
                  <a:srgbClr val="3B3B3B"/>
                </a:solidFill>
                <a:effectLst/>
                <a:latin typeface="Consolas" panose="020B0609020204030204" pitchFamily="49" charset="0"/>
              </a:rPr>
              <a:t>(</a:t>
            </a:r>
            <a:r>
              <a:rPr lang="pt-BR" sz="700" b="0" dirty="0">
                <a:solidFill>
                  <a:srgbClr val="0000FF"/>
                </a:solidFill>
                <a:effectLst/>
                <a:latin typeface="Consolas" panose="020B0609020204030204" pitchFamily="49" charset="0"/>
              </a:rPr>
              <a:t>false</a:t>
            </a:r>
            <a:r>
              <a:rPr lang="pt-BR" sz="700" b="0" dirty="0">
                <a:solidFill>
                  <a:srgbClr val="3B3B3B"/>
                </a:solidFill>
                <a:effectLst/>
                <a:latin typeface="Consolas" panose="020B0609020204030204" pitchFamily="49" charset="0"/>
              </a:rPr>
              <a:t>);</a:t>
            </a:r>
          </a:p>
          <a:p>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const</a:t>
            </a:r>
            <a:r>
              <a:rPr lang="pt-BR" sz="700" b="0" dirty="0">
                <a:solidFill>
                  <a:srgbClr val="3B3B3B"/>
                </a:solidFill>
                <a:effectLst/>
                <a:latin typeface="Consolas" panose="020B0609020204030204" pitchFamily="49" charset="0"/>
              </a:rPr>
              <a:t> </a:t>
            </a:r>
            <a:r>
              <a:rPr lang="pt-BR" sz="700" b="0" dirty="0" err="1">
                <a:solidFill>
                  <a:srgbClr val="0070C1"/>
                </a:solidFill>
                <a:effectLst/>
                <a:latin typeface="Consolas" panose="020B0609020204030204" pitchFamily="49" charset="0"/>
              </a:rPr>
              <a:t>fallback</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useContext</a:t>
            </a:r>
            <a:r>
              <a:rPr lang="pt-BR" sz="700" b="0" dirty="0">
                <a:solidFill>
                  <a:srgbClr val="3B3B3B"/>
                </a:solidFill>
                <a:effectLst/>
                <a:latin typeface="Consolas" panose="020B0609020204030204" pitchFamily="49" charset="0"/>
              </a:rPr>
              <a:t>(</a:t>
            </a:r>
            <a:r>
              <a:rPr lang="pt-BR" sz="700" b="0" dirty="0" err="1">
                <a:solidFill>
                  <a:srgbClr val="0070C1"/>
                </a:solidFill>
                <a:effectLst/>
                <a:latin typeface="Consolas" panose="020B0609020204030204" pitchFamily="49" charset="0"/>
              </a:rPr>
              <a:t>EnergiaContext</a:t>
            </a:r>
            <a:r>
              <a:rPr lang="pt-BR" sz="700" b="0" dirty="0">
                <a:solidFill>
                  <a:srgbClr val="3B3B3B"/>
                </a:solidFill>
                <a:effectLst/>
                <a:latin typeface="Consolas" panose="020B0609020204030204" pitchFamily="49" charset="0"/>
              </a:rPr>
              <a:t>);</a:t>
            </a:r>
          </a:p>
          <a:p>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function</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diminuirVolume</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AF00DB"/>
                </a:solidFill>
                <a:effectLst/>
                <a:latin typeface="Consolas" panose="020B0609020204030204" pitchFamily="49" charset="0"/>
              </a:rPr>
              <a:t>if</a:t>
            </a:r>
            <a:r>
              <a:rPr lang="pt-BR" sz="700" b="0" dirty="0">
                <a:solidFill>
                  <a:srgbClr val="3B3B3B"/>
                </a:solidFill>
                <a:effectLst/>
                <a:latin typeface="Consolas" panose="020B0609020204030204" pitchFamily="49" charset="0"/>
              </a:rPr>
              <a:t> (</a:t>
            </a:r>
            <a:r>
              <a:rPr lang="pt-BR" sz="700" b="0" dirty="0">
                <a:solidFill>
                  <a:srgbClr val="0070C1"/>
                </a:solidFill>
                <a:effectLst/>
                <a:latin typeface="Consolas" panose="020B0609020204030204" pitchFamily="49" charset="0"/>
              </a:rPr>
              <a:t>volume</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&gt;</a:t>
            </a:r>
            <a:r>
              <a:rPr lang="pt-BR" sz="700" b="0" dirty="0">
                <a:solidFill>
                  <a:srgbClr val="3B3B3B"/>
                </a:solidFill>
                <a:effectLst/>
                <a:latin typeface="Consolas" panose="020B0609020204030204" pitchFamily="49" charset="0"/>
              </a:rPr>
              <a:t> </a:t>
            </a:r>
            <a:r>
              <a:rPr lang="pt-BR" sz="700" b="0" dirty="0">
                <a:solidFill>
                  <a:srgbClr val="098658"/>
                </a:solidFill>
                <a:effectLst/>
                <a:latin typeface="Consolas" panose="020B0609020204030204" pitchFamily="49" charset="0"/>
              </a:rPr>
              <a:t>0</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setVolume</a:t>
            </a:r>
            <a:r>
              <a:rPr lang="pt-BR" sz="700" b="0" dirty="0">
                <a:solidFill>
                  <a:srgbClr val="3B3B3B"/>
                </a:solidFill>
                <a:effectLst/>
                <a:latin typeface="Consolas" panose="020B0609020204030204" pitchFamily="49" charset="0"/>
              </a:rPr>
              <a:t>(</a:t>
            </a:r>
            <a:r>
              <a:rPr lang="pt-BR" sz="700" b="0" dirty="0">
                <a:solidFill>
                  <a:srgbClr val="0070C1"/>
                </a:solidFill>
                <a:effectLst/>
                <a:latin typeface="Consolas" panose="020B0609020204030204" pitchFamily="49" charset="0"/>
              </a:rPr>
              <a:t>volume</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a:t>
            </a:r>
            <a:r>
              <a:rPr lang="pt-BR" sz="700" b="0" dirty="0">
                <a:solidFill>
                  <a:srgbClr val="098658"/>
                </a:solidFill>
                <a:effectLst/>
                <a:latin typeface="Consolas" panose="020B0609020204030204" pitchFamily="49" charset="0"/>
              </a:rPr>
              <a:t>1</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p>
          <a:p>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const</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aumentarVolume</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 </a:t>
            </a:r>
            <a:r>
              <a:rPr lang="pt-BR" sz="700" b="0" dirty="0">
                <a:solidFill>
                  <a:srgbClr val="0000FF"/>
                </a:solidFill>
                <a:effectLst/>
                <a:latin typeface="Consolas" panose="020B0609020204030204" pitchFamily="49" charset="0"/>
              </a:rPr>
              <a:t>=&gt;</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AF00DB"/>
                </a:solidFill>
                <a:effectLst/>
                <a:latin typeface="Consolas" panose="020B0609020204030204" pitchFamily="49" charset="0"/>
              </a:rPr>
              <a:t>if</a:t>
            </a:r>
            <a:r>
              <a:rPr lang="pt-BR" sz="700" b="0" dirty="0">
                <a:solidFill>
                  <a:srgbClr val="3B3B3B"/>
                </a:solidFill>
                <a:effectLst/>
                <a:latin typeface="Consolas" panose="020B0609020204030204" pitchFamily="49" charset="0"/>
              </a:rPr>
              <a:t> (</a:t>
            </a:r>
            <a:r>
              <a:rPr lang="pt-BR" sz="700" b="0" dirty="0">
                <a:solidFill>
                  <a:srgbClr val="0070C1"/>
                </a:solidFill>
                <a:effectLst/>
                <a:latin typeface="Consolas" panose="020B0609020204030204" pitchFamily="49" charset="0"/>
              </a:rPr>
              <a:t>volume</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&lt;</a:t>
            </a:r>
            <a:r>
              <a:rPr lang="pt-BR" sz="700" b="0" dirty="0">
                <a:solidFill>
                  <a:srgbClr val="3B3B3B"/>
                </a:solidFill>
                <a:effectLst/>
                <a:latin typeface="Consolas" panose="020B0609020204030204" pitchFamily="49" charset="0"/>
              </a:rPr>
              <a:t> </a:t>
            </a:r>
            <a:r>
              <a:rPr lang="pt-BR" sz="700" b="0" dirty="0">
                <a:solidFill>
                  <a:srgbClr val="098658"/>
                </a:solidFill>
                <a:effectLst/>
                <a:latin typeface="Consolas" panose="020B0609020204030204" pitchFamily="49" charset="0"/>
              </a:rPr>
              <a:t>10</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setVolume</a:t>
            </a:r>
            <a:r>
              <a:rPr lang="pt-BR" sz="700" b="0" dirty="0">
                <a:solidFill>
                  <a:srgbClr val="3B3B3B"/>
                </a:solidFill>
                <a:effectLst/>
                <a:latin typeface="Consolas" panose="020B0609020204030204" pitchFamily="49" charset="0"/>
              </a:rPr>
              <a:t>(</a:t>
            </a:r>
            <a:r>
              <a:rPr lang="pt-BR" sz="700" b="0" dirty="0">
                <a:solidFill>
                  <a:srgbClr val="0070C1"/>
                </a:solidFill>
                <a:effectLst/>
                <a:latin typeface="Consolas" panose="020B0609020204030204" pitchFamily="49" charset="0"/>
              </a:rPr>
              <a:t>volume</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a:t>
            </a:r>
            <a:r>
              <a:rPr lang="pt-BR" sz="700" b="0" dirty="0">
                <a:solidFill>
                  <a:srgbClr val="098658"/>
                </a:solidFill>
                <a:effectLst/>
                <a:latin typeface="Consolas" panose="020B0609020204030204" pitchFamily="49" charset="0"/>
              </a:rPr>
              <a:t>1</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p>
          <a:p>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err="1">
                <a:solidFill>
                  <a:srgbClr val="0000FF"/>
                </a:solidFill>
                <a:effectLst/>
                <a:latin typeface="Consolas" panose="020B0609020204030204" pitchFamily="49" charset="0"/>
              </a:rPr>
              <a:t>const</a:t>
            </a: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handleLigar</a:t>
            </a:r>
            <a:r>
              <a:rPr lang="pt-BR" sz="700" b="0" dirty="0">
                <a:solidFill>
                  <a:srgbClr val="3B3B3B"/>
                </a:solidFill>
                <a:effectLst/>
                <a:latin typeface="Consolas" panose="020B0609020204030204" pitchFamily="49" charset="0"/>
              </a:rPr>
              <a:t> </a:t>
            </a:r>
            <a:r>
              <a:rPr lang="pt-BR" sz="700" b="0" dirty="0">
                <a:solidFill>
                  <a:srgbClr val="000000"/>
                </a:solidFill>
                <a:effectLst/>
                <a:latin typeface="Consolas" panose="020B0609020204030204" pitchFamily="49" charset="0"/>
              </a:rPr>
              <a:t>=</a:t>
            </a:r>
            <a:r>
              <a:rPr lang="pt-BR" sz="700" b="0" dirty="0">
                <a:solidFill>
                  <a:srgbClr val="3B3B3B"/>
                </a:solidFill>
                <a:effectLst/>
                <a:latin typeface="Consolas" panose="020B0609020204030204" pitchFamily="49" charset="0"/>
              </a:rPr>
              <a:t> () </a:t>
            </a:r>
            <a:r>
              <a:rPr lang="pt-BR" sz="700" b="0" dirty="0">
                <a:solidFill>
                  <a:srgbClr val="0000FF"/>
                </a:solidFill>
                <a:effectLst/>
                <a:latin typeface="Consolas" panose="020B0609020204030204" pitchFamily="49" charset="0"/>
              </a:rPr>
              <a:t>=&gt;</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AF00DB"/>
                </a:solidFill>
                <a:effectLst/>
                <a:latin typeface="Consolas" panose="020B0609020204030204" pitchFamily="49" charset="0"/>
              </a:rPr>
              <a:t>if</a:t>
            </a:r>
            <a:r>
              <a:rPr lang="pt-BR" sz="700" b="0" dirty="0">
                <a:solidFill>
                  <a:srgbClr val="3B3B3B"/>
                </a:solidFill>
                <a:effectLst/>
                <a:latin typeface="Consolas" panose="020B0609020204030204" pitchFamily="49" charset="0"/>
              </a:rPr>
              <a:t> (</a:t>
            </a:r>
            <a:r>
              <a:rPr lang="pt-BR" sz="700" b="0" dirty="0">
                <a:solidFill>
                  <a:srgbClr val="0070C1"/>
                </a:solidFill>
                <a:effectLst/>
                <a:latin typeface="Consolas" panose="020B0609020204030204" pitchFamily="49" charset="0"/>
              </a:rPr>
              <a:t>ligado</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0070C1"/>
                </a:solidFill>
                <a:effectLst/>
                <a:latin typeface="Consolas" panose="020B0609020204030204" pitchFamily="49" charset="0"/>
              </a:rPr>
              <a:t>fallback</a:t>
            </a:r>
            <a:r>
              <a:rPr lang="pt-BR" sz="700" b="0" dirty="0" err="1">
                <a:solidFill>
                  <a:srgbClr val="3B3B3B"/>
                </a:solidFill>
                <a:effectLst/>
                <a:latin typeface="Consolas" panose="020B0609020204030204" pitchFamily="49" charset="0"/>
              </a:rPr>
              <a:t>.</a:t>
            </a:r>
            <a:r>
              <a:rPr lang="pt-BR" sz="700" b="0" dirty="0" err="1">
                <a:solidFill>
                  <a:srgbClr val="795E26"/>
                </a:solidFill>
                <a:effectLst/>
                <a:latin typeface="Consolas" panose="020B0609020204030204" pitchFamily="49" charset="0"/>
              </a:rPr>
              <a:t>contar</a:t>
            </a:r>
            <a:r>
              <a:rPr lang="pt-BR" sz="700" b="0" dirty="0">
                <a:solidFill>
                  <a:srgbClr val="3B3B3B"/>
                </a:solidFill>
                <a:effectLst/>
                <a:latin typeface="Consolas" panose="020B0609020204030204" pitchFamily="49" charset="0"/>
              </a:rPr>
              <a:t>(</a:t>
            </a:r>
            <a:r>
              <a:rPr lang="pt-BR" sz="700" b="0" dirty="0">
                <a:solidFill>
                  <a:srgbClr val="000000"/>
                </a:solidFill>
                <a:effectLst/>
                <a:latin typeface="Consolas" panose="020B0609020204030204" pitchFamily="49" charset="0"/>
              </a:rPr>
              <a:t>-</a:t>
            </a:r>
            <a:r>
              <a:rPr lang="pt-BR" sz="700" b="0" dirty="0">
                <a:solidFill>
                  <a:srgbClr val="098658"/>
                </a:solidFill>
                <a:effectLst/>
                <a:latin typeface="Consolas" panose="020B0609020204030204" pitchFamily="49" charset="0"/>
              </a:rPr>
              <a:t>1</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AF00DB"/>
                </a:solidFill>
                <a:effectLst/>
                <a:latin typeface="Consolas" panose="020B0609020204030204" pitchFamily="49" charset="0"/>
              </a:rPr>
              <a:t>else</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0070C1"/>
                </a:solidFill>
                <a:effectLst/>
                <a:latin typeface="Consolas" panose="020B0609020204030204" pitchFamily="49" charset="0"/>
              </a:rPr>
              <a:t>fallback</a:t>
            </a:r>
            <a:r>
              <a:rPr lang="pt-BR" sz="700" b="0" dirty="0" err="1">
                <a:solidFill>
                  <a:srgbClr val="3B3B3B"/>
                </a:solidFill>
                <a:effectLst/>
                <a:latin typeface="Consolas" panose="020B0609020204030204" pitchFamily="49" charset="0"/>
              </a:rPr>
              <a:t>.</a:t>
            </a:r>
            <a:r>
              <a:rPr lang="pt-BR" sz="700" b="0" dirty="0" err="1">
                <a:solidFill>
                  <a:srgbClr val="795E26"/>
                </a:solidFill>
                <a:effectLst/>
                <a:latin typeface="Consolas" panose="020B0609020204030204" pitchFamily="49" charset="0"/>
              </a:rPr>
              <a:t>contar</a:t>
            </a:r>
            <a:r>
              <a:rPr lang="pt-BR" sz="700" b="0" dirty="0">
                <a:solidFill>
                  <a:srgbClr val="3B3B3B"/>
                </a:solidFill>
                <a:effectLst/>
                <a:latin typeface="Consolas" panose="020B0609020204030204" pitchFamily="49" charset="0"/>
              </a:rPr>
              <a:t>(</a:t>
            </a:r>
            <a:r>
              <a:rPr lang="pt-BR" sz="700" b="0" dirty="0">
                <a:solidFill>
                  <a:srgbClr val="098658"/>
                </a:solidFill>
                <a:effectLst/>
                <a:latin typeface="Consolas" panose="020B0609020204030204" pitchFamily="49" charset="0"/>
              </a:rPr>
              <a:t>1</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setLigado</a:t>
            </a:r>
            <a:r>
              <a:rPr lang="pt-BR" sz="700" b="0" dirty="0">
                <a:solidFill>
                  <a:srgbClr val="3B3B3B"/>
                </a:solidFill>
                <a:effectLst/>
                <a:latin typeface="Consolas" panose="020B0609020204030204" pitchFamily="49" charset="0"/>
              </a:rPr>
              <a:t>(</a:t>
            </a:r>
            <a:r>
              <a:rPr lang="pt-BR" sz="700" b="0" dirty="0">
                <a:solidFill>
                  <a:srgbClr val="000000"/>
                </a:solidFill>
                <a:effectLst/>
                <a:latin typeface="Consolas" panose="020B0609020204030204" pitchFamily="49" charset="0"/>
              </a:rPr>
              <a:t>!</a:t>
            </a:r>
            <a:r>
              <a:rPr lang="pt-BR" sz="700" b="0" dirty="0">
                <a:solidFill>
                  <a:srgbClr val="0070C1"/>
                </a:solidFill>
                <a:effectLst/>
                <a:latin typeface="Consolas" panose="020B0609020204030204" pitchFamily="49" charset="0"/>
              </a:rPr>
              <a:t>ligado</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a:t>
            </a:r>
          </a:p>
          <a:p>
            <a:br>
              <a:rPr lang="pt-BR" sz="700" b="0" dirty="0">
                <a:solidFill>
                  <a:srgbClr val="3B3B3B"/>
                </a:solidFill>
                <a:effectLst/>
                <a:latin typeface="Consolas" panose="020B0609020204030204" pitchFamily="49" charset="0"/>
              </a:rPr>
            </a:br>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useEffect</a:t>
            </a:r>
            <a:r>
              <a:rPr lang="pt-BR" sz="700" b="0" dirty="0">
                <a:solidFill>
                  <a:srgbClr val="3B3B3B"/>
                </a:solidFill>
                <a:effectLst/>
                <a:latin typeface="Consolas" panose="020B0609020204030204" pitchFamily="49" charset="0"/>
              </a:rPr>
              <a:t>(() </a:t>
            </a:r>
            <a:r>
              <a:rPr lang="pt-BR" sz="700" b="0" dirty="0">
                <a:solidFill>
                  <a:srgbClr val="0000FF"/>
                </a:solidFill>
                <a:effectLst/>
                <a:latin typeface="Consolas" panose="020B0609020204030204" pitchFamily="49" charset="0"/>
              </a:rPr>
              <a:t>=&gt;</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err="1">
                <a:solidFill>
                  <a:srgbClr val="795E26"/>
                </a:solidFill>
                <a:effectLst/>
                <a:latin typeface="Consolas" panose="020B0609020204030204" pitchFamily="49" charset="0"/>
              </a:rPr>
              <a:t>setVolume</a:t>
            </a:r>
            <a:r>
              <a:rPr lang="pt-BR" sz="700" b="0" dirty="0">
                <a:solidFill>
                  <a:srgbClr val="3B3B3B"/>
                </a:solidFill>
                <a:effectLst/>
                <a:latin typeface="Consolas" panose="020B0609020204030204" pitchFamily="49" charset="0"/>
              </a:rPr>
              <a:t>(</a:t>
            </a:r>
            <a:r>
              <a:rPr lang="pt-BR" sz="700" b="0" dirty="0">
                <a:solidFill>
                  <a:srgbClr val="098658"/>
                </a:solidFill>
                <a:effectLst/>
                <a:latin typeface="Consolas" panose="020B0609020204030204" pitchFamily="49" charset="0"/>
              </a:rPr>
              <a:t>0</a:t>
            </a:r>
            <a:r>
              <a:rPr lang="pt-BR" sz="700" b="0" dirty="0">
                <a:solidFill>
                  <a:srgbClr val="3B3B3B"/>
                </a:solidFill>
                <a:effectLst/>
                <a:latin typeface="Consolas" panose="020B0609020204030204" pitchFamily="49" charset="0"/>
              </a:rPr>
              <a:t>);</a:t>
            </a:r>
          </a:p>
          <a:p>
            <a:r>
              <a:rPr lang="pt-BR" sz="700" b="0" dirty="0">
                <a:solidFill>
                  <a:srgbClr val="3B3B3B"/>
                </a:solidFill>
                <a:effectLst/>
                <a:latin typeface="Consolas" panose="020B0609020204030204" pitchFamily="49" charset="0"/>
              </a:rPr>
              <a:t>    }, [</a:t>
            </a:r>
            <a:r>
              <a:rPr lang="pt-BR" sz="700" b="0" dirty="0" err="1">
                <a:solidFill>
                  <a:srgbClr val="0070C1"/>
                </a:solidFill>
                <a:effectLst/>
                <a:latin typeface="Consolas" panose="020B0609020204030204" pitchFamily="49" charset="0"/>
              </a:rPr>
              <a:t>fallback</a:t>
            </a:r>
            <a:r>
              <a:rPr lang="pt-BR" sz="700" b="0" dirty="0" err="1">
                <a:solidFill>
                  <a:srgbClr val="3B3B3B"/>
                </a:solidFill>
                <a:effectLst/>
                <a:latin typeface="Consolas" panose="020B0609020204030204" pitchFamily="49" charset="0"/>
              </a:rPr>
              <a:t>.</a:t>
            </a:r>
            <a:r>
              <a:rPr lang="pt-BR" sz="700" b="0" dirty="0" err="1">
                <a:solidFill>
                  <a:srgbClr val="001080"/>
                </a:solidFill>
                <a:effectLst/>
                <a:latin typeface="Consolas" panose="020B0609020204030204" pitchFamily="49" charset="0"/>
              </a:rPr>
              <a:t>mutar</a:t>
            </a:r>
            <a:r>
              <a:rPr lang="pt-BR" sz="700" b="0" dirty="0">
                <a:solidFill>
                  <a:srgbClr val="3B3B3B"/>
                </a:solidFill>
                <a:effectLst/>
                <a:latin typeface="Consolas" panose="020B0609020204030204" pitchFamily="49" charset="0"/>
              </a:rPr>
              <a:t>])</a:t>
            </a:r>
          </a:p>
          <a:p>
            <a:br>
              <a:rPr lang="pt-BR" sz="700" b="0" dirty="0">
                <a:solidFill>
                  <a:srgbClr val="3B3B3B"/>
                </a:solidFill>
                <a:effectLst/>
                <a:latin typeface="Consolas" panose="020B0609020204030204" pitchFamily="49" charset="0"/>
              </a:rPr>
            </a:br>
            <a:r>
              <a:rPr lang="pt-BR" sz="700" b="0" dirty="0">
                <a:solidFill>
                  <a:srgbClr val="3B3B3B"/>
                </a:solidFill>
                <a:effectLst/>
                <a:latin typeface="Consolas" panose="020B0609020204030204" pitchFamily="49" charset="0"/>
              </a:rPr>
              <a:t>    </a:t>
            </a:r>
            <a:r>
              <a:rPr lang="pt-BR" sz="700" b="0" dirty="0" err="1">
                <a:solidFill>
                  <a:srgbClr val="AF00DB"/>
                </a:solidFill>
                <a:effectLst/>
                <a:latin typeface="Consolas" panose="020B0609020204030204" pitchFamily="49" charset="0"/>
              </a:rPr>
              <a:t>return</a:t>
            </a:r>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&lt;&gt;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div</a:t>
            </a:r>
            <a:r>
              <a:rPr lang="pt-BR" sz="700" b="0" dirty="0">
                <a:solidFill>
                  <a:srgbClr val="3B3B3B"/>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a:t>
            </a:r>
            <a:r>
              <a:rPr lang="pt-BR" sz="700" b="0" dirty="0" err="1">
                <a:solidFill>
                  <a:srgbClr val="A31515"/>
                </a:solidFill>
                <a:effectLst/>
                <a:latin typeface="Consolas" panose="020B0609020204030204" pitchFamily="49" charset="0"/>
              </a:rPr>
              <a:t>flex</a:t>
            </a:r>
            <a:r>
              <a:rPr lang="pt-BR" sz="700" b="0" dirty="0">
                <a:solidFill>
                  <a:srgbClr val="A31515"/>
                </a:solidFill>
                <a:effectLst/>
                <a:latin typeface="Consolas" panose="020B0609020204030204" pitchFamily="49" charset="0"/>
              </a:rPr>
              <a:t> </a:t>
            </a:r>
            <a:r>
              <a:rPr lang="pt-BR" sz="700" b="0" dirty="0" err="1">
                <a:solidFill>
                  <a:srgbClr val="A31515"/>
                </a:solidFill>
                <a:effectLst/>
                <a:latin typeface="Consolas" panose="020B0609020204030204" pitchFamily="49" charset="0"/>
              </a:rPr>
              <a:t>flex-row</a:t>
            </a:r>
            <a:r>
              <a:rPr lang="pt-BR" sz="700" b="0" dirty="0">
                <a:solidFill>
                  <a:srgbClr val="A31515"/>
                </a:solidFill>
                <a:effectLst/>
                <a:latin typeface="Consolas" panose="020B0609020204030204" pitchFamily="49" charset="0"/>
              </a:rPr>
              <a:t> space-x-1"</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&lt;p&gt;</a:t>
            </a:r>
            <a:r>
              <a:rPr lang="pt-BR" sz="700" b="0" dirty="0">
                <a:solidFill>
                  <a:srgbClr val="0000FF"/>
                </a:solidFill>
                <a:effectLst/>
                <a:latin typeface="Consolas" panose="020B0609020204030204" pitchFamily="49" charset="0"/>
              </a:rPr>
              <a:t>{</a:t>
            </a:r>
            <a:r>
              <a:rPr lang="pt-BR" sz="700" b="0" dirty="0">
                <a:solidFill>
                  <a:srgbClr val="001080"/>
                </a:solidFill>
                <a:effectLst/>
                <a:latin typeface="Consolas" panose="020B0609020204030204" pitchFamily="49" charset="0"/>
              </a:rPr>
              <a:t>nome</a:t>
            </a:r>
            <a:r>
              <a:rPr lang="pt-BR" sz="700" b="0" dirty="0">
                <a:solidFill>
                  <a:srgbClr val="0000FF"/>
                </a:solidFill>
                <a:effectLst/>
                <a:latin typeface="Consolas" panose="020B0609020204030204" pitchFamily="49" charset="0"/>
              </a:rPr>
              <a:t>}</a:t>
            </a:r>
            <a:r>
              <a:rPr lang="pt-BR" sz="700" b="0" dirty="0">
                <a:solidFill>
                  <a:srgbClr val="800000"/>
                </a:solidFill>
                <a:effectLst/>
                <a:latin typeface="Consolas" panose="020B0609020204030204" pitchFamily="49" charset="0"/>
              </a:rPr>
              <a:t>&lt;/p&gt;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button</a:t>
            </a:r>
            <a:r>
              <a:rPr lang="pt-BR" sz="700" b="0" dirty="0">
                <a:solidFill>
                  <a:srgbClr val="3B3B3B"/>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"px-2 </a:t>
            </a:r>
            <a:r>
              <a:rPr lang="pt-BR" sz="700" b="0" dirty="0" err="1">
                <a:solidFill>
                  <a:srgbClr val="A31515"/>
                </a:solidFill>
                <a:effectLst/>
                <a:latin typeface="Consolas" panose="020B0609020204030204" pitchFamily="49" charset="0"/>
              </a:rPr>
              <a:t>rounded-md</a:t>
            </a:r>
            <a:r>
              <a:rPr lang="pt-BR" sz="700" b="0" dirty="0">
                <a:solidFill>
                  <a:srgbClr val="A31515"/>
                </a:solidFill>
                <a:effectLst/>
                <a:latin typeface="Consolas" panose="020B0609020204030204" pitchFamily="49" charset="0"/>
              </a:rPr>
              <a:t> bg-purple-300"</a:t>
            </a:r>
            <a:r>
              <a:rPr lang="pt-BR" sz="700" b="0" dirty="0">
                <a:solidFill>
                  <a:srgbClr val="3B3B3B"/>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onClick</a:t>
            </a:r>
            <a:r>
              <a:rPr lang="pt-BR" sz="700" b="0" dirty="0">
                <a:solidFill>
                  <a:srgbClr val="000000"/>
                </a:solidFill>
                <a:effectLst/>
                <a:latin typeface="Consolas" panose="020B0609020204030204" pitchFamily="49" charset="0"/>
              </a:rPr>
              <a:t>=</a:t>
            </a:r>
            <a:r>
              <a:rPr lang="pt-BR" sz="700" b="0" dirty="0">
                <a:solidFill>
                  <a:srgbClr val="0000FF"/>
                </a:solidFill>
                <a:effectLst/>
                <a:latin typeface="Consolas" panose="020B0609020204030204" pitchFamily="49" charset="0"/>
              </a:rPr>
              <a:t>{</a:t>
            </a:r>
            <a:r>
              <a:rPr lang="pt-BR" sz="700" b="0" dirty="0" err="1">
                <a:solidFill>
                  <a:srgbClr val="795E26"/>
                </a:solidFill>
                <a:effectLst/>
                <a:latin typeface="Consolas" panose="020B0609020204030204" pitchFamily="49" charset="0"/>
              </a:rPr>
              <a:t>handleLigar</a:t>
            </a:r>
            <a:r>
              <a:rPr lang="pt-BR" sz="700" b="0" dirty="0">
                <a:solidFill>
                  <a:srgbClr val="0000FF"/>
                </a:solidFill>
                <a:effectLst/>
                <a:latin typeface="Consolas" panose="020B0609020204030204" pitchFamily="49" charset="0"/>
              </a:rPr>
              <a:t>}</a:t>
            </a:r>
            <a:r>
              <a:rPr lang="pt-BR" sz="700" b="0" dirty="0">
                <a:solidFill>
                  <a:srgbClr val="800000"/>
                </a:solidFill>
                <a:effectLst/>
                <a:latin typeface="Consolas" panose="020B0609020204030204" pitchFamily="49" charset="0"/>
              </a:rPr>
              <a:t>&gt;</a:t>
            </a:r>
            <a:r>
              <a:rPr lang="pt-BR" sz="700" b="0" dirty="0">
                <a:solidFill>
                  <a:srgbClr val="3B3B3B"/>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r>
              <a:rPr lang="pt-BR" sz="700" b="0" dirty="0">
                <a:solidFill>
                  <a:srgbClr val="0070C1"/>
                </a:solidFill>
                <a:effectLst/>
                <a:latin typeface="Consolas" panose="020B0609020204030204" pitchFamily="49" charset="0"/>
              </a:rPr>
              <a:t>ligado</a:t>
            </a:r>
            <a:r>
              <a:rPr lang="pt-BR" sz="700" b="0" dirty="0">
                <a:solidFill>
                  <a:srgbClr val="000000"/>
                </a:solidFill>
                <a:effectLst/>
                <a:latin typeface="Consolas" panose="020B0609020204030204" pitchFamily="49" charset="0"/>
              </a:rPr>
              <a:t> ? </a:t>
            </a:r>
            <a:r>
              <a:rPr lang="pt-BR" sz="700" b="0" dirty="0">
                <a:solidFill>
                  <a:srgbClr val="A31515"/>
                </a:solidFill>
                <a:effectLst/>
                <a:latin typeface="Consolas" panose="020B0609020204030204" pitchFamily="49" charset="0"/>
              </a:rPr>
              <a:t>"Desligar"</a:t>
            </a:r>
            <a:r>
              <a:rPr lang="pt-BR" sz="700" b="0" dirty="0">
                <a:solidFill>
                  <a:srgbClr val="000000"/>
                </a:solidFill>
                <a:effectLst/>
                <a:latin typeface="Consolas" panose="020B0609020204030204" pitchFamily="49" charset="0"/>
              </a:rPr>
              <a:t> : </a:t>
            </a:r>
            <a:r>
              <a:rPr lang="pt-BR" sz="700" b="0" dirty="0">
                <a:solidFill>
                  <a:srgbClr val="A31515"/>
                </a:solidFill>
                <a:effectLst/>
                <a:latin typeface="Consolas" panose="020B0609020204030204" pitchFamily="49" charset="0"/>
              </a:rPr>
              <a:t>"Ligar"</a:t>
            </a:r>
            <a:r>
              <a:rPr lang="pt-BR" sz="700" b="0" dirty="0">
                <a:solidFill>
                  <a:srgbClr val="0000FF"/>
                </a:solidFill>
                <a:effectLst/>
                <a:latin typeface="Consolas" panose="020B0609020204030204" pitchFamily="49" charset="0"/>
              </a:rPr>
              <a:t>}</a:t>
            </a:r>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button</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div</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err="1">
                <a:solidFill>
                  <a:srgbClr val="0070C1"/>
                </a:solidFill>
                <a:effectLst/>
                <a:latin typeface="Consolas" panose="020B0609020204030204" pitchFamily="49" charset="0"/>
              </a:rPr>
              <a:t>fallback</a:t>
            </a:r>
            <a:r>
              <a:rPr lang="pt-BR" sz="700" b="0" dirty="0" err="1">
                <a:solidFill>
                  <a:srgbClr val="000000"/>
                </a:solidFill>
                <a:effectLst/>
                <a:latin typeface="Consolas" panose="020B0609020204030204" pitchFamily="49" charset="0"/>
              </a:rPr>
              <a:t>.</a:t>
            </a:r>
            <a:r>
              <a:rPr lang="pt-BR" sz="700" b="0" dirty="0" err="1">
                <a:solidFill>
                  <a:srgbClr val="001080"/>
                </a:solidFill>
                <a:effectLst/>
                <a:latin typeface="Consolas" panose="020B0609020204030204" pitchFamily="49" charset="0"/>
              </a:rPr>
              <a:t>ligado</a:t>
            </a:r>
            <a:r>
              <a:rPr lang="pt-BR" sz="700" b="0" dirty="0">
                <a:solidFill>
                  <a:srgbClr val="000000"/>
                </a:solidFill>
                <a:effectLst/>
                <a:latin typeface="Consolas" panose="020B0609020204030204" pitchFamily="49" charset="0"/>
              </a:rPr>
              <a:t> &amp;&amp; </a:t>
            </a:r>
            <a:r>
              <a:rPr lang="pt-BR" sz="700" b="0" dirty="0">
                <a:solidFill>
                  <a:srgbClr val="0070C1"/>
                </a:solidFill>
                <a:effectLst/>
                <a:latin typeface="Consolas" panose="020B0609020204030204" pitchFamily="49" charset="0"/>
              </a:rPr>
              <a:t>ligado</a:t>
            </a:r>
            <a:r>
              <a:rPr lang="pt-BR" sz="700" b="0" dirty="0">
                <a:solidFill>
                  <a:srgbClr val="000000"/>
                </a:solidFill>
                <a:effectLst/>
                <a:latin typeface="Consolas" panose="020B0609020204030204" pitchFamily="49" charset="0"/>
              </a:rPr>
              <a:t> &amp;&amp;</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div</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a:t>
            </a:r>
            <a:r>
              <a:rPr lang="pt-BR" sz="700" b="0" dirty="0" err="1">
                <a:solidFill>
                  <a:srgbClr val="A31515"/>
                </a:solidFill>
                <a:effectLst/>
                <a:latin typeface="Consolas" panose="020B0609020204030204" pitchFamily="49" charset="0"/>
              </a:rPr>
              <a:t>flex</a:t>
            </a:r>
            <a:r>
              <a:rPr lang="pt-BR" sz="700" b="0" dirty="0">
                <a:solidFill>
                  <a:srgbClr val="A31515"/>
                </a:solidFill>
                <a:effectLst/>
                <a:latin typeface="Consolas" panose="020B0609020204030204" pitchFamily="49" charset="0"/>
              </a:rPr>
              <a:t> </a:t>
            </a:r>
            <a:r>
              <a:rPr lang="pt-BR" sz="700" b="0" dirty="0" err="1">
                <a:solidFill>
                  <a:srgbClr val="A31515"/>
                </a:solidFill>
                <a:effectLst/>
                <a:latin typeface="Consolas" panose="020B0609020204030204" pitchFamily="49" charset="0"/>
              </a:rPr>
              <a:t>flex-row</a:t>
            </a:r>
            <a:r>
              <a:rPr lang="pt-BR" sz="700" b="0" dirty="0">
                <a:solidFill>
                  <a:srgbClr val="A31515"/>
                </a:solidFill>
                <a:effectLst/>
                <a:latin typeface="Consolas" panose="020B0609020204030204" pitchFamily="49" charset="0"/>
              </a:rPr>
              <a:t> space-x-1"</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button</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disabled</a:t>
            </a:r>
            <a:r>
              <a:rPr lang="pt-BR" sz="700" b="0" dirty="0">
                <a:solidFill>
                  <a:srgbClr val="000000"/>
                </a:solidFill>
                <a:effectLst/>
                <a:latin typeface="Consolas" panose="020B0609020204030204" pitchFamily="49" charset="0"/>
              </a:rPr>
              <a:t>=</a:t>
            </a:r>
            <a:r>
              <a:rPr lang="pt-BR" sz="700" b="0" dirty="0">
                <a:solidFill>
                  <a:srgbClr val="0000FF"/>
                </a:solidFill>
                <a:effectLst/>
                <a:latin typeface="Consolas" panose="020B0609020204030204" pitchFamily="49" charset="0"/>
              </a:rPr>
              <a:t>{</a:t>
            </a:r>
            <a:r>
              <a:rPr lang="pt-BR" sz="700" b="0" dirty="0">
                <a:solidFill>
                  <a:srgbClr val="0070C1"/>
                </a:solidFill>
                <a:effectLst/>
                <a:latin typeface="Consolas" panose="020B0609020204030204" pitchFamily="49" charset="0"/>
              </a:rPr>
              <a:t>volume</a:t>
            </a:r>
            <a:r>
              <a:rPr lang="pt-BR" sz="700" b="0" dirty="0">
                <a:solidFill>
                  <a:srgbClr val="000000"/>
                </a:solidFill>
                <a:effectLst/>
                <a:latin typeface="Consolas" panose="020B0609020204030204" pitchFamily="49" charset="0"/>
              </a:rPr>
              <a:t> === </a:t>
            </a:r>
            <a:r>
              <a:rPr lang="pt-BR" sz="700" b="0" dirty="0">
                <a:solidFill>
                  <a:srgbClr val="098658"/>
                </a:solidFill>
                <a:effectLst/>
                <a:latin typeface="Consolas" panose="020B0609020204030204" pitchFamily="49" charset="0"/>
              </a:rPr>
              <a:t>0</a:t>
            </a:r>
            <a:r>
              <a:rPr lang="pt-BR" sz="700" b="0" dirty="0">
                <a:solidFill>
                  <a:srgbClr val="0000FF"/>
                </a:solidFill>
                <a:effectLst/>
                <a:latin typeface="Consolas" panose="020B0609020204030204" pitchFamily="49" charset="0"/>
              </a:rPr>
              <a:t>}</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"px-2 </a:t>
            </a:r>
            <a:r>
              <a:rPr lang="pt-BR" sz="700" b="0" dirty="0" err="1">
                <a:solidFill>
                  <a:srgbClr val="A31515"/>
                </a:solidFill>
                <a:effectLst/>
                <a:latin typeface="Consolas" panose="020B0609020204030204" pitchFamily="49" charset="0"/>
              </a:rPr>
              <a:t>rounded-md</a:t>
            </a:r>
            <a:r>
              <a:rPr lang="pt-BR" sz="700" b="0" dirty="0">
                <a:solidFill>
                  <a:srgbClr val="A31515"/>
                </a:solidFill>
                <a:effectLst/>
                <a:latin typeface="Consolas" panose="020B0609020204030204" pitchFamily="49" charset="0"/>
              </a:rPr>
              <a:t> bg-red-600 </a:t>
            </a:r>
            <a:r>
              <a:rPr lang="pt-BR" sz="700" b="0" dirty="0" err="1">
                <a:solidFill>
                  <a:srgbClr val="A31515"/>
                </a:solidFill>
                <a:effectLst/>
                <a:latin typeface="Consolas" panose="020B0609020204030204" pitchFamily="49" charset="0"/>
              </a:rPr>
              <a:t>text-white</a:t>
            </a:r>
            <a:r>
              <a:rPr lang="pt-BR" sz="700" b="0" dirty="0">
                <a:solidFill>
                  <a:srgbClr val="A31515"/>
                </a:solidFill>
                <a:effectLst/>
                <a:latin typeface="Consolas" panose="020B0609020204030204" pitchFamily="49" charset="0"/>
              </a:rPr>
              <a:t> disabled:bg-red-300 </a:t>
            </a:r>
            <a:r>
              <a:rPr lang="pt-BR" sz="700" b="0" dirty="0" err="1">
                <a:solidFill>
                  <a:srgbClr val="A31515"/>
                </a:solidFill>
                <a:effectLst/>
                <a:latin typeface="Consolas" panose="020B0609020204030204" pitchFamily="49" charset="0"/>
              </a:rPr>
              <a:t>disabled:cursor-not-allowed</a:t>
            </a:r>
            <a:r>
              <a:rPr lang="pt-BR" sz="700" b="0" dirty="0">
                <a:solidFill>
                  <a:srgbClr val="A31515"/>
                </a:solidFill>
                <a:effectLst/>
                <a:latin typeface="Consolas" panose="020B0609020204030204" pitchFamily="49" charset="0"/>
              </a:rPr>
              <a:t>"</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onClick</a:t>
            </a:r>
            <a:r>
              <a:rPr lang="pt-BR" sz="700" b="0" dirty="0">
                <a:solidFill>
                  <a:srgbClr val="000000"/>
                </a:solidFill>
                <a:effectLst/>
                <a:latin typeface="Consolas" panose="020B0609020204030204" pitchFamily="49" charset="0"/>
              </a:rPr>
              <a:t>=</a:t>
            </a:r>
            <a:r>
              <a:rPr lang="pt-BR" sz="700" b="0" dirty="0">
                <a:solidFill>
                  <a:srgbClr val="0000FF"/>
                </a:solidFill>
                <a:effectLst/>
                <a:latin typeface="Consolas" panose="020B0609020204030204" pitchFamily="49" charset="0"/>
              </a:rPr>
              <a:t>{</a:t>
            </a:r>
            <a:r>
              <a:rPr lang="pt-BR" sz="700" b="0" dirty="0" err="1">
                <a:solidFill>
                  <a:srgbClr val="795E26"/>
                </a:solidFill>
                <a:effectLst/>
                <a:latin typeface="Consolas" panose="020B0609020204030204" pitchFamily="49" charset="0"/>
              </a:rPr>
              <a:t>diminuirVolume</a:t>
            </a:r>
            <a:r>
              <a:rPr lang="pt-BR" sz="700" b="0" dirty="0">
                <a:solidFill>
                  <a:srgbClr val="0000FF"/>
                </a:solidFill>
                <a:effectLst/>
                <a:latin typeface="Consolas" panose="020B0609020204030204" pitchFamily="49" charset="0"/>
              </a:rPr>
              <a:t>}</a:t>
            </a:r>
            <a:r>
              <a:rPr lang="pt-BR" sz="700" b="0" dirty="0">
                <a:solidFill>
                  <a:srgbClr val="800000"/>
                </a:solidFill>
                <a:effectLst/>
                <a:latin typeface="Consolas" panose="020B0609020204030204" pitchFamily="49" charset="0"/>
              </a:rPr>
              <a:t>&gt;</a:t>
            </a:r>
            <a:r>
              <a:rPr lang="pt-BR" sz="700" b="0" dirty="0">
                <a:solidFill>
                  <a:srgbClr val="000000"/>
                </a:solidFill>
                <a:effectLst/>
                <a:latin typeface="Consolas" panose="020B0609020204030204" pitchFamily="49" charset="0"/>
              </a:rPr>
              <a:t>-</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button</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button</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disabled</a:t>
            </a:r>
            <a:r>
              <a:rPr lang="pt-BR" sz="700" b="0" dirty="0">
                <a:solidFill>
                  <a:srgbClr val="000000"/>
                </a:solidFill>
                <a:effectLst/>
                <a:latin typeface="Consolas" panose="020B0609020204030204" pitchFamily="49" charset="0"/>
              </a:rPr>
              <a:t>=</a:t>
            </a:r>
            <a:r>
              <a:rPr lang="pt-BR" sz="700" b="0" dirty="0">
                <a:solidFill>
                  <a:srgbClr val="0000FF"/>
                </a:solidFill>
                <a:effectLst/>
                <a:latin typeface="Consolas" panose="020B0609020204030204" pitchFamily="49" charset="0"/>
              </a:rPr>
              <a:t>{</a:t>
            </a:r>
            <a:r>
              <a:rPr lang="pt-BR" sz="700" b="0" dirty="0">
                <a:solidFill>
                  <a:srgbClr val="0070C1"/>
                </a:solidFill>
                <a:effectLst/>
                <a:latin typeface="Consolas" panose="020B0609020204030204" pitchFamily="49" charset="0"/>
              </a:rPr>
              <a:t>volume</a:t>
            </a:r>
            <a:r>
              <a:rPr lang="pt-BR" sz="700" b="0" dirty="0">
                <a:solidFill>
                  <a:srgbClr val="000000"/>
                </a:solidFill>
                <a:effectLst/>
                <a:latin typeface="Consolas" panose="020B0609020204030204" pitchFamily="49" charset="0"/>
              </a:rPr>
              <a:t> === </a:t>
            </a:r>
            <a:r>
              <a:rPr lang="pt-BR" sz="700" b="0" dirty="0">
                <a:solidFill>
                  <a:srgbClr val="098658"/>
                </a:solidFill>
                <a:effectLst/>
                <a:latin typeface="Consolas" panose="020B0609020204030204" pitchFamily="49" charset="0"/>
              </a:rPr>
              <a:t>10</a:t>
            </a:r>
            <a:r>
              <a:rPr lang="pt-BR" sz="700" b="0" dirty="0">
                <a:solidFill>
                  <a:srgbClr val="0000FF"/>
                </a:solidFill>
                <a:effectLst/>
                <a:latin typeface="Consolas" panose="020B0609020204030204" pitchFamily="49" charset="0"/>
              </a:rPr>
              <a:t>}</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"px-2 </a:t>
            </a:r>
            <a:r>
              <a:rPr lang="pt-BR" sz="700" b="0" dirty="0" err="1">
                <a:solidFill>
                  <a:srgbClr val="A31515"/>
                </a:solidFill>
                <a:effectLst/>
                <a:latin typeface="Consolas" panose="020B0609020204030204" pitchFamily="49" charset="0"/>
              </a:rPr>
              <a:t>rounded-md</a:t>
            </a:r>
            <a:r>
              <a:rPr lang="pt-BR" sz="700" b="0" dirty="0">
                <a:solidFill>
                  <a:srgbClr val="A31515"/>
                </a:solidFill>
                <a:effectLst/>
                <a:latin typeface="Consolas" panose="020B0609020204030204" pitchFamily="49" charset="0"/>
              </a:rPr>
              <a:t> bg-blue-600 </a:t>
            </a:r>
            <a:r>
              <a:rPr lang="pt-BR" sz="700" b="0" dirty="0" err="1">
                <a:solidFill>
                  <a:srgbClr val="A31515"/>
                </a:solidFill>
                <a:effectLst/>
                <a:latin typeface="Consolas" panose="020B0609020204030204" pitchFamily="49" charset="0"/>
              </a:rPr>
              <a:t>text-white</a:t>
            </a:r>
            <a:r>
              <a:rPr lang="pt-BR" sz="700" b="0" dirty="0">
                <a:solidFill>
                  <a:srgbClr val="A31515"/>
                </a:solidFill>
                <a:effectLst/>
                <a:latin typeface="Consolas" panose="020B0609020204030204" pitchFamily="49" charset="0"/>
              </a:rPr>
              <a:t> disabled:bg-blue-300 </a:t>
            </a:r>
            <a:r>
              <a:rPr lang="pt-BR" sz="700" b="0" dirty="0" err="1">
                <a:solidFill>
                  <a:srgbClr val="A31515"/>
                </a:solidFill>
                <a:effectLst/>
                <a:latin typeface="Consolas" panose="020B0609020204030204" pitchFamily="49" charset="0"/>
              </a:rPr>
              <a:t>disabled:cursor-not-allowed</a:t>
            </a:r>
            <a:r>
              <a:rPr lang="pt-BR" sz="700" b="0" dirty="0">
                <a:solidFill>
                  <a:srgbClr val="A31515"/>
                </a:solidFill>
                <a:effectLst/>
                <a:latin typeface="Consolas" panose="020B0609020204030204" pitchFamily="49" charset="0"/>
              </a:rPr>
              <a:t>"</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onClick</a:t>
            </a:r>
            <a:r>
              <a:rPr lang="pt-BR" sz="700" b="0" dirty="0">
                <a:solidFill>
                  <a:srgbClr val="000000"/>
                </a:solidFill>
                <a:effectLst/>
                <a:latin typeface="Consolas" panose="020B0609020204030204" pitchFamily="49" charset="0"/>
              </a:rPr>
              <a:t>=</a:t>
            </a:r>
            <a:r>
              <a:rPr lang="pt-BR" sz="700" b="0" dirty="0">
                <a:solidFill>
                  <a:srgbClr val="0000FF"/>
                </a:solidFill>
                <a:effectLst/>
                <a:latin typeface="Consolas" panose="020B0609020204030204" pitchFamily="49" charset="0"/>
              </a:rPr>
              <a:t>{</a:t>
            </a:r>
            <a:r>
              <a:rPr lang="pt-BR" sz="700" b="0" dirty="0" err="1">
                <a:solidFill>
                  <a:srgbClr val="795E26"/>
                </a:solidFill>
                <a:effectLst/>
                <a:latin typeface="Consolas" panose="020B0609020204030204" pitchFamily="49" charset="0"/>
              </a:rPr>
              <a:t>aumentarVolume</a:t>
            </a:r>
            <a:r>
              <a:rPr lang="pt-BR" sz="700" b="0" dirty="0">
                <a:solidFill>
                  <a:srgbClr val="0000FF"/>
                </a:solidFill>
                <a:effectLst/>
                <a:latin typeface="Consolas" panose="020B0609020204030204" pitchFamily="49" charset="0"/>
              </a:rPr>
              <a:t>}</a:t>
            </a:r>
            <a:r>
              <a:rPr lang="pt-BR" sz="700" b="0" dirty="0">
                <a:solidFill>
                  <a:srgbClr val="800000"/>
                </a:solidFill>
                <a:effectLst/>
                <a:latin typeface="Consolas" panose="020B0609020204030204" pitchFamily="49" charset="0"/>
              </a:rPr>
              <a:t>&gt;</a:t>
            </a:r>
            <a:r>
              <a:rPr lang="pt-BR" sz="700" b="0" dirty="0">
                <a:solidFill>
                  <a:srgbClr val="000000"/>
                </a:solidFill>
                <a:effectLst/>
                <a:latin typeface="Consolas" panose="020B0609020204030204" pitchFamily="49" charset="0"/>
              </a:rPr>
              <a:t>+</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button</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800000"/>
                </a:solidFill>
                <a:effectLst/>
                <a:latin typeface="Consolas" panose="020B0609020204030204" pitchFamily="49" charset="0"/>
              </a:rPr>
              <a:t>&lt;p&gt;</a:t>
            </a:r>
            <a:r>
              <a:rPr lang="pt-BR" sz="700" b="0" dirty="0">
                <a:solidFill>
                  <a:srgbClr val="0000FF"/>
                </a:solidFill>
                <a:effectLst/>
                <a:latin typeface="Consolas" panose="020B0609020204030204" pitchFamily="49" charset="0"/>
              </a:rPr>
              <a:t>{</a:t>
            </a:r>
            <a:r>
              <a:rPr lang="pt-BR" sz="700" b="0" dirty="0">
                <a:solidFill>
                  <a:srgbClr val="0070C1"/>
                </a:solidFill>
                <a:effectLst/>
                <a:latin typeface="Consolas" panose="020B0609020204030204" pitchFamily="49" charset="0"/>
              </a:rPr>
              <a:t>volume</a:t>
            </a:r>
            <a:r>
              <a:rPr lang="pt-BR" sz="700" b="0" dirty="0">
                <a:solidFill>
                  <a:srgbClr val="0000FF"/>
                </a:solidFill>
                <a:effectLst/>
                <a:latin typeface="Consolas" panose="020B0609020204030204" pitchFamily="49" charset="0"/>
              </a:rPr>
              <a:t>}</a:t>
            </a:r>
            <a:r>
              <a:rPr lang="pt-BR" sz="700" b="0" dirty="0">
                <a:solidFill>
                  <a:srgbClr val="800000"/>
                </a:solidFill>
                <a:effectLst/>
                <a:latin typeface="Consolas" panose="020B0609020204030204" pitchFamily="49" charset="0"/>
              </a:rPr>
              <a:t>&lt;/p&gt;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70C1"/>
                </a:solidFill>
                <a:effectLst/>
                <a:latin typeface="Consolas" panose="020B0609020204030204" pitchFamily="49" charset="0"/>
              </a:rPr>
              <a:t>volume</a:t>
            </a:r>
            <a:r>
              <a:rPr lang="pt-BR" sz="700" b="0" dirty="0">
                <a:solidFill>
                  <a:srgbClr val="000000"/>
                </a:solidFill>
                <a:effectLst/>
                <a:latin typeface="Consolas" panose="020B0609020204030204" pitchFamily="49" charset="0"/>
              </a:rPr>
              <a:t> === </a:t>
            </a:r>
            <a:r>
              <a:rPr lang="pt-BR" sz="700" b="0" dirty="0">
                <a:solidFill>
                  <a:srgbClr val="098658"/>
                </a:solidFill>
                <a:effectLst/>
                <a:latin typeface="Consolas" panose="020B0609020204030204" pitchFamily="49" charset="0"/>
              </a:rPr>
              <a:t>0</a:t>
            </a:r>
            <a:r>
              <a:rPr lang="pt-BR" sz="700" b="0" dirty="0">
                <a:solidFill>
                  <a:srgbClr val="000000"/>
                </a:solidFill>
                <a:effectLst/>
                <a:latin typeface="Consolas" panose="020B0609020204030204" pitchFamily="49" charset="0"/>
              </a:rPr>
              <a:t> ? </a:t>
            </a:r>
            <a:r>
              <a:rPr lang="pt-BR" sz="700" b="0" dirty="0">
                <a:solidFill>
                  <a:srgbClr val="800000"/>
                </a:solidFill>
                <a:effectLst/>
                <a:latin typeface="Consolas" panose="020B0609020204030204" pitchFamily="49" charset="0"/>
              </a:rPr>
              <a:t>&lt;p</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"text-yellow-600"</a:t>
            </a:r>
            <a:r>
              <a:rPr lang="pt-BR" sz="700" b="0" dirty="0">
                <a:solidFill>
                  <a:srgbClr val="800000"/>
                </a:solidFill>
                <a:effectLst/>
                <a:latin typeface="Consolas" panose="020B0609020204030204" pitchFamily="49" charset="0"/>
              </a:rPr>
              <a:t>&gt;</a:t>
            </a:r>
            <a:r>
              <a:rPr lang="pt-BR" sz="700" b="0" dirty="0">
                <a:solidFill>
                  <a:srgbClr val="000000"/>
                </a:solidFill>
                <a:effectLst/>
                <a:latin typeface="Consolas" panose="020B0609020204030204" pitchFamily="49" charset="0"/>
              </a:rPr>
              <a:t>Equipamento mudo</a:t>
            </a:r>
            <a:r>
              <a:rPr lang="pt-BR" sz="700" b="0" dirty="0">
                <a:solidFill>
                  <a:srgbClr val="800000"/>
                </a:solidFill>
                <a:effectLst/>
                <a:latin typeface="Consolas" panose="020B0609020204030204" pitchFamily="49" charset="0"/>
              </a:rPr>
              <a:t>&lt;/p&gt;</a:t>
            </a:r>
            <a:r>
              <a:rPr lang="pt-BR" sz="700" b="0" dirty="0">
                <a:solidFill>
                  <a:srgbClr val="000000"/>
                </a:solidFill>
                <a:effectLst/>
                <a:latin typeface="Consolas" panose="020B0609020204030204" pitchFamily="49" charset="0"/>
              </a:rPr>
              <a:t> : </a:t>
            </a:r>
            <a:r>
              <a:rPr lang="pt-BR" sz="700" b="0" dirty="0" err="1">
                <a:solidFill>
                  <a:srgbClr val="0000FF"/>
                </a:solidFill>
                <a:effectLst/>
                <a:latin typeface="Consolas" panose="020B0609020204030204" pitchFamily="49" charset="0"/>
              </a:rPr>
              <a:t>null</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70C1"/>
                </a:solidFill>
                <a:effectLst/>
                <a:latin typeface="Consolas" panose="020B0609020204030204" pitchFamily="49" charset="0"/>
              </a:rPr>
              <a:t>volume</a:t>
            </a:r>
            <a:r>
              <a:rPr lang="pt-BR" sz="700" b="0" dirty="0">
                <a:solidFill>
                  <a:srgbClr val="000000"/>
                </a:solidFill>
                <a:effectLst/>
                <a:latin typeface="Consolas" panose="020B0609020204030204" pitchFamily="49" charset="0"/>
              </a:rPr>
              <a:t> === </a:t>
            </a:r>
            <a:r>
              <a:rPr lang="pt-BR" sz="700" b="0" dirty="0">
                <a:solidFill>
                  <a:srgbClr val="098658"/>
                </a:solidFill>
                <a:effectLst/>
                <a:latin typeface="Consolas" panose="020B0609020204030204" pitchFamily="49" charset="0"/>
              </a:rPr>
              <a:t>10</a:t>
            </a:r>
            <a:r>
              <a:rPr lang="pt-BR" sz="700" b="0" dirty="0">
                <a:solidFill>
                  <a:srgbClr val="000000"/>
                </a:solidFill>
                <a:effectLst/>
                <a:latin typeface="Consolas" panose="020B0609020204030204" pitchFamily="49" charset="0"/>
              </a:rPr>
              <a:t> &amp;&amp; </a:t>
            </a:r>
            <a:r>
              <a:rPr lang="pt-BR" sz="700" b="0" dirty="0">
                <a:solidFill>
                  <a:srgbClr val="800000"/>
                </a:solidFill>
                <a:effectLst/>
                <a:latin typeface="Consolas" panose="020B0609020204030204" pitchFamily="49" charset="0"/>
              </a:rPr>
              <a:t>&lt;p</a:t>
            </a:r>
            <a:r>
              <a:rPr lang="pt-BR" sz="700" b="0" dirty="0">
                <a:solidFill>
                  <a:srgbClr val="000000"/>
                </a:solidFill>
                <a:effectLst/>
                <a:latin typeface="Consolas" panose="020B0609020204030204" pitchFamily="49" charset="0"/>
              </a:rPr>
              <a:t> </a:t>
            </a:r>
            <a:r>
              <a:rPr lang="pt-BR" sz="700" b="0" dirty="0" err="1">
                <a:solidFill>
                  <a:srgbClr val="E50000"/>
                </a:solidFill>
                <a:effectLst/>
                <a:latin typeface="Consolas" panose="020B0609020204030204" pitchFamily="49" charset="0"/>
              </a:rPr>
              <a:t>className</a:t>
            </a:r>
            <a:r>
              <a:rPr lang="pt-BR" sz="700" b="0" dirty="0">
                <a:solidFill>
                  <a:srgbClr val="000000"/>
                </a:solidFill>
                <a:effectLst/>
                <a:latin typeface="Consolas" panose="020B0609020204030204" pitchFamily="49" charset="0"/>
              </a:rPr>
              <a:t>=</a:t>
            </a:r>
            <a:r>
              <a:rPr lang="pt-BR" sz="700" b="0" dirty="0">
                <a:solidFill>
                  <a:srgbClr val="A31515"/>
                </a:solidFill>
                <a:effectLst/>
                <a:latin typeface="Consolas" panose="020B0609020204030204" pitchFamily="49" charset="0"/>
              </a:rPr>
              <a:t>"text-red-700"</a:t>
            </a:r>
            <a:r>
              <a:rPr lang="pt-BR" sz="700" b="0" dirty="0">
                <a:solidFill>
                  <a:srgbClr val="800000"/>
                </a:solidFill>
                <a:effectLst/>
                <a:latin typeface="Consolas" panose="020B0609020204030204" pitchFamily="49" charset="0"/>
              </a:rPr>
              <a:t>&gt;</a:t>
            </a:r>
            <a:r>
              <a:rPr lang="pt-BR" sz="700" b="0" dirty="0">
                <a:solidFill>
                  <a:srgbClr val="000000"/>
                </a:solidFill>
                <a:effectLst/>
                <a:latin typeface="Consolas" panose="020B0609020204030204" pitchFamily="49" charset="0"/>
              </a:rPr>
              <a:t>Equipamento com volume máximo</a:t>
            </a:r>
            <a:r>
              <a:rPr lang="pt-BR" sz="700" b="0" dirty="0">
                <a:solidFill>
                  <a:srgbClr val="800000"/>
                </a:solidFill>
                <a:effectLst/>
                <a:latin typeface="Consolas" panose="020B0609020204030204" pitchFamily="49" charset="0"/>
              </a:rPr>
              <a:t>&lt;/p&gt;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800000"/>
                </a:solidFill>
                <a:effectLst/>
                <a:latin typeface="Consolas" panose="020B0609020204030204" pitchFamily="49" charset="0"/>
              </a:rPr>
              <a:t>&lt;/</a:t>
            </a:r>
            <a:r>
              <a:rPr lang="pt-BR" sz="700" b="0" dirty="0" err="1">
                <a:solidFill>
                  <a:srgbClr val="800000"/>
                </a:solidFill>
                <a:effectLst/>
                <a:latin typeface="Consolas" panose="020B0609020204030204" pitchFamily="49" charset="0"/>
              </a:rPr>
              <a:t>div</a:t>
            </a:r>
            <a:r>
              <a:rPr lang="pt-BR" sz="700" b="0" dirty="0">
                <a:solidFill>
                  <a:srgbClr val="800000"/>
                </a:solidFill>
                <a:effectLst/>
                <a:latin typeface="Consolas" panose="020B0609020204030204" pitchFamily="49" charset="0"/>
              </a:rPr>
              <a:t>&gt;</a:t>
            </a:r>
            <a:endParaRPr lang="pt-BR" sz="700" b="0" dirty="0">
              <a:solidFill>
                <a:srgbClr val="3B3B3B"/>
              </a:solidFill>
              <a:effectLst/>
              <a:latin typeface="Consolas" panose="020B0609020204030204" pitchFamily="49" charset="0"/>
            </a:endParaRPr>
          </a:p>
          <a:p>
            <a:r>
              <a:rPr lang="pt-BR" sz="700" b="0" dirty="0">
                <a:solidFill>
                  <a:srgbClr val="000000"/>
                </a:solidFill>
                <a:effectLst/>
                <a:latin typeface="Consolas" panose="020B0609020204030204" pitchFamily="49" charset="0"/>
              </a:rPr>
              <a:t>            </a:t>
            </a:r>
            <a:r>
              <a:rPr lang="pt-BR" sz="700" b="0" dirty="0">
                <a:solidFill>
                  <a:srgbClr val="0000FF"/>
                </a:solidFill>
                <a:effectLst/>
                <a:latin typeface="Consolas" panose="020B0609020204030204" pitchFamily="49" charset="0"/>
              </a:rPr>
              <a: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r>
              <a:rPr lang="pt-BR" sz="700" b="0" dirty="0">
                <a:solidFill>
                  <a:srgbClr val="800000"/>
                </a:solidFill>
                <a:effectLst/>
                <a:latin typeface="Consolas" panose="020B0609020204030204" pitchFamily="49" charset="0"/>
              </a:rPr>
              <a:t>&lt;/&gt;</a:t>
            </a:r>
            <a:endParaRPr lang="pt-BR" sz="700" b="0" dirty="0">
              <a:solidFill>
                <a:srgbClr val="3B3B3B"/>
              </a:solidFill>
              <a:effectLst/>
              <a:latin typeface="Consolas" panose="020B0609020204030204" pitchFamily="49" charset="0"/>
            </a:endParaRPr>
          </a:p>
          <a:p>
            <a:r>
              <a:rPr lang="pt-BR" sz="700" b="0" dirty="0">
                <a:solidFill>
                  <a:srgbClr val="3B3B3B"/>
                </a:solidFill>
                <a:effectLst/>
                <a:latin typeface="Consolas" panose="020B0609020204030204" pitchFamily="49" charset="0"/>
              </a:rPr>
              <a:t>    )</a:t>
            </a:r>
          </a:p>
          <a:p>
            <a:r>
              <a:rPr lang="pt-BR" sz="7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880436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b="0" strike="noStrike" spc="-1" dirty="0">
                <a:solidFill>
                  <a:schemeClr val="tx1"/>
                </a:solidFill>
                <a:latin typeface="Calibri Light" panose="020F0302020204030204"/>
              </a:rPr>
              <a:t>É uma técnica de armazenamento de dados em </a:t>
            </a:r>
            <a:r>
              <a:rPr lang="pt-BR" sz="3200" b="0" i="1" strike="noStrike" spc="-1" dirty="0">
                <a:solidFill>
                  <a:schemeClr val="tx1"/>
                </a:solidFill>
                <a:latin typeface="Calibri Light" panose="020F0302020204030204"/>
              </a:rPr>
              <a:t>cache</a:t>
            </a:r>
            <a:r>
              <a:rPr lang="pt-BR" sz="3200" b="0" strike="noStrike" spc="-1" dirty="0">
                <a:solidFill>
                  <a:schemeClr val="tx1"/>
                </a:solidFill>
                <a:latin typeface="Calibri Light" panose="020F0302020204030204"/>
              </a:rPr>
              <a:t>, utilizada para evitar novas execuções/renderizações de funções ou componentes.</a:t>
            </a:r>
          </a:p>
          <a:p>
            <a:pPr algn="just">
              <a:tabLst>
                <a:tab pos="0" algn="l"/>
              </a:tabLst>
            </a:pPr>
            <a:r>
              <a:rPr lang="pt-BR" sz="3200" spc="-1" dirty="0">
                <a:solidFill>
                  <a:schemeClr val="tx1"/>
                </a:solidFill>
                <a:latin typeface="Calibri Light" panose="020F0302020204030204"/>
              </a:rPr>
              <a:t>Por exemplo, o seguinte componente executa uma vez o código Javascript (duas se for em modo restrito – desenvolvimento).</a:t>
            </a:r>
            <a:endParaRPr lang="pt-BR" sz="3200" b="0" strike="noStrike" spc="-1" dirty="0">
              <a:solidFill>
                <a:schemeClr val="tx1"/>
              </a:solidFill>
              <a:latin typeface="Calibri Light" panose="020F0302020204030204"/>
            </a:endParaRPr>
          </a:p>
          <a:p>
            <a:pPr marL="0" indent="0" algn="just">
              <a:buNone/>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1576671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ABAB086-FAF2-3D0F-3F30-00ED0C855F3D}"/>
              </a:ext>
            </a:extLst>
          </p:cNvPr>
          <p:cNvSpPr txBox="1"/>
          <p:nvPr/>
        </p:nvSpPr>
        <p:spPr>
          <a:xfrm>
            <a:off x="762001" y="1859339"/>
            <a:ext cx="6096000" cy="2862322"/>
          </a:xfrm>
          <a:prstGeom prst="rect">
            <a:avLst/>
          </a:prstGeom>
          <a:noFill/>
        </p:spPr>
        <p:txBody>
          <a:bodyPr wrap="square">
            <a:spAutoFit/>
          </a:bodyPr>
          <a:lstStyle/>
          <a:p>
            <a:r>
              <a:rPr lang="pt-BR" sz="1800" dirty="0">
                <a:solidFill>
                  <a:srgbClr val="A31515"/>
                </a:solidFill>
                <a:highlight>
                  <a:srgbClr val="FFFFFF"/>
                </a:highlight>
                <a:latin typeface="Cascadia Mono" panose="020B0609020000020004" pitchFamily="49" charset="0"/>
              </a:rPr>
              <a:t>'use </a:t>
            </a:r>
            <a:r>
              <a:rPr lang="pt-BR" sz="1800" dirty="0" err="1">
                <a:solidFill>
                  <a:srgbClr val="A31515"/>
                </a:solidFill>
                <a:highlight>
                  <a:srgbClr val="FFFFFF"/>
                </a:highlight>
                <a:latin typeface="Cascadia Mono" panose="020B0609020000020004" pitchFamily="49" charset="0"/>
              </a:rPr>
              <a:t>client</a:t>
            </a:r>
            <a:r>
              <a:rPr lang="pt-BR" sz="1800" dirty="0">
                <a:solidFill>
                  <a:srgbClr val="A31515"/>
                </a:solidFill>
                <a:highlight>
                  <a:srgbClr val="FFFFFF"/>
                </a:highlight>
                <a:latin typeface="Cascadia Mono" panose="020B0609020000020004" pitchFamily="49" charset="0"/>
              </a:rPr>
              <a:t>'</a:t>
            </a:r>
            <a:endParaRPr lang="pt-BR" sz="1800" dirty="0">
              <a:solidFill>
                <a:srgbClr val="000000"/>
              </a:solidFill>
              <a:highlight>
                <a:srgbClr val="FFFFFF"/>
              </a:highlight>
              <a:latin typeface="Cascadia Mono" panose="020B0609020000020004" pitchFamily="49" charset="0"/>
            </a:endParaRP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export</a:t>
            </a:r>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default</a:t>
            </a:r>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function</a:t>
            </a:r>
            <a:r>
              <a:rPr lang="pt-BR" sz="1800" dirty="0">
                <a:solidFill>
                  <a:srgbClr val="000000"/>
                </a:solidFill>
                <a:highlight>
                  <a:srgbClr val="FFFFFF"/>
                </a:highlight>
                <a:latin typeface="Cascadia Mono" panose="020B0609020000020004" pitchFamily="49" charset="0"/>
              </a:rPr>
              <a:t> Home() {</a:t>
            </a:r>
          </a:p>
          <a:p>
            <a:r>
              <a:rPr lang="pt-BR" sz="1800" dirty="0">
                <a:solidFill>
                  <a:srgbClr val="000000"/>
                </a:solidFill>
                <a:highlight>
                  <a:srgbClr val="FFFFFF"/>
                </a:highlight>
                <a:latin typeface="Cascadia Mono" panose="020B0609020000020004" pitchFamily="49" charset="0"/>
              </a:rPr>
              <a:t>    </a:t>
            </a:r>
            <a:r>
              <a:rPr lang="pt-BR" sz="1800" dirty="0">
                <a:solidFill>
                  <a:srgbClr val="2B91AF"/>
                </a:solidFill>
                <a:highlight>
                  <a:srgbClr val="FFFFFF"/>
                </a:highlight>
                <a:latin typeface="Cascadia Mono" panose="020B0609020000020004" pitchFamily="49" charset="0"/>
              </a:rPr>
              <a:t>console</a:t>
            </a:r>
            <a:r>
              <a:rPr lang="pt-BR" sz="1800" dirty="0">
                <a:solidFill>
                  <a:srgbClr val="000000"/>
                </a:solidFill>
                <a:highlight>
                  <a:srgbClr val="FFFFFF"/>
                </a:highlight>
                <a:latin typeface="Cascadia Mono" panose="020B0609020000020004" pitchFamily="49" charset="0"/>
              </a:rPr>
              <a:t>.log(</a:t>
            </a:r>
            <a:r>
              <a:rPr lang="pt-BR" sz="1800" dirty="0">
                <a:solidFill>
                  <a:srgbClr val="A31515"/>
                </a:solidFill>
                <a:highlight>
                  <a:srgbClr val="FFFFFF"/>
                </a:highlight>
                <a:latin typeface="Cascadia Mono" panose="020B0609020000020004" pitchFamily="49" charset="0"/>
              </a:rPr>
              <a:t>Componente renderizado'</a:t>
            </a:r>
            <a:r>
              <a:rPr lang="pt-BR" sz="1800" dirty="0">
                <a:solidFill>
                  <a:srgbClr val="000000"/>
                </a:solidFill>
                <a:highlight>
                  <a:srgbClr val="FFFFFF"/>
                </a:highlight>
                <a:latin typeface="Cascadia Mono" panose="020B0609020000020004" pitchFamily="49" charset="0"/>
              </a:rPr>
              <a:t>);</a:t>
            </a:r>
          </a:p>
          <a:p>
            <a:r>
              <a:rPr lang="pt-BR" sz="1800" dirty="0">
                <a:solidFill>
                  <a:srgbClr val="000000"/>
                </a:solidFill>
                <a:highlight>
                  <a:srgbClr val="FFFFFF"/>
                </a:highlight>
                <a:latin typeface="Cascadia Mono" panose="020B0609020000020004" pitchFamily="49" charset="0"/>
              </a:rPr>
              <a:t>    </a:t>
            </a:r>
            <a:r>
              <a:rPr lang="pt-BR" sz="1800" dirty="0" err="1">
                <a:solidFill>
                  <a:srgbClr val="0000FF"/>
                </a:solidFill>
                <a:highlight>
                  <a:srgbClr val="FFFFFF"/>
                </a:highlight>
                <a:latin typeface="Cascadia Mono" panose="020B0609020000020004" pitchFamily="49" charset="0"/>
              </a:rPr>
              <a:t>return</a:t>
            </a:r>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&lt;&gt;</a:t>
            </a:r>
            <a:endParaRPr lang="pt-BR" sz="1800" dirty="0">
              <a:solidFill>
                <a:srgbClr val="555555"/>
              </a:solidFill>
              <a:highlight>
                <a:srgbClr val="FFFFFF"/>
              </a:highlight>
              <a:latin typeface="Cascadia Mono" panose="020B0609020000020004" pitchFamily="49" charset="0"/>
            </a:endParaRPr>
          </a:p>
          <a:p>
            <a:r>
              <a:rPr lang="pt-BR" sz="1800" dirty="0">
                <a:solidFill>
                  <a:srgbClr val="555555"/>
                </a:solidFill>
                <a:highlight>
                  <a:srgbClr val="FFFFFF"/>
                </a:highlight>
                <a:latin typeface="Cascadia Mono" panose="020B0609020000020004" pitchFamily="49" charset="0"/>
              </a:rPr>
              <a:t>            Componente</a:t>
            </a:r>
          </a:p>
          <a:p>
            <a:r>
              <a:rPr lang="pt-BR" sz="1800" dirty="0">
                <a:solidFill>
                  <a:srgbClr val="0000FF"/>
                </a:solidFill>
                <a:highlight>
                  <a:srgbClr val="FFFFFF"/>
                </a:highlight>
                <a:latin typeface="Cascadia Mono" panose="020B0609020000020004" pitchFamily="49" charset="0"/>
              </a:rPr>
              <a:t>        &lt;/&gt;</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a:t>
            </a:r>
            <a:endParaRPr lang="pt-BR" dirty="0"/>
          </a:p>
        </p:txBody>
      </p:sp>
      <p:sp>
        <p:nvSpPr>
          <p:cNvPr id="8" name="Espaço Reservado para Conteúdo 5">
            <a:extLst>
              <a:ext uri="{FF2B5EF4-FFF2-40B4-BE49-F238E27FC236}">
                <a16:creationId xmlns:a16="http://schemas.microsoft.com/office/drawing/2014/main" id="{12C99066-9B0B-D374-65AF-7DB206DC8788}"/>
              </a:ext>
            </a:extLst>
          </p:cNvPr>
          <p:cNvSpPr>
            <a:spLocks noGrp="1"/>
          </p:cNvSpPr>
          <p:nvPr>
            <p:ph idx="1"/>
          </p:nvPr>
        </p:nvSpPr>
        <p:spPr>
          <a:xfrm>
            <a:off x="676656" y="4932218"/>
            <a:ext cx="10753725" cy="1426249"/>
          </a:xfrm>
        </p:spPr>
        <p:txBody>
          <a:bodyPr vert="horz" lIns="91440" tIns="45720" rIns="91440" bIns="45720" rtlCol="0" anchor="t">
            <a:normAutofit/>
          </a:bodyPr>
          <a:lstStyle/>
          <a:p>
            <a:pPr marL="0" indent="0" algn="just">
              <a:buNone/>
              <a:tabLst>
                <a:tab pos="0" algn="l"/>
              </a:tabLst>
            </a:pPr>
            <a:r>
              <a:rPr lang="pt-BR" sz="3200" spc="-1" dirty="0">
                <a:solidFill>
                  <a:schemeClr val="tx1"/>
                </a:solidFill>
                <a:latin typeface="Calibri Light" panose="020F0302020204030204"/>
              </a:rPr>
              <a:t>O mesmo acontece para o código a seguir.</a:t>
            </a: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1908483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ABAB086-FAF2-3D0F-3F30-00ED0C855F3D}"/>
              </a:ext>
            </a:extLst>
          </p:cNvPr>
          <p:cNvSpPr txBox="1"/>
          <p:nvPr/>
        </p:nvSpPr>
        <p:spPr>
          <a:xfrm>
            <a:off x="762000" y="1859339"/>
            <a:ext cx="8539017" cy="5016758"/>
          </a:xfrm>
          <a:prstGeom prst="rect">
            <a:avLst/>
          </a:prstGeom>
          <a:noFill/>
        </p:spPr>
        <p:txBody>
          <a:bodyPr wrap="square">
            <a:spAutoFit/>
          </a:bodyPr>
          <a:lstStyle/>
          <a:p>
            <a:r>
              <a:rPr lang="pt-BR" sz="1600" dirty="0">
                <a:solidFill>
                  <a:srgbClr val="A31515"/>
                </a:solidFill>
                <a:highlight>
                  <a:srgbClr val="FFFFFF"/>
                </a:highlight>
                <a:latin typeface="Cascadia Mono" panose="020B0609020000020004" pitchFamily="49" charset="0"/>
              </a:rPr>
              <a:t>'use </a:t>
            </a:r>
            <a:r>
              <a:rPr lang="pt-BR" sz="1600" dirty="0" err="1">
                <a:solidFill>
                  <a:srgbClr val="A31515"/>
                </a:solidFill>
                <a:highlight>
                  <a:srgbClr val="FFFFFF"/>
                </a:highlight>
                <a:latin typeface="Cascadia Mono" panose="020B0609020000020004" pitchFamily="49" charset="0"/>
              </a:rPr>
              <a:t>client</a:t>
            </a:r>
            <a:r>
              <a:rPr lang="pt-BR" sz="1600" dirty="0">
                <a:solidFill>
                  <a:srgbClr val="A31515"/>
                </a:solidFill>
                <a:highlight>
                  <a:srgbClr val="FFFFFF"/>
                </a:highlight>
                <a:latin typeface="Cascadia Mono" panose="020B0609020000020004" pitchFamily="49" charset="0"/>
              </a:rPr>
              <a:t>'</a:t>
            </a:r>
            <a:endParaRPr lang="pt-BR" sz="1600" dirty="0">
              <a:solidFill>
                <a:srgbClr val="000000"/>
              </a:solidFill>
              <a:highlight>
                <a:srgbClr val="FFFFFF"/>
              </a:highlight>
              <a:latin typeface="Cascadia Mono" panose="020B0609020000020004" pitchFamily="49" charset="0"/>
            </a:endParaRPr>
          </a:p>
          <a:p>
            <a:endParaRPr lang="pt-BR" sz="1600" dirty="0">
              <a:solidFill>
                <a:srgbClr val="000000"/>
              </a:solidFill>
              <a:highlight>
                <a:srgbClr val="FFFFFF"/>
              </a:highlight>
              <a:latin typeface="Cascadia Mono" panose="020B0609020000020004" pitchFamily="49" charset="0"/>
            </a:endParaRPr>
          </a:p>
          <a:p>
            <a:r>
              <a:rPr lang="pt-BR" sz="1600" dirty="0" err="1">
                <a:solidFill>
                  <a:srgbClr val="0000FF"/>
                </a:solidFill>
                <a:highlight>
                  <a:srgbClr val="FFFFFF"/>
                </a:highlight>
                <a:latin typeface="Cascadia Mono" panose="020B0609020000020004" pitchFamily="49" charset="0"/>
              </a:rPr>
              <a:t>export</a:t>
            </a:r>
            <a:r>
              <a:rPr lang="pt-BR" sz="1600" dirty="0">
                <a:solidFill>
                  <a:srgbClr val="0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default</a:t>
            </a:r>
            <a:r>
              <a:rPr lang="pt-BR" sz="1600" dirty="0">
                <a:solidFill>
                  <a:srgbClr val="000000"/>
                </a:solidFill>
                <a:highlight>
                  <a:srgbClr val="FFFFFF"/>
                </a:highlight>
                <a:latin typeface="Cascadia Mono" panose="020B0609020000020004" pitchFamily="49" charset="0"/>
              </a:rPr>
              <a:t> </a:t>
            </a:r>
            <a:r>
              <a:rPr lang="pt-BR" sz="1600" dirty="0" err="1">
                <a:solidFill>
                  <a:srgbClr val="0000FF"/>
                </a:solidFill>
                <a:highlight>
                  <a:srgbClr val="FFFFFF"/>
                </a:highlight>
                <a:latin typeface="Cascadia Mono" panose="020B0609020000020004" pitchFamily="49" charset="0"/>
              </a:rPr>
              <a:t>function</a:t>
            </a:r>
            <a:r>
              <a:rPr lang="pt-BR" sz="1600" dirty="0">
                <a:solidFill>
                  <a:srgbClr val="000000"/>
                </a:solidFill>
                <a:highlight>
                  <a:srgbClr val="FFFFFF"/>
                </a:highlight>
                <a:latin typeface="Cascadia Mono" panose="020B0609020000020004" pitchFamily="49" charset="0"/>
              </a:rPr>
              <a:t> Home() {</a:t>
            </a:r>
          </a:p>
          <a:p>
            <a:r>
              <a:rPr lang="pt-BR" sz="1600" dirty="0">
                <a:solidFill>
                  <a:srgbClr val="000000"/>
                </a:solidFill>
                <a:highlight>
                  <a:srgbClr val="FFFFFF"/>
                </a:highlight>
                <a:latin typeface="Cascadia Mono" panose="020B0609020000020004" pitchFamily="49" charset="0"/>
              </a:rPr>
              <a:t>    </a:t>
            </a:r>
            <a:r>
              <a:rPr lang="pt-BR" sz="1600" dirty="0">
                <a:solidFill>
                  <a:srgbClr val="2B91AF"/>
                </a:solidFill>
                <a:highlight>
                  <a:srgbClr val="FFFFFF"/>
                </a:highlight>
                <a:latin typeface="Cascadia Mono" panose="020B0609020000020004" pitchFamily="49" charset="0"/>
              </a:rPr>
              <a:t>console</a:t>
            </a:r>
            <a:r>
              <a:rPr lang="pt-BR" sz="1600" dirty="0">
                <a:solidFill>
                  <a:srgbClr val="000000"/>
                </a:solidFill>
                <a:highlight>
                  <a:srgbClr val="FFFFFF"/>
                </a:highlight>
                <a:latin typeface="Cascadia Mono" panose="020B0609020000020004" pitchFamily="49" charset="0"/>
              </a:rPr>
              <a:t>.log(</a:t>
            </a:r>
            <a:r>
              <a:rPr lang="pt-BR" sz="1600" dirty="0">
                <a:solidFill>
                  <a:srgbClr val="A31515"/>
                </a:solidFill>
                <a:highlight>
                  <a:srgbClr val="FFFFFF"/>
                </a:highlight>
                <a:latin typeface="Cascadia Mono" panose="020B0609020000020004" pitchFamily="49" charset="0"/>
              </a:rPr>
              <a:t>'Pai renderizado'</a:t>
            </a:r>
            <a:r>
              <a:rPr lang="pt-BR" sz="1600" dirty="0">
                <a:solidFill>
                  <a:srgbClr val="000000"/>
                </a:solidFill>
                <a:highlight>
                  <a:srgbClr val="FFFFFF"/>
                </a:highlight>
                <a:latin typeface="Cascadia Mono" panose="020B0609020000020004" pitchFamily="49" charset="0"/>
              </a:rPr>
              <a:t>);</a:t>
            </a:r>
          </a:p>
          <a:p>
            <a:r>
              <a:rPr lang="pt-BR" sz="1600" dirty="0">
                <a:solidFill>
                  <a:srgbClr val="000000"/>
                </a:solidFill>
                <a:highlight>
                  <a:srgbClr val="FFFFFF"/>
                </a:highlight>
                <a:latin typeface="Cascadia Mono" panose="020B0609020000020004" pitchFamily="49" charset="0"/>
              </a:rPr>
              <a:t>    </a:t>
            </a:r>
            <a:r>
              <a:rPr lang="pt-BR" sz="1600" dirty="0" err="1">
                <a:solidFill>
                  <a:srgbClr val="0000FF"/>
                </a:solidFill>
                <a:highlight>
                  <a:srgbClr val="FFFFFF"/>
                </a:highlight>
                <a:latin typeface="Cascadia Mono" panose="020B0609020000020004" pitchFamily="49" charset="0"/>
              </a:rPr>
              <a:t>return</a:t>
            </a:r>
            <a:r>
              <a:rPr lang="pt-BR" sz="1600" dirty="0">
                <a:solidFill>
                  <a:srgbClr val="000000"/>
                </a:solidFill>
                <a:highlight>
                  <a:srgbClr val="FFFFFF"/>
                </a:highlight>
                <a:latin typeface="Cascadia Mono" panose="020B0609020000020004" pitchFamily="49" charset="0"/>
              </a:rPr>
              <a:t> (</a:t>
            </a:r>
          </a:p>
          <a:p>
            <a:r>
              <a:rPr lang="pt-BR" sz="1600" dirty="0">
                <a:solidFill>
                  <a:srgbClr val="0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Componente pai</a:t>
            </a: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a:t>
            </a:r>
            <a:r>
              <a:rPr lang="pt-BR" sz="1600" dirty="0">
                <a:solidFill>
                  <a:srgbClr val="2B91AF"/>
                </a:solidFill>
                <a:highlight>
                  <a:srgbClr val="FFFFFF"/>
                </a:highlight>
                <a:latin typeface="Cascadia Mono" panose="020B0609020000020004" pitchFamily="49" charset="0"/>
              </a:rPr>
              <a:t>Filho</a:t>
            </a:r>
            <a:r>
              <a:rPr lang="pt-BR" sz="1600" dirty="0">
                <a:solidFill>
                  <a:srgbClr val="8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&lt;/&gt;</a:t>
            </a:r>
            <a:endParaRPr lang="pt-BR" sz="1600" dirty="0">
              <a:solidFill>
                <a:srgbClr val="000000"/>
              </a:solidFill>
              <a:highlight>
                <a:srgbClr val="FFFFFF"/>
              </a:highlight>
              <a:latin typeface="Cascadia Mono" panose="020B0609020000020004" pitchFamily="49" charset="0"/>
            </a:endParaRPr>
          </a:p>
          <a:p>
            <a:r>
              <a:rPr lang="pt-BR" sz="1600" dirty="0">
                <a:solidFill>
                  <a:srgbClr val="000000"/>
                </a:solidFill>
                <a:highlight>
                  <a:srgbClr val="FFFFFF"/>
                </a:highlight>
                <a:latin typeface="Cascadia Mono" panose="020B0609020000020004" pitchFamily="49" charset="0"/>
              </a:rPr>
              <a:t>    )</a:t>
            </a:r>
          </a:p>
          <a:p>
            <a:r>
              <a:rPr lang="pt-BR" sz="1600" dirty="0">
                <a:solidFill>
                  <a:srgbClr val="000000"/>
                </a:solidFill>
                <a:highlight>
                  <a:srgbClr val="FFFFFF"/>
                </a:highlight>
                <a:latin typeface="Cascadia Mono" panose="020B0609020000020004" pitchFamily="49" charset="0"/>
              </a:rPr>
              <a:t>}</a:t>
            </a:r>
          </a:p>
          <a:p>
            <a:endParaRPr lang="pt-BR" sz="1600" dirty="0">
              <a:solidFill>
                <a:srgbClr val="000000"/>
              </a:solidFill>
              <a:highlight>
                <a:srgbClr val="FFFFFF"/>
              </a:highlight>
              <a:latin typeface="Cascadia Mono" panose="020B0609020000020004" pitchFamily="49" charset="0"/>
            </a:endParaRPr>
          </a:p>
          <a:p>
            <a:r>
              <a:rPr lang="pt-BR" sz="1600" dirty="0" err="1">
                <a:solidFill>
                  <a:srgbClr val="0000FF"/>
                </a:solidFill>
                <a:highlight>
                  <a:srgbClr val="FFFFFF"/>
                </a:highlight>
                <a:latin typeface="Cascadia Mono" panose="020B0609020000020004" pitchFamily="49" charset="0"/>
              </a:rPr>
              <a:t>function</a:t>
            </a:r>
            <a:r>
              <a:rPr lang="pt-BR" sz="1600" dirty="0">
                <a:solidFill>
                  <a:srgbClr val="000000"/>
                </a:solidFill>
                <a:highlight>
                  <a:srgbClr val="FFFFFF"/>
                </a:highlight>
                <a:latin typeface="Cascadia Mono" panose="020B0609020000020004" pitchFamily="49" charset="0"/>
              </a:rPr>
              <a:t> Filho() {</a:t>
            </a:r>
          </a:p>
          <a:p>
            <a:r>
              <a:rPr lang="pt-BR" sz="1600" dirty="0">
                <a:solidFill>
                  <a:srgbClr val="000000"/>
                </a:solidFill>
                <a:highlight>
                  <a:srgbClr val="FFFFFF"/>
                </a:highlight>
                <a:latin typeface="Cascadia Mono" panose="020B0609020000020004" pitchFamily="49" charset="0"/>
              </a:rPr>
              <a:t>    </a:t>
            </a:r>
            <a:r>
              <a:rPr lang="pt-BR" sz="1600" dirty="0">
                <a:solidFill>
                  <a:srgbClr val="2B91AF"/>
                </a:solidFill>
                <a:highlight>
                  <a:srgbClr val="FFFFFF"/>
                </a:highlight>
                <a:latin typeface="Cascadia Mono" panose="020B0609020000020004" pitchFamily="49" charset="0"/>
              </a:rPr>
              <a:t>console</a:t>
            </a:r>
            <a:r>
              <a:rPr lang="pt-BR" sz="1600" dirty="0">
                <a:solidFill>
                  <a:srgbClr val="000000"/>
                </a:solidFill>
                <a:highlight>
                  <a:srgbClr val="FFFFFF"/>
                </a:highlight>
                <a:latin typeface="Cascadia Mono" panose="020B0609020000020004" pitchFamily="49" charset="0"/>
              </a:rPr>
              <a:t>.log(</a:t>
            </a:r>
            <a:r>
              <a:rPr lang="pt-BR" sz="1600" dirty="0">
                <a:solidFill>
                  <a:srgbClr val="A31515"/>
                </a:solidFill>
                <a:highlight>
                  <a:srgbClr val="FFFFFF"/>
                </a:highlight>
                <a:latin typeface="Cascadia Mono" panose="020B0609020000020004" pitchFamily="49" charset="0"/>
              </a:rPr>
              <a:t>'Filho renderizado'</a:t>
            </a:r>
            <a:r>
              <a:rPr lang="pt-BR" sz="1600" dirty="0">
                <a:solidFill>
                  <a:srgbClr val="000000"/>
                </a:solidFill>
                <a:highlight>
                  <a:srgbClr val="FFFFFF"/>
                </a:highlight>
                <a:latin typeface="Cascadia Mono" panose="020B0609020000020004" pitchFamily="49" charset="0"/>
              </a:rPr>
              <a:t>);</a:t>
            </a:r>
          </a:p>
          <a:p>
            <a:r>
              <a:rPr lang="pt-BR" sz="1600" dirty="0">
                <a:solidFill>
                  <a:srgbClr val="000000"/>
                </a:solidFill>
                <a:highlight>
                  <a:srgbClr val="FFFFFF"/>
                </a:highlight>
                <a:latin typeface="Cascadia Mono" panose="020B0609020000020004" pitchFamily="49" charset="0"/>
              </a:rPr>
              <a:t>    </a:t>
            </a:r>
            <a:r>
              <a:rPr lang="pt-BR" sz="1600" dirty="0" err="1">
                <a:solidFill>
                  <a:srgbClr val="0000FF"/>
                </a:solidFill>
                <a:highlight>
                  <a:srgbClr val="FFFFFF"/>
                </a:highlight>
                <a:latin typeface="Cascadia Mono" panose="020B0609020000020004" pitchFamily="49" charset="0"/>
              </a:rPr>
              <a:t>return</a:t>
            </a:r>
            <a:r>
              <a:rPr lang="pt-BR" sz="1600" dirty="0">
                <a:solidFill>
                  <a:srgbClr val="000000"/>
                </a:solidFill>
                <a:highlight>
                  <a:srgbClr val="FFFFFF"/>
                </a:highlight>
                <a:latin typeface="Cascadia Mono" panose="020B0609020000020004" pitchFamily="49" charset="0"/>
              </a:rPr>
              <a:t> (</a:t>
            </a:r>
          </a:p>
          <a:p>
            <a:r>
              <a:rPr lang="pt-BR" sz="1600" dirty="0">
                <a:solidFill>
                  <a:srgbClr val="000000"/>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&lt;&gt;</a:t>
            </a:r>
            <a:endParaRPr lang="pt-BR" sz="1600" dirty="0">
              <a:solidFill>
                <a:srgbClr val="555555"/>
              </a:solidFill>
              <a:highlight>
                <a:srgbClr val="FFFFFF"/>
              </a:highlight>
              <a:latin typeface="Cascadia Mono" panose="020B0609020000020004" pitchFamily="49" charset="0"/>
            </a:endParaRPr>
          </a:p>
          <a:p>
            <a:r>
              <a:rPr lang="pt-BR" sz="1600" dirty="0">
                <a:solidFill>
                  <a:srgbClr val="555555"/>
                </a:solidFill>
                <a:highlight>
                  <a:srgbClr val="FFFFFF"/>
                </a:highlight>
                <a:latin typeface="Cascadia Mono" panose="020B0609020000020004" pitchFamily="49" charset="0"/>
              </a:rPr>
              <a:t>            Componente filho</a:t>
            </a:r>
          </a:p>
          <a:p>
            <a:r>
              <a:rPr lang="pt-BR" sz="1600" dirty="0">
                <a:solidFill>
                  <a:srgbClr val="555555"/>
                </a:solidFill>
                <a:highlight>
                  <a:srgbClr val="FFFFFF"/>
                </a:highlight>
                <a:latin typeface="Cascadia Mono" panose="020B0609020000020004" pitchFamily="49" charset="0"/>
              </a:rPr>
              <a:t>        </a:t>
            </a:r>
            <a:r>
              <a:rPr lang="pt-BR" sz="1600" dirty="0">
                <a:solidFill>
                  <a:srgbClr val="0000FF"/>
                </a:solidFill>
                <a:highlight>
                  <a:srgbClr val="FFFFFF"/>
                </a:highlight>
                <a:latin typeface="Cascadia Mono" panose="020B0609020000020004" pitchFamily="49" charset="0"/>
              </a:rPr>
              <a:t>&lt;/&gt;</a:t>
            </a:r>
            <a:endParaRPr lang="pt-BR" sz="1600" dirty="0">
              <a:solidFill>
                <a:srgbClr val="000000"/>
              </a:solidFill>
              <a:highlight>
                <a:srgbClr val="FFFFFF"/>
              </a:highlight>
              <a:latin typeface="Cascadia Mono" panose="020B0609020000020004" pitchFamily="49" charset="0"/>
            </a:endParaRPr>
          </a:p>
          <a:p>
            <a:r>
              <a:rPr lang="pt-BR" sz="1600" dirty="0">
                <a:solidFill>
                  <a:srgbClr val="000000"/>
                </a:solidFill>
                <a:highlight>
                  <a:srgbClr val="FFFFFF"/>
                </a:highlight>
                <a:latin typeface="Cascadia Mono" panose="020B0609020000020004" pitchFamily="49" charset="0"/>
              </a:rPr>
              <a:t>    )</a:t>
            </a:r>
          </a:p>
          <a:p>
            <a:r>
              <a:rPr lang="pt-BR" sz="1600" dirty="0">
                <a:solidFill>
                  <a:srgbClr val="000000"/>
                </a:solidFill>
                <a:highlight>
                  <a:srgbClr val="FFFFFF"/>
                </a:highlight>
                <a:latin typeface="Cascadia Mono" panose="020B0609020000020004" pitchFamily="49" charset="0"/>
              </a:rPr>
              <a:t>}</a:t>
            </a:r>
            <a:endParaRPr lang="pt-BR" sz="1600" dirty="0"/>
          </a:p>
        </p:txBody>
      </p:sp>
    </p:spTree>
    <p:extLst>
      <p:ext uri="{BB962C8B-B14F-4D97-AF65-F5344CB8AC3E}">
        <p14:creationId xmlns:p14="http://schemas.microsoft.com/office/powerpoint/2010/main" val="699240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b="0" strike="noStrike" spc="-1" dirty="0">
                <a:solidFill>
                  <a:schemeClr val="tx1"/>
                </a:solidFill>
                <a:latin typeface="Calibri Light" panose="020F0302020204030204"/>
              </a:rPr>
              <a:t>Lembre-se que o código Javascript de um componente é executado em algumas situações:</a:t>
            </a:r>
          </a:p>
          <a:p>
            <a:pPr marL="1081088" lvl="2" indent="-547688" algn="just">
              <a:buFont typeface="Arial" panose="020B0604020202020204" pitchFamily="34" charset="0"/>
              <a:buChar char="•"/>
              <a:tabLst>
                <a:tab pos="0" algn="l"/>
              </a:tabLst>
            </a:pPr>
            <a:r>
              <a:rPr lang="pt-BR" sz="2800" i="0" spc="-1" dirty="0">
                <a:solidFill>
                  <a:schemeClr val="tx1"/>
                </a:solidFill>
                <a:latin typeface="Calibri Light" panose="020F0302020204030204"/>
              </a:rPr>
              <a:t>Quando o componente é montado;</a:t>
            </a:r>
          </a:p>
          <a:p>
            <a:pPr marL="1081088" lvl="2" indent="-547688" algn="just">
              <a:buFont typeface="Arial" panose="020B0604020202020204" pitchFamily="34" charset="0"/>
              <a:buChar char="•"/>
              <a:tabLst>
                <a:tab pos="0" algn="l"/>
              </a:tabLst>
            </a:pPr>
            <a:r>
              <a:rPr lang="pt-BR" sz="2800" b="0" i="0" strike="noStrike" spc="-1" dirty="0">
                <a:solidFill>
                  <a:schemeClr val="tx1"/>
                </a:solidFill>
                <a:latin typeface="Calibri Light" panose="020F0302020204030204"/>
              </a:rPr>
              <a:t>Quando algum estado do componente é atualizado.</a:t>
            </a:r>
          </a:p>
          <a:p>
            <a:pPr marL="92075" lvl="2" indent="0" algn="just">
              <a:buNone/>
              <a:tabLst>
                <a:tab pos="0" algn="l"/>
              </a:tabLst>
            </a:pPr>
            <a:endParaRPr lang="pt-BR" sz="2800" b="0" i="0" strike="noStrike" spc="-1" dirty="0">
              <a:solidFill>
                <a:schemeClr val="tx1"/>
              </a:solidFill>
              <a:latin typeface="Calibri Light" panose="020F0302020204030204"/>
            </a:endParaRPr>
          </a:p>
          <a:p>
            <a:pPr marL="0" indent="0" algn="just">
              <a:buNone/>
              <a:tabLst>
                <a:tab pos="0" algn="l"/>
              </a:tabLst>
            </a:pPr>
            <a:r>
              <a:rPr lang="pt-BR" sz="3200" b="0" strike="noStrike" spc="-1" dirty="0">
                <a:solidFill>
                  <a:schemeClr val="tx1"/>
                </a:solidFill>
                <a:latin typeface="Calibri Light" panose="020F0302020204030204"/>
              </a:rPr>
              <a:t>Dessa forma, caso o componente pai do código anterior tenha um valor de estado, os códigos Javascript de ambos pai e filho serão executados nessas situações.</a:t>
            </a:r>
          </a:p>
        </p:txBody>
      </p:sp>
    </p:spTree>
    <p:extLst>
      <p:ext uri="{BB962C8B-B14F-4D97-AF65-F5344CB8AC3E}">
        <p14:creationId xmlns:p14="http://schemas.microsoft.com/office/powerpoint/2010/main" val="116065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ABAB086-FAF2-3D0F-3F30-00ED0C855F3D}"/>
              </a:ext>
            </a:extLst>
          </p:cNvPr>
          <p:cNvSpPr txBox="1"/>
          <p:nvPr/>
        </p:nvSpPr>
        <p:spPr>
          <a:xfrm>
            <a:off x="762000" y="1859339"/>
            <a:ext cx="10958945" cy="4708981"/>
          </a:xfrm>
          <a:prstGeom prst="rect">
            <a:avLst/>
          </a:prstGeom>
          <a:noFill/>
        </p:spPr>
        <p:txBody>
          <a:bodyPr wrap="square">
            <a:spAutoFit/>
          </a:bodyPr>
          <a:lstStyle/>
          <a:p>
            <a:r>
              <a:rPr lang="pt-BR" sz="1200" dirty="0">
                <a:solidFill>
                  <a:srgbClr val="A31515"/>
                </a:solidFill>
                <a:highlight>
                  <a:srgbClr val="FFFFFF"/>
                </a:highlight>
                <a:latin typeface="Cascadia Mono" panose="020B0609020000020004" pitchFamily="49" charset="0"/>
              </a:rPr>
              <a:t>'use </a:t>
            </a:r>
            <a:r>
              <a:rPr lang="pt-BR" sz="1200" dirty="0" err="1">
                <a:solidFill>
                  <a:srgbClr val="A31515"/>
                </a:solidFill>
                <a:highlight>
                  <a:srgbClr val="FFFFFF"/>
                </a:highlight>
                <a:latin typeface="Cascadia Mono" panose="020B0609020000020004" pitchFamily="49" charset="0"/>
              </a:rPr>
              <a:t>client</a:t>
            </a:r>
            <a:r>
              <a:rPr lang="pt-BR" sz="1200" dirty="0">
                <a:solidFill>
                  <a:srgbClr val="A31515"/>
                </a:solidFill>
                <a:highlight>
                  <a:srgbClr val="FFFFFF"/>
                </a:highlight>
                <a:latin typeface="Cascadia Mono" panose="020B0609020000020004" pitchFamily="49" charset="0"/>
              </a:rPr>
              <a:t>'</a:t>
            </a:r>
            <a:endParaRPr lang="pt-BR" sz="1200" dirty="0">
              <a:solidFill>
                <a:srgbClr val="000000"/>
              </a:solidFill>
              <a:highlight>
                <a:srgbClr val="FFFFFF"/>
              </a:highlight>
              <a:latin typeface="Cascadia Mono" panose="020B0609020000020004" pitchFamily="49" charset="0"/>
            </a:endParaRPr>
          </a:p>
          <a:p>
            <a:endParaRPr lang="pt-BR" sz="1200" dirty="0">
              <a:solidFill>
                <a:srgbClr val="000000"/>
              </a:solidFill>
              <a:highlight>
                <a:srgbClr val="FFFFFF"/>
              </a:highlight>
              <a:latin typeface="Cascadia Mono" panose="020B0609020000020004" pitchFamily="49" charset="0"/>
            </a:endParaRPr>
          </a:p>
          <a:p>
            <a:r>
              <a:rPr lang="pt-BR" sz="1200" dirty="0" err="1">
                <a:solidFill>
                  <a:srgbClr val="0000FF"/>
                </a:solidFill>
                <a:highlight>
                  <a:srgbClr val="FFFFFF"/>
                </a:highlight>
                <a:latin typeface="Cascadia Mono" panose="020B0609020000020004" pitchFamily="49" charset="0"/>
              </a:rPr>
              <a:t>import</a:t>
            </a:r>
            <a:r>
              <a:rPr lang="pt-BR" sz="1200" dirty="0">
                <a:solidFill>
                  <a:srgbClr val="000000"/>
                </a:solidFill>
                <a:highlight>
                  <a:srgbClr val="FFFFFF"/>
                </a:highlight>
                <a:latin typeface="Cascadia Mono" panose="020B0609020000020004" pitchFamily="49" charset="0"/>
              </a:rPr>
              <a:t> { </a:t>
            </a:r>
            <a:r>
              <a:rPr lang="pt-BR" sz="1200" dirty="0" err="1">
                <a:solidFill>
                  <a:srgbClr val="000000"/>
                </a:solidFill>
                <a:highlight>
                  <a:srgbClr val="FFFFFF"/>
                </a:highlight>
                <a:latin typeface="Cascadia Mono" panose="020B0609020000020004" pitchFamily="49" charset="0"/>
              </a:rPr>
              <a:t>useState</a:t>
            </a:r>
            <a:r>
              <a:rPr lang="pt-BR" sz="1200" dirty="0">
                <a:solidFill>
                  <a:srgbClr val="000000"/>
                </a:solidFill>
                <a:highlight>
                  <a:srgbClr val="FFFFFF"/>
                </a:highlight>
                <a:latin typeface="Cascadia Mono" panose="020B0609020000020004" pitchFamily="49" charset="0"/>
              </a:rPr>
              <a:t> } </a:t>
            </a:r>
            <a:r>
              <a:rPr lang="pt-BR" sz="1200" dirty="0" err="1">
                <a:solidFill>
                  <a:srgbClr val="0000FF"/>
                </a:solidFill>
                <a:highlight>
                  <a:srgbClr val="FFFFFF"/>
                </a:highlight>
                <a:latin typeface="Cascadia Mono" panose="020B0609020000020004" pitchFamily="49" charset="0"/>
              </a:rPr>
              <a:t>from</a:t>
            </a:r>
            <a:r>
              <a:rPr lang="pt-BR" sz="1200" dirty="0">
                <a:solidFill>
                  <a:srgbClr val="000000"/>
                </a:solidFill>
                <a:highlight>
                  <a:srgbClr val="FFFFFF"/>
                </a:highlight>
                <a:latin typeface="Cascadia Mono" panose="020B0609020000020004" pitchFamily="49" charset="0"/>
              </a:rPr>
              <a:t> </a:t>
            </a:r>
            <a:r>
              <a:rPr lang="pt-BR" sz="1200" dirty="0">
                <a:solidFill>
                  <a:srgbClr val="A31515"/>
                </a:solidFill>
                <a:highlight>
                  <a:srgbClr val="FFFFFF"/>
                </a:highlight>
                <a:latin typeface="Cascadia Mono" panose="020B0609020000020004" pitchFamily="49" charset="0"/>
              </a:rPr>
              <a:t>"</a:t>
            </a:r>
            <a:r>
              <a:rPr lang="pt-BR" sz="1200" dirty="0" err="1">
                <a:solidFill>
                  <a:srgbClr val="A31515"/>
                </a:solidFill>
                <a:highlight>
                  <a:srgbClr val="FFFFFF"/>
                </a:highlight>
                <a:latin typeface="Cascadia Mono" panose="020B0609020000020004" pitchFamily="49" charset="0"/>
              </a:rPr>
              <a:t>react</a:t>
            </a:r>
            <a:r>
              <a:rPr lang="pt-BR" sz="1200" dirty="0">
                <a:solidFill>
                  <a:srgbClr val="A31515"/>
                </a:solidFill>
                <a:highlight>
                  <a:srgbClr val="FFFFFF"/>
                </a:highlight>
                <a:latin typeface="Cascadia Mono" panose="020B0609020000020004" pitchFamily="49" charset="0"/>
              </a:rPr>
              <a:t>"</a:t>
            </a:r>
            <a:r>
              <a:rPr lang="pt-BR" sz="1200" dirty="0">
                <a:solidFill>
                  <a:srgbClr val="000000"/>
                </a:solidFill>
                <a:highlight>
                  <a:srgbClr val="FFFFFF"/>
                </a:highlight>
                <a:latin typeface="Cascadia Mono" panose="020B0609020000020004" pitchFamily="49" charset="0"/>
              </a:rPr>
              <a:t>;</a:t>
            </a:r>
          </a:p>
          <a:p>
            <a:endParaRPr lang="pt-BR" sz="1200" dirty="0">
              <a:solidFill>
                <a:srgbClr val="000000"/>
              </a:solidFill>
              <a:highlight>
                <a:srgbClr val="FFFFFF"/>
              </a:highlight>
              <a:latin typeface="Cascadia Mono" panose="020B0609020000020004" pitchFamily="49" charset="0"/>
            </a:endParaRPr>
          </a:p>
          <a:p>
            <a:r>
              <a:rPr lang="pt-BR" sz="1200" dirty="0" err="1">
                <a:solidFill>
                  <a:srgbClr val="0000FF"/>
                </a:solidFill>
                <a:highlight>
                  <a:srgbClr val="FFFFFF"/>
                </a:highlight>
                <a:latin typeface="Cascadia Mono" panose="020B0609020000020004" pitchFamily="49" charset="0"/>
              </a:rPr>
              <a:t>export</a:t>
            </a:r>
            <a:r>
              <a:rPr lang="pt-BR" sz="1200" dirty="0">
                <a:solidFill>
                  <a:srgbClr val="0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default</a:t>
            </a:r>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function</a:t>
            </a:r>
            <a:r>
              <a:rPr lang="pt-BR" sz="1200" dirty="0">
                <a:solidFill>
                  <a:srgbClr val="000000"/>
                </a:solidFill>
                <a:highlight>
                  <a:srgbClr val="FFFFFF"/>
                </a:highlight>
                <a:latin typeface="Cascadia Mono" panose="020B0609020000020004" pitchFamily="49" charset="0"/>
              </a:rPr>
              <a:t> Home() {</a:t>
            </a:r>
          </a:p>
          <a:p>
            <a:r>
              <a:rPr lang="pt-BR" sz="1200" dirty="0">
                <a:solidFill>
                  <a:srgbClr val="000000"/>
                </a:solidFill>
                <a:highlight>
                  <a:srgbClr val="FFFFFF"/>
                </a:highlight>
                <a:latin typeface="Cascadia Mono" panose="020B0609020000020004" pitchFamily="49" charset="0"/>
              </a:rPr>
              <a:t>    </a:t>
            </a:r>
            <a:r>
              <a:rPr lang="pt-BR" sz="1200" dirty="0">
                <a:solidFill>
                  <a:srgbClr val="2B91AF"/>
                </a:solidFill>
                <a:highlight>
                  <a:srgbClr val="FFFFFF"/>
                </a:highlight>
                <a:latin typeface="Cascadia Mono" panose="020B0609020000020004" pitchFamily="49" charset="0"/>
              </a:rPr>
              <a:t>console</a:t>
            </a:r>
            <a:r>
              <a:rPr lang="pt-BR" sz="1200" dirty="0">
                <a:solidFill>
                  <a:srgbClr val="000000"/>
                </a:solidFill>
                <a:highlight>
                  <a:srgbClr val="FFFFFF"/>
                </a:highlight>
                <a:latin typeface="Cascadia Mono" panose="020B0609020000020004" pitchFamily="49" charset="0"/>
              </a:rPr>
              <a:t>.log(</a:t>
            </a:r>
            <a:r>
              <a:rPr lang="pt-BR" sz="1200" dirty="0">
                <a:solidFill>
                  <a:srgbClr val="A31515"/>
                </a:solidFill>
                <a:highlight>
                  <a:srgbClr val="FFFFFF"/>
                </a:highlight>
                <a:latin typeface="Cascadia Mono" panose="020B0609020000020004" pitchFamily="49" charset="0"/>
              </a:rPr>
              <a:t>'Pai renderizado'</a:t>
            </a:r>
            <a:r>
              <a:rPr lang="pt-BR" sz="1200" dirty="0">
                <a:solidFill>
                  <a:srgbClr val="000000"/>
                </a:solidFill>
                <a:highlight>
                  <a:srgbClr val="FFFFFF"/>
                </a:highlight>
                <a:latin typeface="Cascadia Mono" panose="020B0609020000020004" pitchFamily="49" charset="0"/>
              </a:rPr>
              <a:t>);</a:t>
            </a:r>
          </a:p>
          <a:p>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const</a:t>
            </a:r>
            <a:r>
              <a:rPr lang="pt-BR" sz="1200" dirty="0">
                <a:solidFill>
                  <a:srgbClr val="000000"/>
                </a:solidFill>
                <a:highlight>
                  <a:srgbClr val="FFFFFF"/>
                </a:highlight>
                <a:latin typeface="Cascadia Mono" panose="020B0609020000020004" pitchFamily="49" charset="0"/>
              </a:rPr>
              <a:t> [valor, </a:t>
            </a:r>
            <a:r>
              <a:rPr lang="pt-BR" sz="1200" dirty="0" err="1">
                <a:solidFill>
                  <a:srgbClr val="000000"/>
                </a:solidFill>
                <a:highlight>
                  <a:srgbClr val="FFFFFF"/>
                </a:highlight>
                <a:latin typeface="Cascadia Mono" panose="020B0609020000020004" pitchFamily="49" charset="0"/>
              </a:rPr>
              <a:t>setValor</a:t>
            </a:r>
            <a:r>
              <a:rPr lang="pt-BR" sz="1200" dirty="0">
                <a:solidFill>
                  <a:srgbClr val="000000"/>
                </a:solidFill>
                <a:highlight>
                  <a:srgbClr val="FFFFFF"/>
                </a:highlight>
                <a:latin typeface="Cascadia Mono" panose="020B0609020000020004" pitchFamily="49" charset="0"/>
              </a:rPr>
              <a:t>] = </a:t>
            </a:r>
            <a:r>
              <a:rPr lang="pt-BR" sz="1200" dirty="0" err="1">
                <a:solidFill>
                  <a:srgbClr val="000000"/>
                </a:solidFill>
                <a:highlight>
                  <a:srgbClr val="FFFFFF"/>
                </a:highlight>
                <a:latin typeface="Cascadia Mono" panose="020B0609020000020004" pitchFamily="49" charset="0"/>
              </a:rPr>
              <a:t>useState</a:t>
            </a:r>
            <a:r>
              <a:rPr lang="pt-BR" sz="1200" dirty="0">
                <a:solidFill>
                  <a:srgbClr val="000000"/>
                </a:solidFill>
                <a:highlight>
                  <a:srgbClr val="FFFFFF"/>
                </a:highlight>
                <a:latin typeface="Cascadia Mono" panose="020B0609020000020004" pitchFamily="49" charset="0"/>
              </a:rPr>
              <a:t>(0);</a:t>
            </a:r>
          </a:p>
          <a:p>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return</a:t>
            </a:r>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Componente pai clicado </a:t>
            </a:r>
            <a:r>
              <a:rPr lang="pt-BR" sz="1200" dirty="0">
                <a:solidFill>
                  <a:srgbClr val="000000"/>
                </a:solidFill>
                <a:highlight>
                  <a:srgbClr val="FFFFFF"/>
                </a:highlight>
                <a:latin typeface="Cascadia Mono" panose="020B0609020000020004" pitchFamily="49" charset="0"/>
              </a:rPr>
              <a:t>{valor}</a:t>
            </a:r>
            <a:r>
              <a:rPr lang="pt-BR" sz="1200" dirty="0">
                <a:solidFill>
                  <a:srgbClr val="555555"/>
                </a:solidFill>
                <a:highlight>
                  <a:srgbClr val="FFFFFF"/>
                </a:highlight>
                <a:latin typeface="Cascadia Mono" panose="020B0609020000020004" pitchFamily="49" charset="0"/>
              </a:rPr>
              <a:t> vezes</a:t>
            </a: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a:t>
            </a:r>
            <a:r>
              <a:rPr lang="pt-BR" sz="1200" dirty="0" err="1">
                <a:solidFill>
                  <a:srgbClr val="800000"/>
                </a:solidFill>
                <a:highlight>
                  <a:srgbClr val="FFFFFF"/>
                </a:highlight>
                <a:latin typeface="Cascadia Mono" panose="020B0609020000020004" pitchFamily="49" charset="0"/>
              </a:rPr>
              <a:t>button</a:t>
            </a:r>
            <a:r>
              <a:rPr lang="pt-BR" sz="1200" dirty="0">
                <a:solidFill>
                  <a:srgbClr val="800000"/>
                </a:solidFill>
                <a:highlight>
                  <a:srgbClr val="FFFFFF"/>
                </a:highlight>
                <a:latin typeface="Cascadia Mono" panose="020B0609020000020004" pitchFamily="49" charset="0"/>
              </a:rPr>
              <a:t> </a:t>
            </a:r>
            <a:r>
              <a:rPr lang="pt-BR" sz="1200" dirty="0" err="1">
                <a:solidFill>
                  <a:srgbClr val="FF0000"/>
                </a:solidFill>
                <a:highlight>
                  <a:srgbClr val="FFFFFF"/>
                </a:highlight>
                <a:latin typeface="Cascadia Mono" panose="020B0609020000020004" pitchFamily="49" charset="0"/>
              </a:rPr>
              <a:t>onClick</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=&gt;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err="1">
                <a:solidFill>
                  <a:srgbClr val="000000"/>
                </a:solidFill>
                <a:highlight>
                  <a:srgbClr val="FFFFFF"/>
                </a:highlight>
                <a:latin typeface="Cascadia Mono" panose="020B0609020000020004" pitchFamily="49" charset="0"/>
              </a:rPr>
              <a:t>setValor</a:t>
            </a:r>
            <a:r>
              <a:rPr lang="pt-BR" sz="1200" dirty="0">
                <a:solidFill>
                  <a:srgbClr val="000000"/>
                </a:solidFill>
                <a:highlight>
                  <a:srgbClr val="FFFFFF"/>
                </a:highlight>
                <a:latin typeface="Cascadia Mono" panose="020B0609020000020004" pitchFamily="49" charset="0"/>
              </a:rPr>
              <a:t>(p</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=&gt;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p</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1)</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err="1">
                <a:solidFill>
                  <a:srgbClr val="FF0000"/>
                </a:solidFill>
                <a:highlight>
                  <a:srgbClr val="FFFFFF"/>
                </a:highlight>
                <a:latin typeface="Cascadia Mono" panose="020B0609020000020004" pitchFamily="49" charset="0"/>
              </a:rPr>
              <a:t>className</a:t>
            </a:r>
            <a:r>
              <a:rPr lang="pt-BR" sz="1200" dirty="0">
                <a:solidFill>
                  <a:srgbClr val="000000"/>
                </a:solidFill>
                <a:highlight>
                  <a:srgbClr val="FFFFFF"/>
                </a:highlight>
                <a:latin typeface="Cascadia Mono" panose="020B0609020000020004" pitchFamily="49" charset="0"/>
              </a:rPr>
              <a:t>=</a:t>
            </a:r>
            <a:r>
              <a:rPr lang="pt-BR" sz="1200" dirty="0">
                <a:solidFill>
                  <a:srgbClr val="A31515"/>
                </a:solidFill>
                <a:highlight>
                  <a:srgbClr val="FFFFFF"/>
                </a:highlight>
                <a:latin typeface="Cascadia Mono" panose="020B0609020000020004" pitchFamily="49" charset="0"/>
              </a:rPr>
              <a:t>"px-4 py-2 bg-blue-200 hover:bg-blue-300 active:bg-blue-400 </a:t>
            </a:r>
            <a:r>
              <a:rPr lang="pt-BR" sz="1200" dirty="0" err="1">
                <a:solidFill>
                  <a:srgbClr val="A31515"/>
                </a:solidFill>
                <a:highlight>
                  <a:srgbClr val="FFFFFF"/>
                </a:highlight>
                <a:latin typeface="Cascadia Mono" panose="020B0609020000020004" pitchFamily="49" charset="0"/>
              </a:rPr>
              <a:t>rounded</a:t>
            </a:r>
            <a:r>
              <a:rPr lang="pt-BR" sz="1200" dirty="0">
                <a:solidFill>
                  <a:srgbClr val="A31515"/>
                </a:solidFill>
                <a:highlight>
                  <a:srgbClr val="FFFFFF"/>
                </a:highlight>
                <a:latin typeface="Cascadia Mono" panose="020B0609020000020004" pitchFamily="49" charset="0"/>
              </a:rPr>
              <a:t>"</a:t>
            </a:r>
            <a:r>
              <a:rPr lang="pt-BR" sz="1200" dirty="0">
                <a:solidFill>
                  <a:srgbClr val="0000FF"/>
                </a:solidFill>
                <a:highlight>
                  <a:srgbClr val="FFFFFF"/>
                </a:highlight>
                <a:latin typeface="Cascadia Mono" panose="020B0609020000020004" pitchFamily="49" charset="0"/>
              </a:rPr>
              <a:t>&gt;</a:t>
            </a:r>
            <a:r>
              <a:rPr lang="pt-BR" sz="1200" dirty="0">
                <a:solidFill>
                  <a:srgbClr val="555555"/>
                </a:solidFill>
                <a:highlight>
                  <a:srgbClr val="FFFFFF"/>
                </a:highlight>
                <a:latin typeface="Cascadia Mono" panose="020B0609020000020004" pitchFamily="49" charset="0"/>
              </a:rPr>
              <a:t>Clicar</a:t>
            </a:r>
            <a:r>
              <a:rPr lang="pt-BR" sz="1200" dirty="0">
                <a:solidFill>
                  <a:srgbClr val="0000FF"/>
                </a:solidFill>
                <a:highlight>
                  <a:srgbClr val="FFFFFF"/>
                </a:highlight>
                <a:latin typeface="Cascadia Mono" panose="020B0609020000020004" pitchFamily="49" charset="0"/>
              </a:rPr>
              <a:t>&lt;/</a:t>
            </a:r>
            <a:r>
              <a:rPr lang="pt-BR" sz="1200" dirty="0" err="1">
                <a:solidFill>
                  <a:srgbClr val="800000"/>
                </a:solidFill>
                <a:highlight>
                  <a:srgbClr val="FFFFFF"/>
                </a:highlight>
                <a:latin typeface="Cascadia Mono" panose="020B0609020000020004" pitchFamily="49" charset="0"/>
              </a:rPr>
              <a:t>button</a:t>
            </a:r>
            <a:r>
              <a:rPr lang="pt-BR" sz="1200" dirty="0">
                <a:solidFill>
                  <a:srgbClr val="0000FF"/>
                </a:solidFill>
                <a:highlight>
                  <a:srgbClr val="FFFFFF"/>
                </a:highlight>
                <a:latin typeface="Cascadia Mono" panose="020B0609020000020004" pitchFamily="49" charset="0"/>
              </a:rPr>
              <a: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a:t>
            </a:r>
            <a:r>
              <a:rPr lang="pt-BR" sz="1200" dirty="0">
                <a:solidFill>
                  <a:srgbClr val="2B91AF"/>
                </a:solidFill>
                <a:highlight>
                  <a:srgbClr val="FFFFFF"/>
                </a:highlight>
                <a:latin typeface="Cascadia Mono" panose="020B0609020000020004" pitchFamily="49" charset="0"/>
              </a:rPr>
              <a:t>Filho</a:t>
            </a:r>
            <a:r>
              <a:rPr lang="pt-BR" sz="1200" dirty="0">
                <a:solidFill>
                  <a:srgbClr val="8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000000"/>
              </a:solidFill>
              <a:highlight>
                <a:srgbClr val="FFFFFF"/>
              </a:highlight>
              <a:latin typeface="Cascadia Mono" panose="020B0609020000020004" pitchFamily="49" charset="0"/>
            </a:endParaRPr>
          </a:p>
          <a:p>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a:t>
            </a:r>
          </a:p>
          <a:p>
            <a:endParaRPr lang="pt-BR" sz="1200" dirty="0">
              <a:solidFill>
                <a:srgbClr val="000000"/>
              </a:solidFill>
              <a:highlight>
                <a:srgbClr val="FFFFFF"/>
              </a:highlight>
              <a:latin typeface="Cascadia Mono" panose="020B0609020000020004" pitchFamily="49" charset="0"/>
            </a:endParaRPr>
          </a:p>
          <a:p>
            <a:r>
              <a:rPr lang="pt-BR" sz="1200" dirty="0" err="1">
                <a:solidFill>
                  <a:srgbClr val="0000FF"/>
                </a:solidFill>
                <a:highlight>
                  <a:srgbClr val="FFFFFF"/>
                </a:highlight>
                <a:latin typeface="Cascadia Mono" panose="020B0609020000020004" pitchFamily="49" charset="0"/>
              </a:rPr>
              <a:t>function</a:t>
            </a:r>
            <a:r>
              <a:rPr lang="pt-BR" sz="1200" dirty="0">
                <a:solidFill>
                  <a:srgbClr val="000000"/>
                </a:solidFill>
                <a:highlight>
                  <a:srgbClr val="FFFFFF"/>
                </a:highlight>
                <a:latin typeface="Cascadia Mono" panose="020B0609020000020004" pitchFamily="49" charset="0"/>
              </a:rPr>
              <a:t> Filho() {</a:t>
            </a:r>
          </a:p>
          <a:p>
            <a:r>
              <a:rPr lang="pt-BR" sz="1200" dirty="0">
                <a:solidFill>
                  <a:srgbClr val="000000"/>
                </a:solidFill>
                <a:highlight>
                  <a:srgbClr val="FFFFFF"/>
                </a:highlight>
                <a:latin typeface="Cascadia Mono" panose="020B0609020000020004" pitchFamily="49" charset="0"/>
              </a:rPr>
              <a:t>    </a:t>
            </a:r>
            <a:r>
              <a:rPr lang="pt-BR" sz="1200" dirty="0">
                <a:solidFill>
                  <a:srgbClr val="2B91AF"/>
                </a:solidFill>
                <a:highlight>
                  <a:srgbClr val="FFFFFF"/>
                </a:highlight>
                <a:latin typeface="Cascadia Mono" panose="020B0609020000020004" pitchFamily="49" charset="0"/>
              </a:rPr>
              <a:t>console</a:t>
            </a:r>
            <a:r>
              <a:rPr lang="pt-BR" sz="1200" dirty="0">
                <a:solidFill>
                  <a:srgbClr val="000000"/>
                </a:solidFill>
                <a:highlight>
                  <a:srgbClr val="FFFFFF"/>
                </a:highlight>
                <a:latin typeface="Cascadia Mono" panose="020B0609020000020004" pitchFamily="49" charset="0"/>
              </a:rPr>
              <a:t>.log(</a:t>
            </a:r>
            <a:r>
              <a:rPr lang="pt-BR" sz="1200" dirty="0">
                <a:solidFill>
                  <a:srgbClr val="A31515"/>
                </a:solidFill>
                <a:highlight>
                  <a:srgbClr val="FFFFFF"/>
                </a:highlight>
                <a:latin typeface="Cascadia Mono" panose="020B0609020000020004" pitchFamily="49" charset="0"/>
              </a:rPr>
              <a:t>'Filho renderizado'</a:t>
            </a:r>
            <a:r>
              <a:rPr lang="pt-BR" sz="1200" dirty="0">
                <a:solidFill>
                  <a:srgbClr val="000000"/>
                </a:solidFill>
                <a:highlight>
                  <a:srgbClr val="FFFFFF"/>
                </a:highlight>
                <a:latin typeface="Cascadia Mono" panose="020B0609020000020004" pitchFamily="49" charset="0"/>
              </a:rPr>
              <a:t>);</a:t>
            </a:r>
          </a:p>
          <a:p>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return</a:t>
            </a:r>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Componente filho</a:t>
            </a: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000000"/>
              </a:solidFill>
              <a:highlight>
                <a:srgbClr val="FFFFFF"/>
              </a:highlight>
              <a:latin typeface="Cascadia Mono" panose="020B0609020000020004" pitchFamily="49" charset="0"/>
            </a:endParaRPr>
          </a:p>
          <a:p>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a:t>
            </a:r>
            <a:endParaRPr lang="pt-BR" sz="1100" dirty="0"/>
          </a:p>
        </p:txBody>
      </p:sp>
    </p:spTree>
    <p:extLst>
      <p:ext uri="{BB962C8B-B14F-4D97-AF65-F5344CB8AC3E}">
        <p14:creationId xmlns:p14="http://schemas.microsoft.com/office/powerpoint/2010/main" val="2223942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Para evitar que o componente filho seja renderizado novamente, sem necessidade, usamos a </a:t>
            </a:r>
            <a:r>
              <a:rPr lang="pt-BR" sz="3200" spc="-1" dirty="0" err="1">
                <a:solidFill>
                  <a:schemeClr val="tx1"/>
                </a:solidFill>
                <a:latin typeface="Calibri Light" panose="020F0302020204030204"/>
              </a:rPr>
              <a:t>memoização</a:t>
            </a:r>
            <a:r>
              <a:rPr lang="pt-BR" sz="3200" spc="-1" dirty="0">
                <a:solidFill>
                  <a:schemeClr val="tx1"/>
                </a:solidFill>
                <a:latin typeface="Calibri Light" panose="020F0302020204030204"/>
              </a:rPr>
              <a:t>.</a:t>
            </a:r>
          </a:p>
          <a:p>
            <a:pPr algn="just">
              <a:tabLst>
                <a:tab pos="0" algn="l"/>
              </a:tabLst>
            </a:pPr>
            <a:r>
              <a:rPr lang="pt-BR" sz="3200" spc="-1" dirty="0">
                <a:solidFill>
                  <a:schemeClr val="tx1"/>
                </a:solidFill>
                <a:latin typeface="Calibri Light" panose="020F0302020204030204"/>
              </a:rPr>
              <a:t>Utilização:</a:t>
            </a:r>
          </a:p>
          <a:p>
            <a:pPr algn="just">
              <a:tabLst>
                <a:tab pos="0" algn="l"/>
              </a:tabLst>
            </a:pPr>
            <a:endParaRPr lang="pt-BR" sz="3200" b="0" strike="noStrike" spc="-1" dirty="0">
              <a:solidFill>
                <a:schemeClr val="tx1"/>
              </a:solidFill>
              <a:latin typeface="Calibri Light" panose="020F0302020204030204"/>
            </a:endParaRPr>
          </a:p>
        </p:txBody>
      </p:sp>
      <p:sp>
        <p:nvSpPr>
          <p:cNvPr id="4" name="CaixaDeTexto 3">
            <a:extLst>
              <a:ext uri="{FF2B5EF4-FFF2-40B4-BE49-F238E27FC236}">
                <a16:creationId xmlns:a16="http://schemas.microsoft.com/office/drawing/2014/main" id="{FED07476-54E5-8AD0-3A2B-3B4C0BAB0402}"/>
              </a:ext>
            </a:extLst>
          </p:cNvPr>
          <p:cNvSpPr txBox="1"/>
          <p:nvPr/>
        </p:nvSpPr>
        <p:spPr>
          <a:xfrm>
            <a:off x="761619" y="3597834"/>
            <a:ext cx="6096000" cy="1477328"/>
          </a:xfrm>
          <a:prstGeom prst="rect">
            <a:avLst/>
          </a:prstGeom>
          <a:noFill/>
        </p:spPr>
        <p:txBody>
          <a:bodyPr wrap="square">
            <a:spAutoFit/>
          </a:bodyPr>
          <a:lstStyle/>
          <a:p>
            <a:r>
              <a:rPr lang="pt-BR" sz="1800" dirty="0" err="1">
                <a:solidFill>
                  <a:srgbClr val="0000FF"/>
                </a:solidFill>
                <a:highlight>
                  <a:srgbClr val="FFFFFF"/>
                </a:highlight>
                <a:latin typeface="Cascadia Mono" panose="020B0609020000020004" pitchFamily="49" charset="0"/>
              </a:rPr>
              <a:t>import</a:t>
            </a:r>
            <a:r>
              <a:rPr lang="pt-BR" sz="1800" dirty="0">
                <a:solidFill>
                  <a:srgbClr val="000000"/>
                </a:solidFill>
                <a:highlight>
                  <a:srgbClr val="FFFFFF"/>
                </a:highlight>
                <a:latin typeface="Cascadia Mono" panose="020B0609020000020004" pitchFamily="49" charset="0"/>
              </a:rPr>
              <a:t> { memo } </a:t>
            </a:r>
            <a:r>
              <a:rPr lang="pt-BR" sz="1800" dirty="0" err="1">
                <a:solidFill>
                  <a:srgbClr val="0000FF"/>
                </a:solidFill>
                <a:highlight>
                  <a:srgbClr val="FFFFFF"/>
                </a:highlight>
                <a:latin typeface="Cascadia Mono" panose="020B0609020000020004" pitchFamily="49" charset="0"/>
              </a:rPr>
              <a:t>from</a:t>
            </a:r>
            <a:r>
              <a:rPr lang="pt-BR" sz="1800" dirty="0">
                <a:solidFill>
                  <a:srgbClr val="000000"/>
                </a:solidFill>
                <a:highlight>
                  <a:srgbClr val="FFFFFF"/>
                </a:highlight>
                <a:latin typeface="Cascadia Mono" panose="020B0609020000020004" pitchFamily="49" charset="0"/>
              </a:rPr>
              <a:t> </a:t>
            </a:r>
            <a:r>
              <a:rPr lang="pt-BR" sz="1800" dirty="0">
                <a:solidFill>
                  <a:srgbClr val="A31515"/>
                </a:solidFill>
                <a:highlight>
                  <a:srgbClr val="FFFFFF"/>
                </a:highlight>
                <a:latin typeface="Cascadia Mono" panose="020B0609020000020004" pitchFamily="49" charset="0"/>
              </a:rPr>
              <a:t>"</a:t>
            </a:r>
            <a:r>
              <a:rPr lang="pt-BR" sz="1800" dirty="0" err="1">
                <a:solidFill>
                  <a:srgbClr val="A31515"/>
                </a:solidFill>
                <a:highlight>
                  <a:srgbClr val="FFFFFF"/>
                </a:highlight>
                <a:latin typeface="Cascadia Mono" panose="020B0609020000020004" pitchFamily="49" charset="0"/>
              </a:rPr>
              <a:t>react</a:t>
            </a:r>
            <a:r>
              <a:rPr lang="pt-BR" sz="1800" dirty="0">
                <a:solidFill>
                  <a:srgbClr val="A31515"/>
                </a:solidFill>
                <a:highlight>
                  <a:srgbClr val="FFFFFF"/>
                </a:highlight>
                <a:latin typeface="Cascadia Mono" panose="020B0609020000020004" pitchFamily="49" charset="0"/>
              </a:rPr>
              <a:t>"</a:t>
            </a:r>
            <a:r>
              <a:rPr lang="pt-BR" sz="1800" dirty="0">
                <a:solidFill>
                  <a:srgbClr val="000000"/>
                </a:solidFill>
                <a:highlight>
                  <a:srgbClr val="FFFFFF"/>
                </a:highlight>
                <a:latin typeface="Cascadia Mono" panose="020B0609020000020004" pitchFamily="49" charset="0"/>
              </a:rPr>
              <a:t>;</a:t>
            </a: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const</a:t>
            </a:r>
            <a:r>
              <a:rPr lang="pt-BR" sz="1800" dirty="0">
                <a:solidFill>
                  <a:srgbClr val="000000"/>
                </a:solidFill>
                <a:highlight>
                  <a:srgbClr val="FFFFFF"/>
                </a:highlight>
                <a:latin typeface="Cascadia Mono" panose="020B0609020000020004" pitchFamily="49" charset="0"/>
              </a:rPr>
              <a:t> </a:t>
            </a:r>
            <a:r>
              <a:rPr lang="pt-BR" sz="1800" dirty="0" err="1">
                <a:solidFill>
                  <a:srgbClr val="000000"/>
                </a:solidFill>
                <a:highlight>
                  <a:srgbClr val="FFFFFF"/>
                </a:highlight>
                <a:latin typeface="Cascadia Mono" panose="020B0609020000020004" pitchFamily="49" charset="0"/>
              </a:rPr>
              <a:t>NomeComponente</a:t>
            </a:r>
            <a:r>
              <a:rPr lang="pt-BR" sz="1800" dirty="0">
                <a:solidFill>
                  <a:srgbClr val="000000"/>
                </a:solidFill>
                <a:highlight>
                  <a:srgbClr val="FFFFFF"/>
                </a:highlight>
                <a:latin typeface="Cascadia Mono" panose="020B0609020000020004" pitchFamily="49" charset="0"/>
              </a:rPr>
              <a:t> = memo(() =&gt; {</a:t>
            </a:r>
          </a:p>
          <a:p>
            <a:r>
              <a:rPr lang="pt-BR" sz="1800" dirty="0">
                <a:solidFill>
                  <a:srgbClr val="000000"/>
                </a:solidFill>
                <a:highlight>
                  <a:srgbClr val="FFFFFF"/>
                </a:highlight>
                <a:latin typeface="Cascadia Mono" panose="020B0609020000020004" pitchFamily="49" charset="0"/>
              </a:rPr>
              <a:t>    </a:t>
            </a:r>
            <a:r>
              <a:rPr lang="pt-BR" sz="1800" dirty="0">
                <a:solidFill>
                  <a:srgbClr val="008000"/>
                </a:solidFill>
                <a:highlight>
                  <a:srgbClr val="FFFFFF"/>
                </a:highlight>
                <a:latin typeface="Cascadia Mono" panose="020B0609020000020004" pitchFamily="49" charset="0"/>
              </a:rPr>
              <a:t>/* código do componente */</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a:t>
            </a:r>
            <a:endParaRPr lang="pt-BR" dirty="0"/>
          </a:p>
        </p:txBody>
      </p:sp>
    </p:spTree>
    <p:extLst>
      <p:ext uri="{BB962C8B-B14F-4D97-AF65-F5344CB8AC3E}">
        <p14:creationId xmlns:p14="http://schemas.microsoft.com/office/powerpoint/2010/main" val="1449037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ABAB086-FAF2-3D0F-3F30-00ED0C855F3D}"/>
              </a:ext>
            </a:extLst>
          </p:cNvPr>
          <p:cNvSpPr txBox="1"/>
          <p:nvPr/>
        </p:nvSpPr>
        <p:spPr>
          <a:xfrm>
            <a:off x="762000" y="1859339"/>
            <a:ext cx="10958945" cy="4708981"/>
          </a:xfrm>
          <a:prstGeom prst="rect">
            <a:avLst/>
          </a:prstGeom>
          <a:noFill/>
        </p:spPr>
        <p:txBody>
          <a:bodyPr wrap="square">
            <a:spAutoFit/>
          </a:bodyPr>
          <a:lstStyle/>
          <a:p>
            <a:r>
              <a:rPr lang="pt-BR" sz="1200" dirty="0">
                <a:solidFill>
                  <a:srgbClr val="A31515"/>
                </a:solidFill>
                <a:highlight>
                  <a:srgbClr val="FFFFFF"/>
                </a:highlight>
                <a:latin typeface="Cascadia Mono" panose="020B0609020000020004" pitchFamily="49" charset="0"/>
              </a:rPr>
              <a:t>'use </a:t>
            </a:r>
            <a:r>
              <a:rPr lang="pt-BR" sz="1200" dirty="0" err="1">
                <a:solidFill>
                  <a:srgbClr val="A31515"/>
                </a:solidFill>
                <a:highlight>
                  <a:srgbClr val="FFFFFF"/>
                </a:highlight>
                <a:latin typeface="Cascadia Mono" panose="020B0609020000020004" pitchFamily="49" charset="0"/>
              </a:rPr>
              <a:t>client</a:t>
            </a:r>
            <a:r>
              <a:rPr lang="pt-BR" sz="1200" dirty="0">
                <a:solidFill>
                  <a:srgbClr val="A31515"/>
                </a:solidFill>
                <a:highlight>
                  <a:srgbClr val="FFFFFF"/>
                </a:highlight>
                <a:latin typeface="Cascadia Mono" panose="020B0609020000020004" pitchFamily="49" charset="0"/>
              </a:rPr>
              <a:t>'</a:t>
            </a:r>
            <a:endParaRPr lang="pt-BR" sz="1200" dirty="0">
              <a:solidFill>
                <a:srgbClr val="000000"/>
              </a:solidFill>
              <a:highlight>
                <a:srgbClr val="FFFFFF"/>
              </a:highlight>
              <a:latin typeface="Cascadia Mono" panose="020B0609020000020004" pitchFamily="49" charset="0"/>
            </a:endParaRPr>
          </a:p>
          <a:p>
            <a:endParaRPr lang="pt-BR" sz="1200" dirty="0">
              <a:solidFill>
                <a:srgbClr val="000000"/>
              </a:solidFill>
              <a:highlight>
                <a:srgbClr val="FFFFFF"/>
              </a:highlight>
              <a:latin typeface="Cascadia Mono" panose="020B0609020000020004" pitchFamily="49" charset="0"/>
            </a:endParaRPr>
          </a:p>
          <a:p>
            <a:r>
              <a:rPr lang="en-US" sz="1200" dirty="0">
                <a:solidFill>
                  <a:srgbClr val="0000FF"/>
                </a:solidFill>
                <a:highlight>
                  <a:srgbClr val="FFFFFF"/>
                </a:highlight>
                <a:latin typeface="Cascadia Mono" panose="020B0609020000020004" pitchFamily="49" charset="0"/>
              </a:rPr>
              <a:t>import</a:t>
            </a:r>
            <a:r>
              <a:rPr lang="en-US" sz="1200" dirty="0">
                <a:solidFill>
                  <a:srgbClr val="000000"/>
                </a:solidFill>
                <a:highlight>
                  <a:srgbClr val="FFFFFF"/>
                </a:highlight>
                <a:latin typeface="Cascadia Mono" panose="020B0609020000020004" pitchFamily="49" charset="0"/>
              </a:rPr>
              <a:t> { memo, </a:t>
            </a:r>
            <a:r>
              <a:rPr lang="en-US" sz="1200" dirty="0" err="1">
                <a:solidFill>
                  <a:srgbClr val="000000"/>
                </a:solidFill>
                <a:highlight>
                  <a:srgbClr val="FFFFFF"/>
                </a:highlight>
                <a:latin typeface="Cascadia Mono" panose="020B0609020000020004" pitchFamily="49" charset="0"/>
              </a:rPr>
              <a:t>useState</a:t>
            </a:r>
            <a:r>
              <a:rPr lang="en-US" sz="1200" dirty="0">
                <a:solidFill>
                  <a:srgbClr val="000000"/>
                </a:solidFill>
                <a:highlight>
                  <a:srgbClr val="FFFFFF"/>
                </a:highlight>
                <a:latin typeface="Cascadia Mono" panose="020B0609020000020004" pitchFamily="49" charset="0"/>
              </a:rPr>
              <a:t> } </a:t>
            </a:r>
            <a:r>
              <a:rPr lang="en-US" sz="1200" dirty="0">
                <a:solidFill>
                  <a:srgbClr val="0000FF"/>
                </a:solidFill>
                <a:highlight>
                  <a:srgbClr val="FFFFFF"/>
                </a:highlight>
                <a:latin typeface="Cascadia Mono" panose="020B0609020000020004" pitchFamily="49" charset="0"/>
              </a:rPr>
              <a:t>from</a:t>
            </a:r>
            <a:r>
              <a:rPr lang="en-US" sz="1200" dirty="0">
                <a:solidFill>
                  <a:srgbClr val="000000"/>
                </a:solidFill>
                <a:highlight>
                  <a:srgbClr val="FFFFFF"/>
                </a:highlight>
                <a:latin typeface="Cascadia Mono" panose="020B0609020000020004" pitchFamily="49" charset="0"/>
              </a:rPr>
              <a:t> </a:t>
            </a:r>
            <a:r>
              <a:rPr lang="en-US" sz="1200" dirty="0">
                <a:solidFill>
                  <a:srgbClr val="A31515"/>
                </a:solidFill>
                <a:highlight>
                  <a:srgbClr val="FFFFFF"/>
                </a:highlight>
                <a:latin typeface="Cascadia Mono" panose="020B0609020000020004" pitchFamily="49" charset="0"/>
              </a:rPr>
              <a:t>"react"</a:t>
            </a:r>
            <a:r>
              <a:rPr lang="en-US" sz="1200" dirty="0">
                <a:solidFill>
                  <a:srgbClr val="000000"/>
                </a:solidFill>
                <a:highlight>
                  <a:srgbClr val="FFFFFF"/>
                </a:highlight>
                <a:latin typeface="Cascadia Mono" panose="020B0609020000020004" pitchFamily="49" charset="0"/>
              </a:rPr>
              <a:t>;</a:t>
            </a:r>
          </a:p>
          <a:p>
            <a:endParaRPr lang="pt-BR" sz="1200" dirty="0">
              <a:solidFill>
                <a:srgbClr val="000000"/>
              </a:solidFill>
              <a:highlight>
                <a:srgbClr val="FFFFFF"/>
              </a:highlight>
              <a:latin typeface="Cascadia Mono" panose="020B0609020000020004" pitchFamily="49" charset="0"/>
            </a:endParaRPr>
          </a:p>
          <a:p>
            <a:r>
              <a:rPr lang="pt-BR" sz="1200" dirty="0" err="1">
                <a:solidFill>
                  <a:srgbClr val="0000FF"/>
                </a:solidFill>
                <a:highlight>
                  <a:srgbClr val="FFFFFF"/>
                </a:highlight>
                <a:latin typeface="Cascadia Mono" panose="020B0609020000020004" pitchFamily="49" charset="0"/>
              </a:rPr>
              <a:t>export</a:t>
            </a:r>
            <a:r>
              <a:rPr lang="pt-BR" sz="1200" dirty="0">
                <a:solidFill>
                  <a:srgbClr val="0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default</a:t>
            </a:r>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function</a:t>
            </a:r>
            <a:r>
              <a:rPr lang="pt-BR" sz="1200" dirty="0">
                <a:solidFill>
                  <a:srgbClr val="000000"/>
                </a:solidFill>
                <a:highlight>
                  <a:srgbClr val="FFFFFF"/>
                </a:highlight>
                <a:latin typeface="Cascadia Mono" panose="020B0609020000020004" pitchFamily="49" charset="0"/>
              </a:rPr>
              <a:t> Home() {</a:t>
            </a:r>
          </a:p>
          <a:p>
            <a:r>
              <a:rPr lang="pt-BR" sz="1200" dirty="0">
                <a:solidFill>
                  <a:srgbClr val="000000"/>
                </a:solidFill>
                <a:highlight>
                  <a:srgbClr val="FFFFFF"/>
                </a:highlight>
                <a:latin typeface="Cascadia Mono" panose="020B0609020000020004" pitchFamily="49" charset="0"/>
              </a:rPr>
              <a:t>    </a:t>
            </a:r>
            <a:r>
              <a:rPr lang="pt-BR" sz="1200" dirty="0">
                <a:solidFill>
                  <a:srgbClr val="2B91AF"/>
                </a:solidFill>
                <a:highlight>
                  <a:srgbClr val="FFFFFF"/>
                </a:highlight>
                <a:latin typeface="Cascadia Mono" panose="020B0609020000020004" pitchFamily="49" charset="0"/>
              </a:rPr>
              <a:t>console</a:t>
            </a:r>
            <a:r>
              <a:rPr lang="pt-BR" sz="1200" dirty="0">
                <a:solidFill>
                  <a:srgbClr val="000000"/>
                </a:solidFill>
                <a:highlight>
                  <a:srgbClr val="FFFFFF"/>
                </a:highlight>
                <a:latin typeface="Cascadia Mono" panose="020B0609020000020004" pitchFamily="49" charset="0"/>
              </a:rPr>
              <a:t>.log(</a:t>
            </a:r>
            <a:r>
              <a:rPr lang="pt-BR" sz="1200" dirty="0">
                <a:solidFill>
                  <a:srgbClr val="A31515"/>
                </a:solidFill>
                <a:highlight>
                  <a:srgbClr val="FFFFFF"/>
                </a:highlight>
                <a:latin typeface="Cascadia Mono" panose="020B0609020000020004" pitchFamily="49" charset="0"/>
              </a:rPr>
              <a:t>'Pai renderizado'</a:t>
            </a:r>
            <a:r>
              <a:rPr lang="pt-BR" sz="1200" dirty="0">
                <a:solidFill>
                  <a:srgbClr val="000000"/>
                </a:solidFill>
                <a:highlight>
                  <a:srgbClr val="FFFFFF"/>
                </a:highlight>
                <a:latin typeface="Cascadia Mono" panose="020B0609020000020004" pitchFamily="49" charset="0"/>
              </a:rPr>
              <a:t>);</a:t>
            </a:r>
          </a:p>
          <a:p>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const</a:t>
            </a:r>
            <a:r>
              <a:rPr lang="pt-BR" sz="1200" dirty="0">
                <a:solidFill>
                  <a:srgbClr val="000000"/>
                </a:solidFill>
                <a:highlight>
                  <a:srgbClr val="FFFFFF"/>
                </a:highlight>
                <a:latin typeface="Cascadia Mono" panose="020B0609020000020004" pitchFamily="49" charset="0"/>
              </a:rPr>
              <a:t> [valor, </a:t>
            </a:r>
            <a:r>
              <a:rPr lang="pt-BR" sz="1200" dirty="0" err="1">
                <a:solidFill>
                  <a:srgbClr val="000000"/>
                </a:solidFill>
                <a:highlight>
                  <a:srgbClr val="FFFFFF"/>
                </a:highlight>
                <a:latin typeface="Cascadia Mono" panose="020B0609020000020004" pitchFamily="49" charset="0"/>
              </a:rPr>
              <a:t>setValor</a:t>
            </a:r>
            <a:r>
              <a:rPr lang="pt-BR" sz="1200" dirty="0">
                <a:solidFill>
                  <a:srgbClr val="000000"/>
                </a:solidFill>
                <a:highlight>
                  <a:srgbClr val="FFFFFF"/>
                </a:highlight>
                <a:latin typeface="Cascadia Mono" panose="020B0609020000020004" pitchFamily="49" charset="0"/>
              </a:rPr>
              <a:t>] = </a:t>
            </a:r>
            <a:r>
              <a:rPr lang="pt-BR" sz="1200" dirty="0" err="1">
                <a:solidFill>
                  <a:srgbClr val="000000"/>
                </a:solidFill>
                <a:highlight>
                  <a:srgbClr val="FFFFFF"/>
                </a:highlight>
                <a:latin typeface="Cascadia Mono" panose="020B0609020000020004" pitchFamily="49" charset="0"/>
              </a:rPr>
              <a:t>useState</a:t>
            </a:r>
            <a:r>
              <a:rPr lang="pt-BR" sz="1200" dirty="0">
                <a:solidFill>
                  <a:srgbClr val="000000"/>
                </a:solidFill>
                <a:highlight>
                  <a:srgbClr val="FFFFFF"/>
                </a:highlight>
                <a:latin typeface="Cascadia Mono" panose="020B0609020000020004" pitchFamily="49" charset="0"/>
              </a:rPr>
              <a:t>(0);</a:t>
            </a:r>
          </a:p>
          <a:p>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return</a:t>
            </a:r>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Componente pai clicado </a:t>
            </a:r>
            <a:r>
              <a:rPr lang="pt-BR" sz="1200" dirty="0">
                <a:solidFill>
                  <a:srgbClr val="000000"/>
                </a:solidFill>
                <a:highlight>
                  <a:srgbClr val="FFFFFF"/>
                </a:highlight>
                <a:latin typeface="Cascadia Mono" panose="020B0609020000020004" pitchFamily="49" charset="0"/>
              </a:rPr>
              <a:t>{valor}</a:t>
            </a:r>
            <a:r>
              <a:rPr lang="pt-BR" sz="1200" dirty="0">
                <a:solidFill>
                  <a:srgbClr val="555555"/>
                </a:solidFill>
                <a:highlight>
                  <a:srgbClr val="FFFFFF"/>
                </a:highlight>
                <a:latin typeface="Cascadia Mono" panose="020B0609020000020004" pitchFamily="49" charset="0"/>
              </a:rPr>
              <a:t> vezes</a:t>
            </a: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a:t>
            </a:r>
            <a:r>
              <a:rPr lang="pt-BR" sz="1200" dirty="0" err="1">
                <a:solidFill>
                  <a:srgbClr val="800000"/>
                </a:solidFill>
                <a:highlight>
                  <a:srgbClr val="FFFFFF"/>
                </a:highlight>
                <a:latin typeface="Cascadia Mono" panose="020B0609020000020004" pitchFamily="49" charset="0"/>
              </a:rPr>
              <a:t>button</a:t>
            </a:r>
            <a:r>
              <a:rPr lang="pt-BR" sz="1200" dirty="0">
                <a:solidFill>
                  <a:srgbClr val="800000"/>
                </a:solidFill>
                <a:highlight>
                  <a:srgbClr val="FFFFFF"/>
                </a:highlight>
                <a:latin typeface="Cascadia Mono" panose="020B0609020000020004" pitchFamily="49" charset="0"/>
              </a:rPr>
              <a:t> </a:t>
            </a:r>
            <a:r>
              <a:rPr lang="pt-BR" sz="1200" dirty="0" err="1">
                <a:solidFill>
                  <a:srgbClr val="FF0000"/>
                </a:solidFill>
                <a:highlight>
                  <a:srgbClr val="FFFFFF"/>
                </a:highlight>
                <a:latin typeface="Cascadia Mono" panose="020B0609020000020004" pitchFamily="49" charset="0"/>
              </a:rPr>
              <a:t>onClick</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=&gt;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err="1">
                <a:solidFill>
                  <a:srgbClr val="000000"/>
                </a:solidFill>
                <a:highlight>
                  <a:srgbClr val="FFFFFF"/>
                </a:highlight>
                <a:latin typeface="Cascadia Mono" panose="020B0609020000020004" pitchFamily="49" charset="0"/>
              </a:rPr>
              <a:t>setValor</a:t>
            </a:r>
            <a:r>
              <a:rPr lang="pt-BR" sz="1200" dirty="0">
                <a:solidFill>
                  <a:srgbClr val="000000"/>
                </a:solidFill>
                <a:highlight>
                  <a:srgbClr val="FFFFFF"/>
                </a:highlight>
                <a:latin typeface="Cascadia Mono" panose="020B0609020000020004" pitchFamily="49" charset="0"/>
              </a:rPr>
              <a:t>(p</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=&gt;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p</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1)</a:t>
            </a:r>
            <a:r>
              <a:rPr lang="pt-BR" sz="1200" dirty="0">
                <a:solidFill>
                  <a:srgbClr val="800000"/>
                </a:solidFill>
                <a:highlight>
                  <a:srgbClr val="FFFFFF"/>
                </a:highlight>
                <a:latin typeface="Cascadia Mono" panose="020B0609020000020004" pitchFamily="49" charset="0"/>
              </a:rPr>
              <a:t> </a:t>
            </a:r>
            <a:r>
              <a:rPr lang="pt-BR" sz="1200" dirty="0">
                <a:solidFill>
                  <a:srgbClr val="000000"/>
                </a:solidFill>
                <a:highlight>
                  <a:srgbClr val="FFFFFF"/>
                </a:highlight>
                <a:latin typeface="Cascadia Mono" panose="020B0609020000020004" pitchFamily="49" charset="0"/>
              </a:rPr>
              <a:t>}}</a:t>
            </a:r>
            <a:r>
              <a:rPr lang="pt-BR" sz="1200" dirty="0">
                <a:solidFill>
                  <a:srgbClr val="800000"/>
                </a:solidFill>
                <a:highlight>
                  <a:srgbClr val="FFFFFF"/>
                </a:highlight>
                <a:latin typeface="Cascadia Mono" panose="020B0609020000020004" pitchFamily="49" charset="0"/>
              </a:rPr>
              <a:t> </a:t>
            </a:r>
            <a:r>
              <a:rPr lang="pt-BR" sz="1200" dirty="0" err="1">
                <a:solidFill>
                  <a:srgbClr val="FF0000"/>
                </a:solidFill>
                <a:highlight>
                  <a:srgbClr val="FFFFFF"/>
                </a:highlight>
                <a:latin typeface="Cascadia Mono" panose="020B0609020000020004" pitchFamily="49" charset="0"/>
              </a:rPr>
              <a:t>className</a:t>
            </a:r>
            <a:r>
              <a:rPr lang="pt-BR" sz="1200" dirty="0">
                <a:solidFill>
                  <a:srgbClr val="000000"/>
                </a:solidFill>
                <a:highlight>
                  <a:srgbClr val="FFFFFF"/>
                </a:highlight>
                <a:latin typeface="Cascadia Mono" panose="020B0609020000020004" pitchFamily="49" charset="0"/>
              </a:rPr>
              <a:t>=</a:t>
            </a:r>
            <a:r>
              <a:rPr lang="pt-BR" sz="1200" dirty="0">
                <a:solidFill>
                  <a:srgbClr val="A31515"/>
                </a:solidFill>
                <a:highlight>
                  <a:srgbClr val="FFFFFF"/>
                </a:highlight>
                <a:latin typeface="Cascadia Mono" panose="020B0609020000020004" pitchFamily="49" charset="0"/>
              </a:rPr>
              <a:t>"px-4 py-2 bg-blue-200 hover:bg-blue-300 active:bg-blue-400 </a:t>
            </a:r>
            <a:r>
              <a:rPr lang="pt-BR" sz="1200" dirty="0" err="1">
                <a:solidFill>
                  <a:srgbClr val="A31515"/>
                </a:solidFill>
                <a:highlight>
                  <a:srgbClr val="FFFFFF"/>
                </a:highlight>
                <a:latin typeface="Cascadia Mono" panose="020B0609020000020004" pitchFamily="49" charset="0"/>
              </a:rPr>
              <a:t>rounded</a:t>
            </a:r>
            <a:r>
              <a:rPr lang="pt-BR" sz="1200" dirty="0">
                <a:solidFill>
                  <a:srgbClr val="A31515"/>
                </a:solidFill>
                <a:highlight>
                  <a:srgbClr val="FFFFFF"/>
                </a:highlight>
                <a:latin typeface="Cascadia Mono" panose="020B0609020000020004" pitchFamily="49" charset="0"/>
              </a:rPr>
              <a:t>"</a:t>
            </a:r>
            <a:r>
              <a:rPr lang="pt-BR" sz="1200" dirty="0">
                <a:solidFill>
                  <a:srgbClr val="0000FF"/>
                </a:solidFill>
                <a:highlight>
                  <a:srgbClr val="FFFFFF"/>
                </a:highlight>
                <a:latin typeface="Cascadia Mono" panose="020B0609020000020004" pitchFamily="49" charset="0"/>
              </a:rPr>
              <a:t>&gt;</a:t>
            </a:r>
            <a:r>
              <a:rPr lang="pt-BR" sz="1200" dirty="0">
                <a:solidFill>
                  <a:srgbClr val="555555"/>
                </a:solidFill>
                <a:highlight>
                  <a:srgbClr val="FFFFFF"/>
                </a:highlight>
                <a:latin typeface="Cascadia Mono" panose="020B0609020000020004" pitchFamily="49" charset="0"/>
              </a:rPr>
              <a:t>Clicar</a:t>
            </a:r>
            <a:r>
              <a:rPr lang="pt-BR" sz="1200" dirty="0">
                <a:solidFill>
                  <a:srgbClr val="0000FF"/>
                </a:solidFill>
                <a:highlight>
                  <a:srgbClr val="FFFFFF"/>
                </a:highlight>
                <a:latin typeface="Cascadia Mono" panose="020B0609020000020004" pitchFamily="49" charset="0"/>
              </a:rPr>
              <a:t>&lt;/</a:t>
            </a:r>
            <a:r>
              <a:rPr lang="pt-BR" sz="1200" dirty="0" err="1">
                <a:solidFill>
                  <a:srgbClr val="800000"/>
                </a:solidFill>
                <a:highlight>
                  <a:srgbClr val="FFFFFF"/>
                </a:highlight>
                <a:latin typeface="Cascadia Mono" panose="020B0609020000020004" pitchFamily="49" charset="0"/>
              </a:rPr>
              <a:t>button</a:t>
            </a:r>
            <a:r>
              <a:rPr lang="pt-BR" sz="1200" dirty="0">
                <a:solidFill>
                  <a:srgbClr val="0000FF"/>
                </a:solidFill>
                <a:highlight>
                  <a:srgbClr val="FFFFFF"/>
                </a:highlight>
                <a:latin typeface="Cascadia Mono" panose="020B0609020000020004" pitchFamily="49" charset="0"/>
              </a:rPr>
              <a: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a:t>
            </a:r>
            <a:r>
              <a:rPr lang="pt-BR" sz="1200" dirty="0">
                <a:solidFill>
                  <a:srgbClr val="2B91AF"/>
                </a:solidFill>
                <a:highlight>
                  <a:srgbClr val="FFFFFF"/>
                </a:highlight>
                <a:latin typeface="Cascadia Mono" panose="020B0609020000020004" pitchFamily="49" charset="0"/>
              </a:rPr>
              <a:t>Filho</a:t>
            </a:r>
            <a:r>
              <a:rPr lang="pt-BR" sz="1200" dirty="0">
                <a:solidFill>
                  <a:srgbClr val="8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000000"/>
              </a:solidFill>
              <a:highlight>
                <a:srgbClr val="FFFFFF"/>
              </a:highlight>
              <a:latin typeface="Cascadia Mono" panose="020B0609020000020004" pitchFamily="49" charset="0"/>
            </a:endParaRPr>
          </a:p>
          <a:p>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a:t>
            </a:r>
          </a:p>
          <a:p>
            <a:endParaRPr lang="pt-BR" sz="1200" dirty="0">
              <a:solidFill>
                <a:srgbClr val="000000"/>
              </a:solidFill>
              <a:highlight>
                <a:srgbClr val="FFFFFF"/>
              </a:highlight>
              <a:latin typeface="Cascadia Mono" panose="020B0609020000020004" pitchFamily="49" charset="0"/>
            </a:endParaRPr>
          </a:p>
          <a:p>
            <a:r>
              <a:rPr lang="pt-BR" sz="1200" dirty="0" err="1">
                <a:solidFill>
                  <a:srgbClr val="0000FF"/>
                </a:solidFill>
                <a:highlight>
                  <a:srgbClr val="FFFFFF"/>
                </a:highlight>
                <a:latin typeface="Cascadia Mono" panose="020B0609020000020004" pitchFamily="49" charset="0"/>
              </a:rPr>
              <a:t>const</a:t>
            </a:r>
            <a:r>
              <a:rPr lang="pt-BR" sz="1200" dirty="0">
                <a:solidFill>
                  <a:srgbClr val="000000"/>
                </a:solidFill>
                <a:highlight>
                  <a:srgbClr val="FFFFFF"/>
                </a:highlight>
                <a:latin typeface="Cascadia Mono" panose="020B0609020000020004" pitchFamily="49" charset="0"/>
              </a:rPr>
              <a:t> Filho = memo(() =&gt; {</a:t>
            </a:r>
          </a:p>
          <a:p>
            <a:r>
              <a:rPr lang="pt-BR" sz="1200" dirty="0">
                <a:solidFill>
                  <a:srgbClr val="000000"/>
                </a:solidFill>
                <a:highlight>
                  <a:srgbClr val="FFFFFF"/>
                </a:highlight>
                <a:latin typeface="Cascadia Mono" panose="020B0609020000020004" pitchFamily="49" charset="0"/>
              </a:rPr>
              <a:t>    </a:t>
            </a:r>
            <a:r>
              <a:rPr lang="pt-BR" sz="1200" dirty="0">
                <a:solidFill>
                  <a:srgbClr val="2B91AF"/>
                </a:solidFill>
                <a:highlight>
                  <a:srgbClr val="FFFFFF"/>
                </a:highlight>
                <a:latin typeface="Cascadia Mono" panose="020B0609020000020004" pitchFamily="49" charset="0"/>
              </a:rPr>
              <a:t>console</a:t>
            </a:r>
            <a:r>
              <a:rPr lang="pt-BR" sz="1200" dirty="0">
                <a:solidFill>
                  <a:srgbClr val="000000"/>
                </a:solidFill>
                <a:highlight>
                  <a:srgbClr val="FFFFFF"/>
                </a:highlight>
                <a:latin typeface="Cascadia Mono" panose="020B0609020000020004" pitchFamily="49" charset="0"/>
              </a:rPr>
              <a:t>.log(</a:t>
            </a:r>
            <a:r>
              <a:rPr lang="pt-BR" sz="1200" dirty="0">
                <a:solidFill>
                  <a:srgbClr val="A31515"/>
                </a:solidFill>
                <a:highlight>
                  <a:srgbClr val="FFFFFF"/>
                </a:highlight>
                <a:latin typeface="Cascadia Mono" panose="020B0609020000020004" pitchFamily="49" charset="0"/>
              </a:rPr>
              <a:t>'Filho renderizado'</a:t>
            </a:r>
            <a:r>
              <a:rPr lang="pt-BR" sz="1200" dirty="0">
                <a:solidFill>
                  <a:srgbClr val="000000"/>
                </a:solidFill>
                <a:highlight>
                  <a:srgbClr val="FFFFFF"/>
                </a:highlight>
                <a:latin typeface="Cascadia Mono" panose="020B0609020000020004" pitchFamily="49" charset="0"/>
              </a:rPr>
              <a:t>);</a:t>
            </a:r>
          </a:p>
          <a:p>
            <a:r>
              <a:rPr lang="pt-BR" sz="1200" dirty="0">
                <a:solidFill>
                  <a:srgbClr val="000000"/>
                </a:solidFill>
                <a:highlight>
                  <a:srgbClr val="FFFFFF"/>
                </a:highlight>
                <a:latin typeface="Cascadia Mono" panose="020B0609020000020004" pitchFamily="49" charset="0"/>
              </a:rPr>
              <a:t>    </a:t>
            </a:r>
            <a:r>
              <a:rPr lang="pt-BR" sz="1200" dirty="0" err="1">
                <a:solidFill>
                  <a:srgbClr val="0000FF"/>
                </a:solidFill>
                <a:highlight>
                  <a:srgbClr val="FFFFFF"/>
                </a:highlight>
                <a:latin typeface="Cascadia Mono" panose="020B0609020000020004" pitchFamily="49" charset="0"/>
              </a:rPr>
              <a:t>return</a:t>
            </a:r>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555555"/>
              </a:solidFill>
              <a:highlight>
                <a:srgbClr val="FFFFFF"/>
              </a:highlight>
              <a:latin typeface="Cascadia Mono" panose="020B0609020000020004" pitchFamily="49" charset="0"/>
            </a:endParaRPr>
          </a:p>
          <a:p>
            <a:r>
              <a:rPr lang="pt-BR" sz="1200" dirty="0">
                <a:solidFill>
                  <a:srgbClr val="555555"/>
                </a:solidFill>
                <a:highlight>
                  <a:srgbClr val="FFFFFF"/>
                </a:highlight>
                <a:latin typeface="Cascadia Mono" panose="020B0609020000020004" pitchFamily="49" charset="0"/>
              </a:rPr>
              <a:t>            Componente filho</a:t>
            </a:r>
          </a:p>
          <a:p>
            <a:r>
              <a:rPr lang="pt-BR" sz="1200" dirty="0">
                <a:solidFill>
                  <a:srgbClr val="555555"/>
                </a:solidFill>
                <a:highlight>
                  <a:srgbClr val="FFFFFF"/>
                </a:highlight>
                <a:latin typeface="Cascadia Mono" panose="020B0609020000020004" pitchFamily="49" charset="0"/>
              </a:rPr>
              <a:t>        </a:t>
            </a:r>
            <a:r>
              <a:rPr lang="pt-BR" sz="1200" dirty="0">
                <a:solidFill>
                  <a:srgbClr val="0000FF"/>
                </a:solidFill>
                <a:highlight>
                  <a:srgbClr val="FFFFFF"/>
                </a:highlight>
                <a:latin typeface="Cascadia Mono" panose="020B0609020000020004" pitchFamily="49" charset="0"/>
              </a:rPr>
              <a:t>&lt;/&gt;</a:t>
            </a:r>
            <a:endParaRPr lang="pt-BR" sz="1200" dirty="0">
              <a:solidFill>
                <a:srgbClr val="000000"/>
              </a:solidFill>
              <a:highlight>
                <a:srgbClr val="FFFFFF"/>
              </a:highlight>
              <a:latin typeface="Cascadia Mono" panose="020B0609020000020004" pitchFamily="49" charset="0"/>
            </a:endParaRPr>
          </a:p>
          <a:p>
            <a:r>
              <a:rPr lang="pt-BR" sz="1200" dirty="0">
                <a:solidFill>
                  <a:srgbClr val="000000"/>
                </a:solidFill>
                <a:highlight>
                  <a:srgbClr val="FFFFFF"/>
                </a:highlight>
                <a:latin typeface="Cascadia Mono" panose="020B0609020000020004" pitchFamily="49" charset="0"/>
              </a:rPr>
              <a:t>    )</a:t>
            </a:r>
          </a:p>
          <a:p>
            <a:r>
              <a:rPr lang="pt-BR" sz="1200" dirty="0">
                <a:solidFill>
                  <a:srgbClr val="000000"/>
                </a:solidFill>
                <a:highlight>
                  <a:srgbClr val="FFFFFF"/>
                </a:highlight>
                <a:latin typeface="Cascadia Mono" panose="020B0609020000020004" pitchFamily="49" charset="0"/>
              </a:rPr>
              <a:t>});</a:t>
            </a:r>
            <a:endParaRPr lang="pt-BR" sz="900" dirty="0"/>
          </a:p>
        </p:txBody>
      </p:sp>
    </p:spTree>
    <p:extLst>
      <p:ext uri="{BB962C8B-B14F-4D97-AF65-F5344CB8AC3E}">
        <p14:creationId xmlns:p14="http://schemas.microsoft.com/office/powerpoint/2010/main" val="974653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Como o componente filho não recebe o valor atualizado como parâmetro, ele não é atualizado.</a:t>
            </a:r>
          </a:p>
          <a:p>
            <a:pPr algn="just">
              <a:tabLst>
                <a:tab pos="0" algn="l"/>
              </a:tabLst>
            </a:pPr>
            <a:r>
              <a:rPr lang="pt-BR" sz="3200" spc="-1" dirty="0">
                <a:solidFill>
                  <a:schemeClr val="tx1"/>
                </a:solidFill>
                <a:latin typeface="Calibri Light" panose="020F0302020204030204"/>
              </a:rPr>
              <a:t>Caso ele receba esse valor como parâmetro, mesmo que não o renderize, ele será atualizado.</a:t>
            </a:r>
          </a:p>
          <a:p>
            <a:pPr algn="just">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788213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7C79AC1-11DD-CB62-B970-FEDC6120B855}"/>
              </a:ext>
            </a:extLst>
          </p:cNvPr>
          <p:cNvSpPr txBox="1"/>
          <p:nvPr/>
        </p:nvSpPr>
        <p:spPr>
          <a:xfrm>
            <a:off x="657223" y="1882230"/>
            <a:ext cx="11163301" cy="4662815"/>
          </a:xfrm>
          <a:prstGeom prst="rect">
            <a:avLst/>
          </a:prstGeom>
          <a:noFill/>
        </p:spPr>
        <p:txBody>
          <a:bodyPr wrap="square">
            <a:spAutoFit/>
          </a:bodyPr>
          <a:lstStyle/>
          <a:p>
            <a:r>
              <a:rPr lang="pt-BR" sz="900" dirty="0">
                <a:solidFill>
                  <a:srgbClr val="A31515"/>
                </a:solidFill>
                <a:highlight>
                  <a:srgbClr val="FFFFFF"/>
                </a:highlight>
                <a:latin typeface="Cascadia Mono" panose="020B0609020000020004" pitchFamily="49" charset="0"/>
              </a:rPr>
              <a:t>'use </a:t>
            </a:r>
            <a:r>
              <a:rPr lang="pt-BR" sz="900" dirty="0" err="1">
                <a:solidFill>
                  <a:srgbClr val="A31515"/>
                </a:solidFill>
                <a:highlight>
                  <a:srgbClr val="FFFFFF"/>
                </a:highlight>
                <a:latin typeface="Cascadia Mono" panose="020B0609020000020004" pitchFamily="49" charset="0"/>
              </a:rPr>
              <a:t>client</a:t>
            </a:r>
            <a:r>
              <a:rPr lang="pt-BR" sz="900" dirty="0">
                <a:solidFill>
                  <a:srgbClr val="A31515"/>
                </a:solidFill>
                <a:highlight>
                  <a:srgbClr val="FFFFFF"/>
                </a:highlight>
                <a:latin typeface="Cascadia Mono" panose="020B0609020000020004" pitchFamily="49" charset="0"/>
              </a:rPr>
              <a:t>'</a:t>
            </a:r>
            <a:endParaRPr lang="pt-BR" sz="900" dirty="0">
              <a:solidFill>
                <a:srgbClr val="000000"/>
              </a:solidFill>
              <a:highlight>
                <a:srgbClr val="FFFFFF"/>
              </a:highlight>
              <a:latin typeface="Cascadia Mono" panose="020B0609020000020004" pitchFamily="49" charset="0"/>
            </a:endParaRPr>
          </a:p>
          <a:p>
            <a:endParaRPr lang="pt-BR" sz="900" dirty="0">
              <a:solidFill>
                <a:srgbClr val="000000"/>
              </a:solidFill>
              <a:highlight>
                <a:srgbClr val="FFFFFF"/>
              </a:highlight>
              <a:latin typeface="Cascadia Mono" panose="020B0609020000020004" pitchFamily="49" charset="0"/>
            </a:endParaRPr>
          </a:p>
          <a:p>
            <a:r>
              <a:rPr lang="en-US" sz="900" dirty="0">
                <a:solidFill>
                  <a:srgbClr val="0000FF"/>
                </a:solidFill>
                <a:highlight>
                  <a:srgbClr val="FFFFFF"/>
                </a:highlight>
                <a:latin typeface="Cascadia Mono" panose="020B0609020000020004" pitchFamily="49" charset="0"/>
              </a:rPr>
              <a:t>import</a:t>
            </a:r>
            <a:r>
              <a:rPr lang="en-US" sz="900" dirty="0">
                <a:solidFill>
                  <a:srgbClr val="000000"/>
                </a:solidFill>
                <a:highlight>
                  <a:srgbClr val="FFFFFF"/>
                </a:highlight>
                <a:latin typeface="Cascadia Mono" panose="020B0609020000020004" pitchFamily="49" charset="0"/>
              </a:rPr>
              <a:t> { memo, </a:t>
            </a:r>
            <a:r>
              <a:rPr lang="en-US" sz="900" dirty="0" err="1">
                <a:solidFill>
                  <a:srgbClr val="000000"/>
                </a:solidFill>
                <a:highlight>
                  <a:srgbClr val="FFFFFF"/>
                </a:highlight>
                <a:latin typeface="Cascadia Mono" panose="020B0609020000020004" pitchFamily="49" charset="0"/>
              </a:rPr>
              <a:t>useState</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from</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"react"</a:t>
            </a:r>
            <a:r>
              <a:rPr lang="en-US" sz="900" dirty="0">
                <a:solidFill>
                  <a:srgbClr val="000000"/>
                </a:solidFill>
                <a:highlight>
                  <a:srgbClr val="FFFFFF"/>
                </a:highlight>
                <a:latin typeface="Cascadia Mono" panose="020B0609020000020004" pitchFamily="49" charset="0"/>
              </a:rPr>
              <a:t>;</a:t>
            </a:r>
          </a:p>
          <a:p>
            <a:endParaRPr lang="pt-BR" sz="900" dirty="0">
              <a:solidFill>
                <a:srgbClr val="000000"/>
              </a:solidFill>
              <a:highlight>
                <a:srgbClr val="FFFFFF"/>
              </a:highlight>
              <a:latin typeface="Cascadia Mono" panose="020B0609020000020004" pitchFamily="49" charset="0"/>
            </a:endParaRPr>
          </a:p>
          <a:p>
            <a:r>
              <a:rPr lang="pt-BR" sz="900" dirty="0" err="1">
                <a:solidFill>
                  <a:srgbClr val="0000FF"/>
                </a:solidFill>
                <a:highlight>
                  <a:srgbClr val="FFFFFF"/>
                </a:highlight>
                <a:latin typeface="Cascadia Mono" panose="020B0609020000020004" pitchFamily="49" charset="0"/>
              </a:rPr>
              <a:t>export</a:t>
            </a:r>
            <a:r>
              <a:rPr lang="pt-BR" sz="900" dirty="0">
                <a:solidFill>
                  <a:srgbClr val="000000"/>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default</a:t>
            </a:r>
            <a:r>
              <a:rPr lang="pt-BR" sz="900" dirty="0">
                <a:solidFill>
                  <a:srgbClr val="000000"/>
                </a:solidFill>
                <a:highlight>
                  <a:srgbClr val="FFFFFF"/>
                </a:highlight>
                <a:latin typeface="Cascadia Mono" panose="020B0609020000020004" pitchFamily="49" charset="0"/>
              </a:rPr>
              <a:t> </a:t>
            </a:r>
            <a:r>
              <a:rPr lang="pt-BR" sz="900" dirty="0" err="1">
                <a:solidFill>
                  <a:srgbClr val="0000FF"/>
                </a:solidFill>
                <a:highlight>
                  <a:srgbClr val="FFFFFF"/>
                </a:highlight>
                <a:latin typeface="Cascadia Mono" panose="020B0609020000020004" pitchFamily="49" charset="0"/>
              </a:rPr>
              <a:t>function</a:t>
            </a:r>
            <a:r>
              <a:rPr lang="pt-BR" sz="900" dirty="0">
                <a:solidFill>
                  <a:srgbClr val="000000"/>
                </a:solidFill>
                <a:highlight>
                  <a:srgbClr val="FFFFFF"/>
                </a:highlight>
                <a:latin typeface="Cascadia Mono" panose="020B0609020000020004" pitchFamily="49" charset="0"/>
              </a:rPr>
              <a:t> Home() {</a:t>
            </a:r>
          </a:p>
          <a:p>
            <a:r>
              <a:rPr lang="pt-BR" sz="900" dirty="0">
                <a:solidFill>
                  <a:srgbClr val="000000"/>
                </a:solidFill>
                <a:highlight>
                  <a:srgbClr val="FFFFFF"/>
                </a:highlight>
                <a:latin typeface="Cascadia Mono" panose="020B0609020000020004" pitchFamily="49" charset="0"/>
              </a:rPr>
              <a:t>    </a:t>
            </a:r>
            <a:r>
              <a:rPr lang="pt-BR" sz="900" dirty="0">
                <a:solidFill>
                  <a:srgbClr val="2B91AF"/>
                </a:solidFill>
                <a:highlight>
                  <a:srgbClr val="FFFFFF"/>
                </a:highlight>
                <a:latin typeface="Cascadia Mono" panose="020B0609020000020004" pitchFamily="49" charset="0"/>
              </a:rPr>
              <a:t>console</a:t>
            </a:r>
            <a:r>
              <a:rPr lang="pt-BR" sz="900" dirty="0">
                <a:solidFill>
                  <a:srgbClr val="000000"/>
                </a:solidFill>
                <a:highlight>
                  <a:srgbClr val="FFFFFF"/>
                </a:highlight>
                <a:latin typeface="Cascadia Mono" panose="020B0609020000020004" pitchFamily="49" charset="0"/>
              </a:rPr>
              <a:t>.log(</a:t>
            </a:r>
            <a:r>
              <a:rPr lang="pt-BR" sz="900" dirty="0">
                <a:solidFill>
                  <a:srgbClr val="A31515"/>
                </a:solidFill>
                <a:highlight>
                  <a:srgbClr val="FFFFFF"/>
                </a:highlight>
                <a:latin typeface="Cascadia Mono" panose="020B0609020000020004" pitchFamily="49" charset="0"/>
              </a:rPr>
              <a:t>'Pai renderizado'</a:t>
            </a:r>
            <a:r>
              <a:rPr lang="pt-BR" sz="900" dirty="0">
                <a:solidFill>
                  <a:srgbClr val="000000"/>
                </a:solidFill>
                <a:highlight>
                  <a:srgbClr val="FFFFFF"/>
                </a:highlight>
                <a:latin typeface="Cascadia Mono" panose="020B0609020000020004" pitchFamily="49" charset="0"/>
              </a:rPr>
              <a:t>);</a:t>
            </a:r>
          </a:p>
          <a:p>
            <a:endParaRPr lang="pt-BR" sz="900" dirty="0">
              <a:solidFill>
                <a:srgbClr val="000000"/>
              </a:solidFill>
              <a:highlight>
                <a:srgbClr val="FFFFFF"/>
              </a:highlight>
              <a:latin typeface="Cascadia Mono" panose="020B0609020000020004" pitchFamily="49" charset="0"/>
            </a:endParaRPr>
          </a:p>
          <a:p>
            <a:r>
              <a:rPr lang="pt-BR" sz="900" dirty="0">
                <a:solidFill>
                  <a:srgbClr val="000000"/>
                </a:solidFill>
                <a:highlight>
                  <a:srgbClr val="FFFFFF"/>
                </a:highlight>
                <a:latin typeface="Cascadia Mono" panose="020B0609020000020004" pitchFamily="49" charset="0"/>
              </a:rPr>
              <a:t>    </a:t>
            </a:r>
            <a:r>
              <a:rPr lang="pt-BR" sz="900" dirty="0" err="1">
                <a:solidFill>
                  <a:srgbClr val="0000FF"/>
                </a:solidFill>
                <a:highlight>
                  <a:srgbClr val="FFFFFF"/>
                </a:highlight>
                <a:latin typeface="Cascadia Mono" panose="020B0609020000020004" pitchFamily="49" charset="0"/>
              </a:rPr>
              <a:t>const</a:t>
            </a:r>
            <a:r>
              <a:rPr lang="pt-BR" sz="900" dirty="0">
                <a:solidFill>
                  <a:srgbClr val="000000"/>
                </a:solidFill>
                <a:highlight>
                  <a:srgbClr val="FFFFFF"/>
                </a:highlight>
                <a:latin typeface="Cascadia Mono" panose="020B0609020000020004" pitchFamily="49" charset="0"/>
              </a:rPr>
              <a:t> [valor, </a:t>
            </a:r>
            <a:r>
              <a:rPr lang="pt-BR" sz="900" dirty="0" err="1">
                <a:solidFill>
                  <a:srgbClr val="000000"/>
                </a:solidFill>
                <a:highlight>
                  <a:srgbClr val="FFFFFF"/>
                </a:highlight>
                <a:latin typeface="Cascadia Mono" panose="020B0609020000020004" pitchFamily="49" charset="0"/>
              </a:rPr>
              <a:t>setValor</a:t>
            </a:r>
            <a:r>
              <a:rPr lang="pt-BR" sz="900" dirty="0">
                <a:solidFill>
                  <a:srgbClr val="000000"/>
                </a:solidFill>
                <a:highlight>
                  <a:srgbClr val="FFFFFF"/>
                </a:highlight>
                <a:latin typeface="Cascadia Mono" panose="020B0609020000020004" pitchFamily="49" charset="0"/>
              </a:rPr>
              <a:t>] = </a:t>
            </a:r>
            <a:r>
              <a:rPr lang="pt-BR" sz="900" dirty="0" err="1">
                <a:solidFill>
                  <a:srgbClr val="000000"/>
                </a:solidFill>
                <a:highlight>
                  <a:srgbClr val="FFFFFF"/>
                </a:highlight>
                <a:latin typeface="Cascadia Mono" panose="020B0609020000020004" pitchFamily="49" charset="0"/>
              </a:rPr>
              <a:t>useState</a:t>
            </a:r>
            <a:r>
              <a:rPr lang="pt-BR" sz="900" dirty="0">
                <a:solidFill>
                  <a:srgbClr val="000000"/>
                </a:solidFill>
                <a:highlight>
                  <a:srgbClr val="FFFFFF"/>
                </a:highlight>
                <a:latin typeface="Cascadia Mono" panose="020B0609020000020004" pitchFamily="49" charset="0"/>
              </a:rPr>
              <a:t>(0);</a:t>
            </a:r>
          </a:p>
          <a:p>
            <a:r>
              <a:rPr lang="pt-BR" sz="900" dirty="0">
                <a:solidFill>
                  <a:srgbClr val="000000"/>
                </a:solidFill>
                <a:highlight>
                  <a:srgbClr val="FFFFFF"/>
                </a:highlight>
                <a:latin typeface="Cascadia Mono" panose="020B0609020000020004" pitchFamily="49" charset="0"/>
              </a:rPr>
              <a:t>    </a:t>
            </a:r>
            <a:r>
              <a:rPr lang="pt-BR" sz="900" dirty="0" err="1">
                <a:solidFill>
                  <a:srgbClr val="0000FF"/>
                </a:solidFill>
                <a:highlight>
                  <a:srgbClr val="FFFFFF"/>
                </a:highlight>
                <a:latin typeface="Cascadia Mono" panose="020B0609020000020004" pitchFamily="49" charset="0"/>
              </a:rPr>
              <a:t>const</a:t>
            </a:r>
            <a:r>
              <a:rPr lang="pt-BR" sz="900" dirty="0">
                <a:solidFill>
                  <a:srgbClr val="000000"/>
                </a:solidFill>
                <a:highlight>
                  <a:srgbClr val="FFFFFF"/>
                </a:highlight>
                <a:latin typeface="Cascadia Mono" panose="020B0609020000020004" pitchFamily="49" charset="0"/>
              </a:rPr>
              <a:t> [valor2, setValor2] = </a:t>
            </a:r>
            <a:r>
              <a:rPr lang="pt-BR" sz="900" dirty="0" err="1">
                <a:solidFill>
                  <a:srgbClr val="000000"/>
                </a:solidFill>
                <a:highlight>
                  <a:srgbClr val="FFFFFF"/>
                </a:highlight>
                <a:latin typeface="Cascadia Mono" panose="020B0609020000020004" pitchFamily="49" charset="0"/>
              </a:rPr>
              <a:t>useState</a:t>
            </a:r>
            <a:r>
              <a:rPr lang="pt-BR" sz="900" dirty="0">
                <a:solidFill>
                  <a:srgbClr val="000000"/>
                </a:solidFill>
                <a:highlight>
                  <a:srgbClr val="FFFFFF"/>
                </a:highlight>
                <a:latin typeface="Cascadia Mono" panose="020B0609020000020004" pitchFamily="49" charset="0"/>
              </a:rPr>
              <a:t>(0);</a:t>
            </a:r>
          </a:p>
          <a:p>
            <a:endParaRPr lang="pt-BR" sz="900" dirty="0">
              <a:solidFill>
                <a:srgbClr val="000000"/>
              </a:solidFill>
              <a:highlight>
                <a:srgbClr val="FFFFFF"/>
              </a:highlight>
              <a:latin typeface="Cascadia Mono" panose="020B0609020000020004" pitchFamily="49" charset="0"/>
            </a:endParaRPr>
          </a:p>
          <a:p>
            <a:r>
              <a:rPr lang="pt-BR" sz="900" dirty="0">
                <a:solidFill>
                  <a:srgbClr val="000000"/>
                </a:solidFill>
                <a:highlight>
                  <a:srgbClr val="FFFFFF"/>
                </a:highlight>
                <a:latin typeface="Cascadia Mono" panose="020B0609020000020004" pitchFamily="49" charset="0"/>
              </a:rPr>
              <a:t>    </a:t>
            </a:r>
            <a:r>
              <a:rPr lang="pt-BR" sz="900" dirty="0" err="1">
                <a:solidFill>
                  <a:srgbClr val="0000FF"/>
                </a:solidFill>
                <a:highlight>
                  <a:srgbClr val="FFFFFF"/>
                </a:highlight>
                <a:latin typeface="Cascadia Mono" panose="020B0609020000020004" pitchFamily="49" charset="0"/>
              </a:rPr>
              <a:t>return</a:t>
            </a:r>
            <a:r>
              <a:rPr lang="pt-BR" sz="900" dirty="0">
                <a:solidFill>
                  <a:srgbClr val="000000"/>
                </a:solidFill>
                <a:highlight>
                  <a:srgbClr val="FFFFFF"/>
                </a:highlight>
                <a:latin typeface="Cascadia Mono" panose="020B0609020000020004" pitchFamily="49" charset="0"/>
              </a:rPr>
              <a:t> (</a:t>
            </a:r>
          </a:p>
          <a:p>
            <a:r>
              <a:rPr lang="pt-BR" sz="900" dirty="0">
                <a:solidFill>
                  <a:srgbClr val="000000"/>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div</a:t>
            </a:r>
            <a:r>
              <a:rPr lang="pt-BR" sz="900" dirty="0">
                <a:solidFill>
                  <a:srgbClr val="800000"/>
                </a:solidFill>
                <a:highlight>
                  <a:srgbClr val="FFFFFF"/>
                </a:highlight>
                <a:latin typeface="Cascadia Mono" panose="020B0609020000020004" pitchFamily="49" charset="0"/>
              </a:rPr>
              <a:t> </a:t>
            </a:r>
            <a:r>
              <a:rPr lang="pt-BR" sz="900" dirty="0" err="1">
                <a:solidFill>
                  <a:srgbClr val="FF0000"/>
                </a:solidFill>
                <a:highlight>
                  <a:srgbClr val="FFFFFF"/>
                </a:highlight>
                <a:latin typeface="Cascadia Mono" panose="020B0609020000020004" pitchFamily="49" charset="0"/>
              </a:rPr>
              <a:t>className</a:t>
            </a:r>
            <a:r>
              <a:rPr lang="pt-BR" sz="900" dirty="0">
                <a:solidFill>
                  <a:srgbClr val="000000"/>
                </a:solidFill>
                <a:highlight>
                  <a:srgbClr val="FFFFFF"/>
                </a:highlight>
                <a:latin typeface="Cascadia Mono" panose="020B0609020000020004" pitchFamily="49" charset="0"/>
              </a:rPr>
              <a:t>=</a:t>
            </a:r>
            <a:r>
              <a:rPr lang="pt-BR" sz="900" dirty="0">
                <a:solidFill>
                  <a:srgbClr val="A31515"/>
                </a:solidFill>
                <a:highlight>
                  <a:srgbClr val="FFFFFF"/>
                </a:highlight>
                <a:latin typeface="Cascadia Mono" panose="020B0609020000020004" pitchFamily="49" charset="0"/>
              </a:rPr>
              <a:t>"</a:t>
            </a:r>
            <a:r>
              <a:rPr lang="pt-BR" sz="900" dirty="0" err="1">
                <a:solidFill>
                  <a:srgbClr val="A31515"/>
                </a:solidFill>
                <a:highlight>
                  <a:srgbClr val="FFFFFF"/>
                </a:highlight>
                <a:latin typeface="Cascadia Mono" panose="020B0609020000020004" pitchFamily="49" charset="0"/>
              </a:rPr>
              <a:t>flex</a:t>
            </a:r>
            <a:r>
              <a:rPr lang="pt-BR" sz="900" dirty="0">
                <a:solidFill>
                  <a:srgbClr val="A31515"/>
                </a:solidFill>
                <a:highlight>
                  <a:srgbClr val="FFFFFF"/>
                </a:highlight>
                <a:latin typeface="Cascadia Mono" panose="020B0609020000020004" pitchFamily="49" charset="0"/>
              </a:rPr>
              <a:t> </a:t>
            </a:r>
            <a:r>
              <a:rPr lang="pt-BR" sz="900" dirty="0" err="1">
                <a:solidFill>
                  <a:srgbClr val="A31515"/>
                </a:solidFill>
                <a:highlight>
                  <a:srgbClr val="FFFFFF"/>
                </a:highlight>
                <a:latin typeface="Cascadia Mono" panose="020B0609020000020004" pitchFamily="49" charset="0"/>
              </a:rPr>
              <a:t>flex-col</a:t>
            </a:r>
            <a:r>
              <a:rPr lang="pt-BR" sz="900" dirty="0">
                <a:solidFill>
                  <a:srgbClr val="A31515"/>
                </a:solidFill>
                <a:highlight>
                  <a:srgbClr val="FFFFFF"/>
                </a:highlight>
                <a:latin typeface="Cascadia Mono" panose="020B0609020000020004" pitchFamily="49" charset="0"/>
              </a:rPr>
              <a:t>"</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a:solidFill>
                  <a:srgbClr val="800000"/>
                </a:solidFill>
                <a:highlight>
                  <a:srgbClr val="FFFFFF"/>
                </a:highlight>
                <a:latin typeface="Cascadia Mono" panose="020B0609020000020004" pitchFamily="49" charset="0"/>
              </a:rPr>
              <a:t>p</a:t>
            </a:r>
            <a:r>
              <a:rPr lang="pt-BR" sz="900" dirty="0">
                <a:solidFill>
                  <a:srgbClr val="0000FF"/>
                </a:solidFill>
                <a:highlight>
                  <a:srgbClr val="FFFFFF"/>
                </a:highlight>
                <a:latin typeface="Cascadia Mono" panose="020B0609020000020004" pitchFamily="49" charset="0"/>
              </a:rPr>
              <a:t>&gt;</a:t>
            </a:r>
            <a:r>
              <a:rPr lang="pt-BR" sz="900" dirty="0">
                <a:solidFill>
                  <a:srgbClr val="555555"/>
                </a:solidFill>
                <a:highlight>
                  <a:srgbClr val="FFFFFF"/>
                </a:highlight>
                <a:latin typeface="Cascadia Mono" panose="020B0609020000020004" pitchFamily="49" charset="0"/>
              </a:rPr>
              <a:t>valor1 = </a:t>
            </a:r>
            <a:r>
              <a:rPr lang="pt-BR" sz="900" dirty="0">
                <a:solidFill>
                  <a:srgbClr val="000000"/>
                </a:solidFill>
                <a:highlight>
                  <a:srgbClr val="FFFFFF"/>
                </a:highlight>
                <a:latin typeface="Cascadia Mono" panose="020B0609020000020004" pitchFamily="49" charset="0"/>
              </a:rPr>
              <a:t>{valor}</a:t>
            </a:r>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a:solidFill>
                  <a:srgbClr val="800000"/>
                </a:solidFill>
                <a:highlight>
                  <a:srgbClr val="FFFFFF"/>
                </a:highlight>
                <a:latin typeface="Cascadia Mono" panose="020B0609020000020004" pitchFamily="49" charset="0"/>
              </a:rPr>
              <a:t>p</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a:solidFill>
                  <a:srgbClr val="800000"/>
                </a:solidFill>
                <a:highlight>
                  <a:srgbClr val="FFFFFF"/>
                </a:highlight>
                <a:latin typeface="Cascadia Mono" panose="020B0609020000020004" pitchFamily="49" charset="0"/>
              </a:rPr>
              <a:t>p</a:t>
            </a:r>
            <a:r>
              <a:rPr lang="pt-BR" sz="900" dirty="0">
                <a:solidFill>
                  <a:srgbClr val="0000FF"/>
                </a:solidFill>
                <a:highlight>
                  <a:srgbClr val="FFFFFF"/>
                </a:highlight>
                <a:latin typeface="Cascadia Mono" panose="020B0609020000020004" pitchFamily="49" charset="0"/>
              </a:rPr>
              <a:t>&gt;</a:t>
            </a:r>
            <a:r>
              <a:rPr lang="pt-BR" sz="900" dirty="0">
                <a:solidFill>
                  <a:srgbClr val="555555"/>
                </a:solidFill>
                <a:highlight>
                  <a:srgbClr val="FFFFFF"/>
                </a:highlight>
                <a:latin typeface="Cascadia Mono" panose="020B0609020000020004" pitchFamily="49" charset="0"/>
              </a:rPr>
              <a:t>valor2 = </a:t>
            </a:r>
            <a:r>
              <a:rPr lang="pt-BR" sz="900" dirty="0">
                <a:solidFill>
                  <a:srgbClr val="000000"/>
                </a:solidFill>
                <a:highlight>
                  <a:srgbClr val="FFFFFF"/>
                </a:highlight>
                <a:latin typeface="Cascadia Mono" panose="020B0609020000020004" pitchFamily="49" charset="0"/>
              </a:rPr>
              <a:t>{valor2}</a:t>
            </a:r>
            <a:r>
              <a:rPr lang="pt-BR" sz="900" dirty="0">
                <a:solidFill>
                  <a:srgbClr val="0000FF"/>
                </a:solidFill>
                <a:highlight>
                  <a:srgbClr val="FFFFFF"/>
                </a:highlight>
                <a:latin typeface="Cascadia Mono" panose="020B0609020000020004" pitchFamily="49" charset="0"/>
              </a:rPr>
              <a:t>&lt;/</a:t>
            </a:r>
            <a:r>
              <a:rPr lang="pt-BR" sz="900" dirty="0">
                <a:solidFill>
                  <a:srgbClr val="800000"/>
                </a:solidFill>
                <a:highlight>
                  <a:srgbClr val="FFFFFF"/>
                </a:highlight>
                <a:latin typeface="Cascadia Mono" panose="020B0609020000020004" pitchFamily="49" charset="0"/>
              </a:rPr>
              <a:t>p</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div</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button</a:t>
            </a:r>
            <a:r>
              <a:rPr lang="pt-BR" sz="900" dirty="0">
                <a:solidFill>
                  <a:srgbClr val="800000"/>
                </a:solidFill>
                <a:highlight>
                  <a:srgbClr val="FFFFFF"/>
                </a:highlight>
                <a:latin typeface="Cascadia Mono" panose="020B0609020000020004" pitchFamily="49" charset="0"/>
              </a:rPr>
              <a:t> </a:t>
            </a:r>
            <a:r>
              <a:rPr lang="pt-BR" sz="900" dirty="0" err="1">
                <a:solidFill>
                  <a:srgbClr val="FF0000"/>
                </a:solidFill>
                <a:highlight>
                  <a:srgbClr val="FFFFFF"/>
                </a:highlight>
                <a:latin typeface="Cascadia Mono" panose="020B0609020000020004" pitchFamily="49" charset="0"/>
              </a:rPr>
              <a:t>onClick</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=&gt;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err="1">
                <a:solidFill>
                  <a:srgbClr val="000000"/>
                </a:solidFill>
                <a:highlight>
                  <a:srgbClr val="FFFFFF"/>
                </a:highlight>
                <a:latin typeface="Cascadia Mono" panose="020B0609020000020004" pitchFamily="49" charset="0"/>
              </a:rPr>
              <a:t>setValor</a:t>
            </a:r>
            <a:r>
              <a:rPr lang="pt-BR" sz="900" dirty="0">
                <a:solidFill>
                  <a:srgbClr val="000000"/>
                </a:solidFill>
                <a:highlight>
                  <a:srgbClr val="FFFFFF"/>
                </a:highlight>
                <a:latin typeface="Cascadia Mono" panose="020B0609020000020004" pitchFamily="49" charset="0"/>
              </a:rPr>
              <a:t>(p</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=&gt;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p</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1)</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err="1">
                <a:solidFill>
                  <a:srgbClr val="FF0000"/>
                </a:solidFill>
                <a:highlight>
                  <a:srgbClr val="FFFFFF"/>
                </a:highlight>
                <a:latin typeface="Cascadia Mono" panose="020B0609020000020004" pitchFamily="49" charset="0"/>
              </a:rPr>
              <a:t>className</a:t>
            </a:r>
            <a:r>
              <a:rPr lang="pt-BR" sz="900" dirty="0">
                <a:solidFill>
                  <a:srgbClr val="000000"/>
                </a:solidFill>
                <a:highlight>
                  <a:srgbClr val="FFFFFF"/>
                </a:highlight>
                <a:latin typeface="Cascadia Mono" panose="020B0609020000020004" pitchFamily="49" charset="0"/>
              </a:rPr>
              <a:t>=</a:t>
            </a:r>
            <a:r>
              <a:rPr lang="pt-BR" sz="900" dirty="0">
                <a:solidFill>
                  <a:srgbClr val="A31515"/>
                </a:solidFill>
                <a:highlight>
                  <a:srgbClr val="FFFFFF"/>
                </a:highlight>
                <a:latin typeface="Cascadia Mono" panose="020B0609020000020004" pitchFamily="49" charset="0"/>
              </a:rPr>
              <a:t>"px-4 py-2 bg-blue-200 hover:bg-blue-300 active:bg-blue-400 </a:t>
            </a:r>
            <a:r>
              <a:rPr lang="pt-BR" sz="900" dirty="0" err="1">
                <a:solidFill>
                  <a:srgbClr val="A31515"/>
                </a:solidFill>
                <a:highlight>
                  <a:srgbClr val="FFFFFF"/>
                </a:highlight>
                <a:latin typeface="Cascadia Mono" panose="020B0609020000020004" pitchFamily="49" charset="0"/>
              </a:rPr>
              <a:t>rounded</a:t>
            </a:r>
            <a:r>
              <a:rPr lang="pt-BR" sz="900" dirty="0">
                <a:solidFill>
                  <a:srgbClr val="A31515"/>
                </a:solidFill>
                <a:highlight>
                  <a:srgbClr val="FFFFFF"/>
                </a:highlight>
                <a:latin typeface="Cascadia Mono" panose="020B0609020000020004" pitchFamily="49" charset="0"/>
              </a:rPr>
              <a:t>"</a:t>
            </a:r>
            <a:r>
              <a:rPr lang="pt-BR" sz="900" dirty="0">
                <a:solidFill>
                  <a:srgbClr val="0000FF"/>
                </a:solidFill>
                <a:highlight>
                  <a:srgbClr val="FFFFFF"/>
                </a:highlight>
                <a:latin typeface="Cascadia Mono" panose="020B0609020000020004" pitchFamily="49" charset="0"/>
              </a:rPr>
              <a:t>&gt;</a:t>
            </a:r>
            <a:r>
              <a:rPr lang="pt-BR" sz="900" dirty="0">
                <a:solidFill>
                  <a:srgbClr val="555555"/>
                </a:solidFill>
                <a:highlight>
                  <a:srgbClr val="FFFFFF"/>
                </a:highlight>
                <a:latin typeface="Cascadia Mono" panose="020B0609020000020004" pitchFamily="49" charset="0"/>
              </a:rPr>
              <a:t>Aumentar valor 1</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button</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button</a:t>
            </a:r>
            <a:r>
              <a:rPr lang="pt-BR" sz="900" dirty="0">
                <a:solidFill>
                  <a:srgbClr val="800000"/>
                </a:solidFill>
                <a:highlight>
                  <a:srgbClr val="FFFFFF"/>
                </a:highlight>
                <a:latin typeface="Cascadia Mono" panose="020B0609020000020004" pitchFamily="49" charset="0"/>
              </a:rPr>
              <a:t> </a:t>
            </a:r>
            <a:r>
              <a:rPr lang="pt-BR" sz="900" dirty="0" err="1">
                <a:solidFill>
                  <a:srgbClr val="FF0000"/>
                </a:solidFill>
                <a:highlight>
                  <a:srgbClr val="FFFFFF"/>
                </a:highlight>
                <a:latin typeface="Cascadia Mono" panose="020B0609020000020004" pitchFamily="49" charset="0"/>
              </a:rPr>
              <a:t>onClick</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=&gt;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setValor2(p</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=&gt;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p</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1)</a:t>
            </a:r>
            <a:r>
              <a:rPr lang="pt-BR" sz="900" dirty="0">
                <a:solidFill>
                  <a:srgbClr val="800000"/>
                </a:solidFill>
                <a:highlight>
                  <a:srgbClr val="FFFFFF"/>
                </a:highlight>
                <a:latin typeface="Cascadia Mono" panose="020B0609020000020004" pitchFamily="49" charset="0"/>
              </a:rPr>
              <a:t> </a:t>
            </a:r>
            <a:r>
              <a:rPr lang="pt-BR" sz="900" dirty="0">
                <a:solidFill>
                  <a:srgbClr val="000000"/>
                </a:solidFill>
                <a:highlight>
                  <a:srgbClr val="FFFFFF"/>
                </a:highlight>
                <a:latin typeface="Cascadia Mono" panose="020B0609020000020004" pitchFamily="49" charset="0"/>
              </a:rPr>
              <a:t>}}</a:t>
            </a:r>
            <a:r>
              <a:rPr lang="pt-BR" sz="900" dirty="0">
                <a:solidFill>
                  <a:srgbClr val="800000"/>
                </a:solidFill>
                <a:highlight>
                  <a:srgbClr val="FFFFFF"/>
                </a:highlight>
                <a:latin typeface="Cascadia Mono" panose="020B0609020000020004" pitchFamily="49" charset="0"/>
              </a:rPr>
              <a:t> </a:t>
            </a:r>
            <a:r>
              <a:rPr lang="pt-BR" sz="900" dirty="0" err="1">
                <a:solidFill>
                  <a:srgbClr val="FF0000"/>
                </a:solidFill>
                <a:highlight>
                  <a:srgbClr val="FFFFFF"/>
                </a:highlight>
                <a:latin typeface="Cascadia Mono" panose="020B0609020000020004" pitchFamily="49" charset="0"/>
              </a:rPr>
              <a:t>className</a:t>
            </a:r>
            <a:r>
              <a:rPr lang="pt-BR" sz="900" dirty="0">
                <a:solidFill>
                  <a:srgbClr val="000000"/>
                </a:solidFill>
                <a:highlight>
                  <a:srgbClr val="FFFFFF"/>
                </a:highlight>
                <a:latin typeface="Cascadia Mono" panose="020B0609020000020004" pitchFamily="49" charset="0"/>
              </a:rPr>
              <a:t>=</a:t>
            </a:r>
            <a:r>
              <a:rPr lang="pt-BR" sz="900" dirty="0">
                <a:solidFill>
                  <a:srgbClr val="A31515"/>
                </a:solidFill>
                <a:highlight>
                  <a:srgbClr val="FFFFFF"/>
                </a:highlight>
                <a:latin typeface="Cascadia Mono" panose="020B0609020000020004" pitchFamily="49" charset="0"/>
              </a:rPr>
              <a:t>"px-4 py-2 bg-red-200 hover:bg-red-300 active:bg-red-400 </a:t>
            </a:r>
            <a:r>
              <a:rPr lang="pt-BR" sz="900" dirty="0" err="1">
                <a:solidFill>
                  <a:srgbClr val="A31515"/>
                </a:solidFill>
                <a:highlight>
                  <a:srgbClr val="FFFFFF"/>
                </a:highlight>
                <a:latin typeface="Cascadia Mono" panose="020B0609020000020004" pitchFamily="49" charset="0"/>
              </a:rPr>
              <a:t>rounded</a:t>
            </a:r>
            <a:r>
              <a:rPr lang="pt-BR" sz="900" dirty="0">
                <a:solidFill>
                  <a:srgbClr val="A31515"/>
                </a:solidFill>
                <a:highlight>
                  <a:srgbClr val="FFFFFF"/>
                </a:highlight>
                <a:latin typeface="Cascadia Mono" panose="020B0609020000020004" pitchFamily="49" charset="0"/>
              </a:rPr>
              <a:t>"</a:t>
            </a:r>
            <a:r>
              <a:rPr lang="pt-BR" sz="900" dirty="0">
                <a:solidFill>
                  <a:srgbClr val="0000FF"/>
                </a:solidFill>
                <a:highlight>
                  <a:srgbClr val="FFFFFF"/>
                </a:highlight>
                <a:latin typeface="Cascadia Mono" panose="020B0609020000020004" pitchFamily="49" charset="0"/>
              </a:rPr>
              <a:t>&gt;</a:t>
            </a:r>
            <a:r>
              <a:rPr lang="pt-BR" sz="900" dirty="0">
                <a:solidFill>
                  <a:srgbClr val="555555"/>
                </a:solidFill>
                <a:highlight>
                  <a:srgbClr val="FFFFFF"/>
                </a:highlight>
                <a:latin typeface="Cascadia Mono" panose="020B0609020000020004" pitchFamily="49" charset="0"/>
              </a:rPr>
              <a:t>Aumentar valor 2</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button</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div</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a:solidFill>
                  <a:srgbClr val="2B91AF"/>
                </a:solidFill>
                <a:highlight>
                  <a:srgbClr val="FFFFFF"/>
                </a:highlight>
                <a:latin typeface="Cascadia Mono" panose="020B0609020000020004" pitchFamily="49" charset="0"/>
              </a:rPr>
              <a:t>Filho</a:t>
            </a:r>
            <a:r>
              <a:rPr lang="pt-BR" sz="900" dirty="0">
                <a:solidFill>
                  <a:srgbClr val="800000"/>
                </a:solidFill>
                <a:highlight>
                  <a:srgbClr val="FFFFFF"/>
                </a:highlight>
                <a:latin typeface="Cascadia Mono" panose="020B0609020000020004" pitchFamily="49" charset="0"/>
              </a:rPr>
              <a:t> </a:t>
            </a:r>
            <a:r>
              <a:rPr lang="pt-BR" sz="900" dirty="0">
                <a:solidFill>
                  <a:srgbClr val="FF0000"/>
                </a:solidFill>
                <a:highlight>
                  <a:srgbClr val="FFFFFF"/>
                </a:highlight>
                <a:latin typeface="Cascadia Mono" panose="020B0609020000020004" pitchFamily="49" charset="0"/>
              </a:rPr>
              <a:t>valor</a:t>
            </a:r>
            <a:r>
              <a:rPr lang="pt-BR" sz="900" dirty="0">
                <a:solidFill>
                  <a:srgbClr val="000000"/>
                </a:solidFill>
                <a:highlight>
                  <a:srgbClr val="FFFFFF"/>
                </a:highlight>
                <a:latin typeface="Cascadia Mono" panose="020B0609020000020004" pitchFamily="49" charset="0"/>
              </a:rPr>
              <a:t>={valor}</a:t>
            </a:r>
            <a:r>
              <a:rPr lang="pt-BR" sz="900" dirty="0">
                <a:solidFill>
                  <a:srgbClr val="800000"/>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a:t>
            </a:r>
            <a:r>
              <a:rPr lang="pt-BR" sz="900" dirty="0" err="1">
                <a:solidFill>
                  <a:srgbClr val="800000"/>
                </a:solidFill>
                <a:highlight>
                  <a:srgbClr val="FFFFFF"/>
                </a:highlight>
                <a:latin typeface="Cascadia Mono" panose="020B0609020000020004" pitchFamily="49" charset="0"/>
              </a:rPr>
              <a:t>div</a:t>
            </a:r>
            <a:r>
              <a:rPr lang="pt-BR" sz="900" dirty="0">
                <a:solidFill>
                  <a:srgbClr val="0000FF"/>
                </a:solidFill>
                <a:highlight>
                  <a:srgbClr val="FFFFFF"/>
                </a:highlight>
                <a:latin typeface="Cascadia Mono" panose="020B0609020000020004" pitchFamily="49" charset="0"/>
              </a:rPr>
              <a:t>&gt;</a:t>
            </a:r>
            <a:endParaRPr lang="pt-BR" sz="900" dirty="0">
              <a:solidFill>
                <a:srgbClr val="000000"/>
              </a:solidFill>
              <a:highlight>
                <a:srgbClr val="FFFFFF"/>
              </a:highlight>
              <a:latin typeface="Cascadia Mono" panose="020B0609020000020004" pitchFamily="49" charset="0"/>
            </a:endParaRPr>
          </a:p>
          <a:p>
            <a:r>
              <a:rPr lang="pt-BR" sz="900" dirty="0">
                <a:solidFill>
                  <a:srgbClr val="000000"/>
                </a:solidFill>
                <a:highlight>
                  <a:srgbClr val="FFFFFF"/>
                </a:highlight>
                <a:latin typeface="Cascadia Mono" panose="020B0609020000020004" pitchFamily="49" charset="0"/>
              </a:rPr>
              <a:t>    )</a:t>
            </a:r>
          </a:p>
          <a:p>
            <a:r>
              <a:rPr lang="pt-BR" sz="900" dirty="0">
                <a:solidFill>
                  <a:srgbClr val="000000"/>
                </a:solidFill>
                <a:highlight>
                  <a:srgbClr val="FFFFFF"/>
                </a:highlight>
                <a:latin typeface="Cascadia Mono" panose="020B0609020000020004" pitchFamily="49" charset="0"/>
              </a:rPr>
              <a:t>}</a:t>
            </a:r>
          </a:p>
          <a:p>
            <a:endParaRPr lang="pt-BR" sz="900" dirty="0">
              <a:solidFill>
                <a:srgbClr val="000000"/>
              </a:solidFill>
              <a:highlight>
                <a:srgbClr val="FFFFFF"/>
              </a:highlight>
              <a:latin typeface="Cascadia Mono" panose="020B0609020000020004" pitchFamily="49" charset="0"/>
            </a:endParaRPr>
          </a:p>
          <a:p>
            <a:r>
              <a:rPr lang="pt-BR" sz="900" dirty="0" err="1">
                <a:solidFill>
                  <a:srgbClr val="0000FF"/>
                </a:solidFill>
                <a:highlight>
                  <a:srgbClr val="FFFFFF"/>
                </a:highlight>
                <a:latin typeface="Cascadia Mono" panose="020B0609020000020004" pitchFamily="49" charset="0"/>
              </a:rPr>
              <a:t>const</a:t>
            </a:r>
            <a:r>
              <a:rPr lang="pt-BR" sz="900" dirty="0">
                <a:solidFill>
                  <a:srgbClr val="000000"/>
                </a:solidFill>
                <a:highlight>
                  <a:srgbClr val="FFFFFF"/>
                </a:highlight>
                <a:latin typeface="Cascadia Mono" panose="020B0609020000020004" pitchFamily="49" charset="0"/>
              </a:rPr>
              <a:t> Filho = memo(({ valor }) =&gt; {</a:t>
            </a:r>
          </a:p>
          <a:p>
            <a:r>
              <a:rPr lang="pt-BR" sz="900" dirty="0">
                <a:solidFill>
                  <a:srgbClr val="000000"/>
                </a:solidFill>
                <a:highlight>
                  <a:srgbClr val="FFFFFF"/>
                </a:highlight>
                <a:latin typeface="Cascadia Mono" panose="020B0609020000020004" pitchFamily="49" charset="0"/>
              </a:rPr>
              <a:t>    </a:t>
            </a:r>
            <a:r>
              <a:rPr lang="pt-BR" sz="900" dirty="0">
                <a:solidFill>
                  <a:srgbClr val="2B91AF"/>
                </a:solidFill>
                <a:highlight>
                  <a:srgbClr val="FFFFFF"/>
                </a:highlight>
                <a:latin typeface="Cascadia Mono" panose="020B0609020000020004" pitchFamily="49" charset="0"/>
              </a:rPr>
              <a:t>console</a:t>
            </a:r>
            <a:r>
              <a:rPr lang="pt-BR" sz="900" dirty="0">
                <a:solidFill>
                  <a:srgbClr val="000000"/>
                </a:solidFill>
                <a:highlight>
                  <a:srgbClr val="FFFFFF"/>
                </a:highlight>
                <a:latin typeface="Cascadia Mono" panose="020B0609020000020004" pitchFamily="49" charset="0"/>
              </a:rPr>
              <a:t>.log(</a:t>
            </a:r>
            <a:r>
              <a:rPr lang="pt-BR" sz="900" dirty="0">
                <a:solidFill>
                  <a:srgbClr val="A31515"/>
                </a:solidFill>
                <a:highlight>
                  <a:srgbClr val="FFFFFF"/>
                </a:highlight>
                <a:latin typeface="Cascadia Mono" panose="020B0609020000020004" pitchFamily="49" charset="0"/>
              </a:rPr>
              <a:t>'Filho renderizado'</a:t>
            </a:r>
            <a:r>
              <a:rPr lang="pt-BR" sz="900" dirty="0">
                <a:solidFill>
                  <a:srgbClr val="000000"/>
                </a:solidFill>
                <a:highlight>
                  <a:srgbClr val="FFFFFF"/>
                </a:highlight>
                <a:latin typeface="Cascadia Mono" panose="020B0609020000020004" pitchFamily="49" charset="0"/>
              </a:rPr>
              <a:t>);</a:t>
            </a:r>
          </a:p>
          <a:p>
            <a:r>
              <a:rPr lang="pt-BR" sz="900" dirty="0">
                <a:solidFill>
                  <a:srgbClr val="000000"/>
                </a:solidFill>
                <a:highlight>
                  <a:srgbClr val="FFFFFF"/>
                </a:highlight>
                <a:latin typeface="Cascadia Mono" panose="020B0609020000020004" pitchFamily="49" charset="0"/>
              </a:rPr>
              <a:t>    </a:t>
            </a:r>
            <a:r>
              <a:rPr lang="pt-BR" sz="900" dirty="0" err="1">
                <a:solidFill>
                  <a:srgbClr val="0000FF"/>
                </a:solidFill>
                <a:highlight>
                  <a:srgbClr val="FFFFFF"/>
                </a:highlight>
                <a:latin typeface="Cascadia Mono" panose="020B0609020000020004" pitchFamily="49" charset="0"/>
              </a:rPr>
              <a:t>return</a:t>
            </a:r>
            <a:r>
              <a:rPr lang="pt-BR" sz="900" dirty="0">
                <a:solidFill>
                  <a:srgbClr val="000000"/>
                </a:solidFill>
                <a:highlight>
                  <a:srgbClr val="FFFFFF"/>
                </a:highlight>
                <a:latin typeface="Cascadia Mono" panose="020B0609020000020004" pitchFamily="49" charset="0"/>
              </a:rPr>
              <a:t> (</a:t>
            </a:r>
          </a:p>
          <a:p>
            <a:r>
              <a:rPr lang="pt-BR" sz="900" dirty="0">
                <a:solidFill>
                  <a:srgbClr val="000000"/>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&lt;&gt;</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Componente filho. Pai possui valor </a:t>
            </a:r>
            <a:r>
              <a:rPr lang="pt-BR" sz="900" dirty="0">
                <a:solidFill>
                  <a:srgbClr val="000000"/>
                </a:solidFill>
                <a:highlight>
                  <a:srgbClr val="FFFFFF"/>
                </a:highlight>
                <a:latin typeface="Cascadia Mono" panose="020B0609020000020004" pitchFamily="49" charset="0"/>
              </a:rPr>
              <a:t>{valor}</a:t>
            </a:r>
            <a:endParaRPr lang="pt-BR" sz="900" dirty="0">
              <a:solidFill>
                <a:srgbClr val="555555"/>
              </a:solidFill>
              <a:highlight>
                <a:srgbClr val="FFFFFF"/>
              </a:highlight>
              <a:latin typeface="Cascadia Mono" panose="020B0609020000020004" pitchFamily="49" charset="0"/>
            </a:endParaRPr>
          </a:p>
          <a:p>
            <a:r>
              <a:rPr lang="pt-BR" sz="900" dirty="0">
                <a:solidFill>
                  <a:srgbClr val="555555"/>
                </a:solidFill>
                <a:highlight>
                  <a:srgbClr val="FFFFFF"/>
                </a:highlight>
                <a:latin typeface="Cascadia Mono" panose="020B0609020000020004" pitchFamily="49" charset="0"/>
              </a:rPr>
              <a:t>        </a:t>
            </a:r>
            <a:r>
              <a:rPr lang="pt-BR" sz="900" dirty="0">
                <a:solidFill>
                  <a:srgbClr val="0000FF"/>
                </a:solidFill>
                <a:highlight>
                  <a:srgbClr val="FFFFFF"/>
                </a:highlight>
                <a:latin typeface="Cascadia Mono" panose="020B0609020000020004" pitchFamily="49" charset="0"/>
              </a:rPr>
              <a:t>&lt;/&gt;</a:t>
            </a:r>
            <a:endParaRPr lang="pt-BR" sz="900" dirty="0">
              <a:solidFill>
                <a:srgbClr val="000000"/>
              </a:solidFill>
              <a:highlight>
                <a:srgbClr val="FFFFFF"/>
              </a:highlight>
              <a:latin typeface="Cascadia Mono" panose="020B0609020000020004" pitchFamily="49" charset="0"/>
            </a:endParaRPr>
          </a:p>
          <a:p>
            <a:r>
              <a:rPr lang="pt-BR" sz="900" dirty="0">
                <a:solidFill>
                  <a:srgbClr val="000000"/>
                </a:solidFill>
                <a:highlight>
                  <a:srgbClr val="FFFFFF"/>
                </a:highlight>
                <a:latin typeface="Cascadia Mono" panose="020B0609020000020004" pitchFamily="49" charset="0"/>
              </a:rPr>
              <a:t>    )</a:t>
            </a:r>
          </a:p>
          <a:p>
            <a:r>
              <a:rPr lang="pt-BR" sz="900" dirty="0">
                <a:solidFill>
                  <a:srgbClr val="000000"/>
                </a:solidFill>
                <a:highlight>
                  <a:srgbClr val="FFFFFF"/>
                </a:highlight>
                <a:latin typeface="Cascadia Mono" panose="020B0609020000020004" pitchFamily="49" charset="0"/>
              </a:rPr>
              <a:t>});</a:t>
            </a:r>
            <a:endParaRPr lang="pt-BR" sz="900" dirty="0"/>
          </a:p>
        </p:txBody>
      </p:sp>
    </p:spTree>
    <p:extLst>
      <p:ext uri="{BB962C8B-B14F-4D97-AF65-F5344CB8AC3E}">
        <p14:creationId xmlns:p14="http://schemas.microsoft.com/office/powerpoint/2010/main" val="282667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Se criarmos uma função para resetar o estado </a:t>
            </a:r>
            <a:r>
              <a:rPr lang="pt-BR" sz="3200" b="1" spc="-1" dirty="0">
                <a:solidFill>
                  <a:schemeClr val="tx1"/>
                </a:solidFill>
                <a:latin typeface="Calibri Light" panose="020F0302020204030204"/>
              </a:rPr>
              <a:t>valor</a:t>
            </a:r>
            <a:r>
              <a:rPr lang="pt-BR" sz="3200" spc="-1" dirty="0">
                <a:solidFill>
                  <a:schemeClr val="tx1"/>
                </a:solidFill>
                <a:latin typeface="Calibri Light" panose="020F0302020204030204"/>
              </a:rPr>
              <a:t>, sua execução irá renderizar novamente o componente filho, pois o valor a exibir será atualizado (se o valor for diferente de zero).</a:t>
            </a:r>
          </a:p>
          <a:p>
            <a:pPr algn="just">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2447918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7C79AC1-11DD-CB62-B970-FEDC6120B855}"/>
              </a:ext>
            </a:extLst>
          </p:cNvPr>
          <p:cNvSpPr txBox="1"/>
          <p:nvPr/>
        </p:nvSpPr>
        <p:spPr>
          <a:xfrm>
            <a:off x="657223" y="1882230"/>
            <a:ext cx="11163301" cy="4524315"/>
          </a:xfrm>
          <a:prstGeom prst="rect">
            <a:avLst/>
          </a:prstGeom>
          <a:noFill/>
        </p:spPr>
        <p:txBody>
          <a:bodyPr wrap="square">
            <a:spAutoFit/>
          </a:bodyPr>
          <a:lstStyle/>
          <a:p>
            <a:r>
              <a:rPr lang="pt-BR" sz="800" dirty="0">
                <a:solidFill>
                  <a:srgbClr val="A31515"/>
                </a:solidFill>
                <a:highlight>
                  <a:srgbClr val="FFFFFF"/>
                </a:highlight>
                <a:latin typeface="Cascadia Mono" panose="020B0609020000020004" pitchFamily="49" charset="0"/>
              </a:rPr>
              <a:t>'use </a:t>
            </a:r>
            <a:r>
              <a:rPr lang="pt-BR" sz="800" dirty="0" err="1">
                <a:solidFill>
                  <a:srgbClr val="A31515"/>
                </a:solidFill>
                <a:highlight>
                  <a:srgbClr val="FFFFFF"/>
                </a:highlight>
                <a:latin typeface="Cascadia Mono" panose="020B0609020000020004" pitchFamily="49" charset="0"/>
              </a:rPr>
              <a:t>client</a:t>
            </a:r>
            <a:r>
              <a:rPr lang="pt-BR" sz="800" dirty="0">
                <a:solidFill>
                  <a:srgbClr val="A31515"/>
                </a:solidFill>
                <a:highlight>
                  <a:srgbClr val="FFFFFF"/>
                </a:highlight>
                <a:latin typeface="Cascadia Mono" panose="020B0609020000020004" pitchFamily="49" charset="0"/>
              </a:rPr>
              <a:t>'</a:t>
            </a:r>
            <a:endParaRPr lang="pt-BR" sz="800" dirty="0">
              <a:solidFill>
                <a:srgbClr val="000000"/>
              </a:solidFill>
              <a:highlight>
                <a:srgbClr val="FFFFFF"/>
              </a:highlight>
              <a:latin typeface="Cascadia Mono" panose="020B0609020000020004" pitchFamily="49" charset="0"/>
            </a:endParaRPr>
          </a:p>
          <a:p>
            <a:endParaRPr lang="pt-BR" sz="800" dirty="0">
              <a:solidFill>
                <a:srgbClr val="000000"/>
              </a:solidFill>
              <a:highlight>
                <a:srgbClr val="FFFFFF"/>
              </a:highlight>
              <a:latin typeface="Cascadia Mono" panose="020B0609020000020004" pitchFamily="49" charset="0"/>
            </a:endParaRPr>
          </a:p>
          <a:p>
            <a:r>
              <a:rPr lang="en-US" sz="800" dirty="0">
                <a:solidFill>
                  <a:srgbClr val="0000FF"/>
                </a:solidFill>
                <a:highlight>
                  <a:srgbClr val="FFFFFF"/>
                </a:highlight>
                <a:latin typeface="Cascadia Mono" panose="020B0609020000020004" pitchFamily="49" charset="0"/>
              </a:rPr>
              <a:t>import</a:t>
            </a:r>
            <a:r>
              <a:rPr lang="en-US" sz="800" dirty="0">
                <a:solidFill>
                  <a:srgbClr val="000000"/>
                </a:solidFill>
                <a:highlight>
                  <a:srgbClr val="FFFFFF"/>
                </a:highlight>
                <a:latin typeface="Cascadia Mono" panose="020B0609020000020004" pitchFamily="49" charset="0"/>
              </a:rPr>
              <a:t> { memo, </a:t>
            </a:r>
            <a:r>
              <a:rPr lang="en-US" sz="800" dirty="0" err="1">
                <a:solidFill>
                  <a:srgbClr val="000000"/>
                </a:solidFill>
                <a:highlight>
                  <a:srgbClr val="FFFFFF"/>
                </a:highlight>
                <a:latin typeface="Cascadia Mono" panose="020B0609020000020004" pitchFamily="49" charset="0"/>
              </a:rPr>
              <a:t>useState</a:t>
            </a:r>
            <a:r>
              <a:rPr lang="en-US" sz="800" dirty="0">
                <a:solidFill>
                  <a:srgbClr val="000000"/>
                </a:solidFill>
                <a:highlight>
                  <a:srgbClr val="FFFFFF"/>
                </a:highlight>
                <a:latin typeface="Cascadia Mono" panose="020B0609020000020004" pitchFamily="49" charset="0"/>
              </a:rPr>
              <a:t> } </a:t>
            </a:r>
            <a:r>
              <a:rPr lang="en-US" sz="800" dirty="0">
                <a:solidFill>
                  <a:srgbClr val="0000FF"/>
                </a:solidFill>
                <a:highlight>
                  <a:srgbClr val="FFFFFF"/>
                </a:highlight>
                <a:latin typeface="Cascadia Mono" panose="020B0609020000020004" pitchFamily="49" charset="0"/>
              </a:rPr>
              <a:t>from</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"react"</a:t>
            </a:r>
            <a:r>
              <a:rPr lang="en-US"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export</a:t>
            </a:r>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default</a:t>
            </a:r>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function</a:t>
            </a:r>
            <a:r>
              <a:rPr lang="pt-BR" sz="800" dirty="0">
                <a:solidFill>
                  <a:srgbClr val="000000"/>
                </a:solidFill>
                <a:highlight>
                  <a:srgbClr val="FFFFFF"/>
                </a:highlight>
                <a:latin typeface="Cascadia Mono" panose="020B0609020000020004" pitchFamily="49" charset="0"/>
              </a:rPr>
              <a:t> Home()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'Pai renderizado'</a:t>
            </a:r>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[valor2, setValor2]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resetar = () =&gt; {</a:t>
            </a:r>
          </a:p>
          <a:p>
            <a:r>
              <a:rPr lang="pt-BR" sz="800" dirty="0">
                <a:solidFill>
                  <a:srgbClr val="0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(0);</a:t>
            </a:r>
          </a:p>
          <a:p>
            <a:r>
              <a:rPr lang="pt-BR" sz="800" dirty="0">
                <a:solidFill>
                  <a:srgbClr val="000000"/>
                </a:solidFill>
                <a:highlight>
                  <a:srgbClr val="FFFFFF"/>
                </a:highlight>
                <a:latin typeface="Cascadia Mono" panose="020B0609020000020004" pitchFamily="49" charset="0"/>
              </a:rPr>
              <a:t>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flex</a:t>
            </a:r>
            <a:r>
              <a:rPr lang="pt-BR" sz="800" dirty="0">
                <a:solidFill>
                  <a:srgbClr val="A31515"/>
                </a:solidFill>
                <a:highlight>
                  <a:srgbClr val="FFFFFF"/>
                </a:highlight>
                <a:latin typeface="Cascadia Mono" panose="020B0609020000020004" pitchFamily="49" charset="0"/>
              </a:rPr>
              <a:t> </a:t>
            </a:r>
            <a:r>
              <a:rPr lang="pt-BR" sz="800" dirty="0" err="1">
                <a:solidFill>
                  <a:srgbClr val="A31515"/>
                </a:solidFill>
                <a:highlight>
                  <a:srgbClr val="FFFFFF"/>
                </a:highlight>
                <a:latin typeface="Cascadia Mono" panose="020B0609020000020004" pitchFamily="49" charset="0"/>
              </a:rPr>
              <a:t>flex-col</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valor1 = </a:t>
            </a:r>
            <a:r>
              <a:rPr lang="pt-BR" sz="800" dirty="0">
                <a:solidFill>
                  <a:srgbClr val="000000"/>
                </a:solidFill>
                <a:highlight>
                  <a:srgbClr val="FFFFFF"/>
                </a:highlight>
                <a:latin typeface="Cascadia Mono" panose="020B0609020000020004" pitchFamily="49" charset="0"/>
              </a:rPr>
              <a:t>{valor}</a:t>
            </a:r>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valor2 = </a:t>
            </a:r>
            <a:r>
              <a:rPr lang="pt-BR" sz="800" dirty="0">
                <a:solidFill>
                  <a:srgbClr val="000000"/>
                </a:solidFill>
                <a:highlight>
                  <a:srgbClr val="FFFFFF"/>
                </a:highlight>
                <a:latin typeface="Cascadia Mono" panose="020B0609020000020004" pitchFamily="49" charset="0"/>
              </a:rPr>
              <a:t>{valor2}</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bg-blue-200 hover:bg-blue-300 active:bg-blue-400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1</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setValor2(p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bg-red-200 hover:bg-red-300 active:bg-red-400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={resetar}</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bg-purple-200 hover:bg-purple-300 active:bg-purple-400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Resetar valor 1</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2B91AF"/>
                </a:solidFill>
                <a:highlight>
                  <a:srgbClr val="FFFFFF"/>
                </a:highlight>
                <a:latin typeface="Cascadia Mono" panose="020B0609020000020004" pitchFamily="49" charset="0"/>
              </a:rPr>
              <a:t>Filho</a:t>
            </a:r>
            <a:r>
              <a:rPr lang="pt-BR" sz="800" dirty="0">
                <a:solidFill>
                  <a:srgbClr val="800000"/>
                </a:solidFill>
                <a:highlight>
                  <a:srgbClr val="FFFFFF"/>
                </a:highlight>
                <a:latin typeface="Cascadia Mono" panose="020B0609020000020004" pitchFamily="49" charset="0"/>
              </a:rPr>
              <a:t> </a:t>
            </a:r>
            <a:r>
              <a:rPr lang="pt-BR" sz="800" dirty="0">
                <a:solidFill>
                  <a:srgbClr val="FF0000"/>
                </a:solidFill>
                <a:highlight>
                  <a:srgbClr val="FFFFFF"/>
                </a:highlight>
                <a:latin typeface="Cascadia Mono" panose="020B0609020000020004" pitchFamily="49" charset="0"/>
              </a:rPr>
              <a:t>valor</a:t>
            </a:r>
            <a:r>
              <a:rPr lang="pt-BR" sz="800" dirty="0">
                <a:solidFill>
                  <a:srgbClr val="000000"/>
                </a:solidFill>
                <a:highlight>
                  <a:srgbClr val="FFFFFF"/>
                </a:highlight>
                <a:latin typeface="Cascadia Mono" panose="020B0609020000020004" pitchFamily="49" charset="0"/>
              </a:rPr>
              <a:t>={valor}</a:t>
            </a:r>
            <a:r>
              <a:rPr lang="pt-BR" sz="800" dirty="0">
                <a:solidFill>
                  <a:srgbClr val="8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Filho = memo(({ valor }) =&gt;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'Filho renderizado'</a:t>
            </a:r>
            <a:r>
              <a:rPr lang="pt-BR" sz="800" dirty="0">
                <a:solidFill>
                  <a:srgbClr val="000000"/>
                </a:solidFill>
                <a:highlight>
                  <a:srgbClr val="FFFFFF"/>
                </a:highlight>
                <a:latin typeface="Cascadia Mono" panose="020B0609020000020004" pitchFamily="49" charset="0"/>
              </a:rPr>
              <a:t>);</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Componente filho. Pai possui valor </a:t>
            </a:r>
            <a:r>
              <a:rPr lang="pt-BR" sz="800" dirty="0">
                <a:solidFill>
                  <a:srgbClr val="000000"/>
                </a:solidFill>
                <a:highlight>
                  <a:srgbClr val="FFFFFF"/>
                </a:highlight>
                <a:latin typeface="Cascadia Mono" panose="020B0609020000020004" pitchFamily="49" charset="0"/>
              </a:rPr>
              <a:t>{valor}</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endParaRPr lang="pt-BR" sz="100" dirty="0"/>
          </a:p>
        </p:txBody>
      </p:sp>
    </p:spTree>
    <p:extLst>
      <p:ext uri="{BB962C8B-B14F-4D97-AF65-F5344CB8AC3E}">
        <p14:creationId xmlns:p14="http://schemas.microsoft.com/office/powerpoint/2010/main" val="4256597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656"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Se alterarmos essa função para resetar o estado </a:t>
            </a:r>
            <a:r>
              <a:rPr lang="pt-BR" sz="3200" b="1" spc="-1" dirty="0">
                <a:solidFill>
                  <a:schemeClr val="tx1"/>
                </a:solidFill>
                <a:latin typeface="Calibri Light" panose="020F0302020204030204"/>
              </a:rPr>
              <a:t>valor2</a:t>
            </a:r>
            <a:r>
              <a:rPr lang="pt-BR" sz="3200" spc="-1" dirty="0">
                <a:solidFill>
                  <a:schemeClr val="tx1"/>
                </a:solidFill>
                <a:latin typeface="Calibri Light" panose="020F0302020204030204"/>
              </a:rPr>
              <a:t>, sua execução </a:t>
            </a:r>
            <a:r>
              <a:rPr lang="pt-BR" sz="3200" b="1" spc="-1" dirty="0">
                <a:solidFill>
                  <a:srgbClr val="FF0000"/>
                </a:solidFill>
                <a:latin typeface="Calibri Light" panose="020F0302020204030204"/>
              </a:rPr>
              <a:t>não </a:t>
            </a:r>
            <a:r>
              <a:rPr lang="pt-BR" sz="3200" spc="-1" dirty="0">
                <a:solidFill>
                  <a:schemeClr val="tx1"/>
                </a:solidFill>
                <a:latin typeface="Calibri Light" panose="020F0302020204030204"/>
              </a:rPr>
              <a:t>irá renderizar novamente o componente filho, pois ele não é passado para este componente.</a:t>
            </a:r>
          </a:p>
          <a:p>
            <a:pPr algn="just">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3889968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7C79AC1-11DD-CB62-B970-FEDC6120B855}"/>
              </a:ext>
            </a:extLst>
          </p:cNvPr>
          <p:cNvSpPr txBox="1"/>
          <p:nvPr/>
        </p:nvSpPr>
        <p:spPr>
          <a:xfrm>
            <a:off x="657223" y="1882230"/>
            <a:ext cx="11163301" cy="4524315"/>
          </a:xfrm>
          <a:prstGeom prst="rect">
            <a:avLst/>
          </a:prstGeom>
          <a:noFill/>
        </p:spPr>
        <p:txBody>
          <a:bodyPr wrap="square">
            <a:spAutoFit/>
          </a:bodyPr>
          <a:lstStyle/>
          <a:p>
            <a:r>
              <a:rPr lang="pt-BR" sz="800" dirty="0">
                <a:solidFill>
                  <a:srgbClr val="A31515"/>
                </a:solidFill>
                <a:highlight>
                  <a:srgbClr val="FFFFFF"/>
                </a:highlight>
                <a:latin typeface="Cascadia Mono" panose="020B0609020000020004" pitchFamily="49" charset="0"/>
              </a:rPr>
              <a:t>'use </a:t>
            </a:r>
            <a:r>
              <a:rPr lang="pt-BR" sz="800" dirty="0" err="1">
                <a:solidFill>
                  <a:srgbClr val="A31515"/>
                </a:solidFill>
                <a:highlight>
                  <a:srgbClr val="FFFFFF"/>
                </a:highlight>
                <a:latin typeface="Cascadia Mono" panose="020B0609020000020004" pitchFamily="49" charset="0"/>
              </a:rPr>
              <a:t>client</a:t>
            </a:r>
            <a:r>
              <a:rPr lang="pt-BR" sz="800" dirty="0">
                <a:solidFill>
                  <a:srgbClr val="A31515"/>
                </a:solidFill>
                <a:highlight>
                  <a:srgbClr val="FFFFFF"/>
                </a:highlight>
                <a:latin typeface="Cascadia Mono" panose="020B0609020000020004" pitchFamily="49" charset="0"/>
              </a:rPr>
              <a:t>'</a:t>
            </a:r>
            <a:endParaRPr lang="pt-BR" sz="800" dirty="0">
              <a:solidFill>
                <a:srgbClr val="000000"/>
              </a:solidFill>
              <a:highlight>
                <a:srgbClr val="FFFFFF"/>
              </a:highlight>
              <a:latin typeface="Cascadia Mono" panose="020B0609020000020004" pitchFamily="49" charset="0"/>
            </a:endParaRPr>
          </a:p>
          <a:p>
            <a:endParaRPr lang="pt-BR" sz="800" dirty="0">
              <a:solidFill>
                <a:srgbClr val="000000"/>
              </a:solidFill>
              <a:highlight>
                <a:srgbClr val="FFFFFF"/>
              </a:highlight>
              <a:latin typeface="Cascadia Mono" panose="020B0609020000020004" pitchFamily="49" charset="0"/>
            </a:endParaRPr>
          </a:p>
          <a:p>
            <a:r>
              <a:rPr lang="en-US" sz="800" dirty="0">
                <a:solidFill>
                  <a:srgbClr val="0000FF"/>
                </a:solidFill>
                <a:highlight>
                  <a:srgbClr val="FFFFFF"/>
                </a:highlight>
                <a:latin typeface="Cascadia Mono" panose="020B0609020000020004" pitchFamily="49" charset="0"/>
              </a:rPr>
              <a:t>import</a:t>
            </a:r>
            <a:r>
              <a:rPr lang="en-US" sz="800" dirty="0">
                <a:solidFill>
                  <a:srgbClr val="000000"/>
                </a:solidFill>
                <a:highlight>
                  <a:srgbClr val="FFFFFF"/>
                </a:highlight>
                <a:latin typeface="Cascadia Mono" panose="020B0609020000020004" pitchFamily="49" charset="0"/>
              </a:rPr>
              <a:t> { memo, </a:t>
            </a:r>
            <a:r>
              <a:rPr lang="en-US" sz="800" dirty="0" err="1">
                <a:solidFill>
                  <a:srgbClr val="000000"/>
                </a:solidFill>
                <a:highlight>
                  <a:srgbClr val="FFFFFF"/>
                </a:highlight>
                <a:latin typeface="Cascadia Mono" panose="020B0609020000020004" pitchFamily="49" charset="0"/>
              </a:rPr>
              <a:t>useState</a:t>
            </a:r>
            <a:r>
              <a:rPr lang="en-US" sz="800" dirty="0">
                <a:solidFill>
                  <a:srgbClr val="000000"/>
                </a:solidFill>
                <a:highlight>
                  <a:srgbClr val="FFFFFF"/>
                </a:highlight>
                <a:latin typeface="Cascadia Mono" panose="020B0609020000020004" pitchFamily="49" charset="0"/>
              </a:rPr>
              <a:t> } </a:t>
            </a:r>
            <a:r>
              <a:rPr lang="en-US" sz="800" dirty="0">
                <a:solidFill>
                  <a:srgbClr val="0000FF"/>
                </a:solidFill>
                <a:highlight>
                  <a:srgbClr val="FFFFFF"/>
                </a:highlight>
                <a:latin typeface="Cascadia Mono" panose="020B0609020000020004" pitchFamily="49" charset="0"/>
              </a:rPr>
              <a:t>from</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"react"</a:t>
            </a:r>
            <a:r>
              <a:rPr lang="en-US"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export</a:t>
            </a:r>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default</a:t>
            </a:r>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function</a:t>
            </a:r>
            <a:r>
              <a:rPr lang="pt-BR" sz="800" dirty="0">
                <a:solidFill>
                  <a:srgbClr val="000000"/>
                </a:solidFill>
                <a:highlight>
                  <a:srgbClr val="FFFFFF"/>
                </a:highlight>
                <a:latin typeface="Cascadia Mono" panose="020B0609020000020004" pitchFamily="49" charset="0"/>
              </a:rPr>
              <a:t> Home()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'Pai renderizado'</a:t>
            </a:r>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[valor2, setValor2]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resetar = () =&gt; {</a:t>
            </a:r>
          </a:p>
          <a:p>
            <a:r>
              <a:rPr lang="pt-BR" sz="800" dirty="0">
                <a:solidFill>
                  <a:srgbClr val="000000"/>
                </a:solidFill>
                <a:highlight>
                  <a:srgbClr val="FFFFFF"/>
                </a:highlight>
                <a:latin typeface="Cascadia Mono" panose="020B0609020000020004" pitchFamily="49" charset="0"/>
              </a:rPr>
              <a:t>        setValor2(0);</a:t>
            </a:r>
          </a:p>
          <a:p>
            <a:r>
              <a:rPr lang="pt-BR" sz="800" dirty="0">
                <a:solidFill>
                  <a:srgbClr val="000000"/>
                </a:solidFill>
                <a:highlight>
                  <a:srgbClr val="FFFFFF"/>
                </a:highlight>
                <a:latin typeface="Cascadia Mono" panose="020B0609020000020004" pitchFamily="49" charset="0"/>
              </a:rPr>
              <a:t>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flex</a:t>
            </a:r>
            <a:r>
              <a:rPr lang="pt-BR" sz="800" dirty="0">
                <a:solidFill>
                  <a:srgbClr val="A31515"/>
                </a:solidFill>
                <a:highlight>
                  <a:srgbClr val="FFFFFF"/>
                </a:highlight>
                <a:latin typeface="Cascadia Mono" panose="020B0609020000020004" pitchFamily="49" charset="0"/>
              </a:rPr>
              <a:t> </a:t>
            </a:r>
            <a:r>
              <a:rPr lang="pt-BR" sz="800" dirty="0" err="1">
                <a:solidFill>
                  <a:srgbClr val="A31515"/>
                </a:solidFill>
                <a:highlight>
                  <a:srgbClr val="FFFFFF"/>
                </a:highlight>
                <a:latin typeface="Cascadia Mono" panose="020B0609020000020004" pitchFamily="49" charset="0"/>
              </a:rPr>
              <a:t>flex-col</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valor1 = </a:t>
            </a:r>
            <a:r>
              <a:rPr lang="pt-BR" sz="800" dirty="0">
                <a:solidFill>
                  <a:srgbClr val="000000"/>
                </a:solidFill>
                <a:highlight>
                  <a:srgbClr val="FFFFFF"/>
                </a:highlight>
                <a:latin typeface="Cascadia Mono" panose="020B0609020000020004" pitchFamily="49" charset="0"/>
              </a:rPr>
              <a:t>{valor}</a:t>
            </a:r>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valor2 = </a:t>
            </a:r>
            <a:r>
              <a:rPr lang="pt-BR" sz="800" dirty="0">
                <a:solidFill>
                  <a:srgbClr val="000000"/>
                </a:solidFill>
                <a:highlight>
                  <a:srgbClr val="FFFFFF"/>
                </a:highlight>
                <a:latin typeface="Cascadia Mono" panose="020B0609020000020004" pitchFamily="49" charset="0"/>
              </a:rPr>
              <a:t>{valor2}</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bg-blue-200 hover:bg-blue-300 active:bg-blue-400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1</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setValor2(p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bg-red-200 hover:bg-red-300 active:bg-red-400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={resetar}</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bg-purple-200 hover:bg-purple-300 active:bg-purple-400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Resetar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2B91AF"/>
                </a:solidFill>
                <a:highlight>
                  <a:srgbClr val="FFFFFF"/>
                </a:highlight>
                <a:latin typeface="Cascadia Mono" panose="020B0609020000020004" pitchFamily="49" charset="0"/>
              </a:rPr>
              <a:t>Filho</a:t>
            </a:r>
            <a:r>
              <a:rPr lang="pt-BR" sz="800" dirty="0">
                <a:solidFill>
                  <a:srgbClr val="800000"/>
                </a:solidFill>
                <a:highlight>
                  <a:srgbClr val="FFFFFF"/>
                </a:highlight>
                <a:latin typeface="Cascadia Mono" panose="020B0609020000020004" pitchFamily="49" charset="0"/>
              </a:rPr>
              <a:t> </a:t>
            </a:r>
            <a:r>
              <a:rPr lang="pt-BR" sz="800" dirty="0">
                <a:solidFill>
                  <a:srgbClr val="FF0000"/>
                </a:solidFill>
                <a:highlight>
                  <a:srgbClr val="FFFFFF"/>
                </a:highlight>
                <a:latin typeface="Cascadia Mono" panose="020B0609020000020004" pitchFamily="49" charset="0"/>
              </a:rPr>
              <a:t>valor</a:t>
            </a:r>
            <a:r>
              <a:rPr lang="pt-BR" sz="800" dirty="0">
                <a:solidFill>
                  <a:srgbClr val="000000"/>
                </a:solidFill>
                <a:highlight>
                  <a:srgbClr val="FFFFFF"/>
                </a:highlight>
                <a:latin typeface="Cascadia Mono" panose="020B0609020000020004" pitchFamily="49" charset="0"/>
              </a:rPr>
              <a:t>={valor}</a:t>
            </a:r>
            <a:r>
              <a:rPr lang="pt-BR" sz="800" dirty="0">
                <a:solidFill>
                  <a:srgbClr val="8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Filho = memo(({ valor }) =&gt;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'Filho renderizado'</a:t>
            </a:r>
            <a:r>
              <a:rPr lang="pt-BR" sz="800" dirty="0">
                <a:solidFill>
                  <a:srgbClr val="000000"/>
                </a:solidFill>
                <a:highlight>
                  <a:srgbClr val="FFFFFF"/>
                </a:highlight>
                <a:latin typeface="Cascadia Mono" panose="020B0609020000020004" pitchFamily="49" charset="0"/>
              </a:rPr>
              <a:t>);</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Componente filho. Pai possui valor </a:t>
            </a:r>
            <a:r>
              <a:rPr lang="pt-BR" sz="800" dirty="0">
                <a:solidFill>
                  <a:srgbClr val="000000"/>
                </a:solidFill>
                <a:highlight>
                  <a:srgbClr val="FFFFFF"/>
                </a:highlight>
                <a:latin typeface="Cascadia Mono" panose="020B0609020000020004" pitchFamily="49" charset="0"/>
              </a:rPr>
              <a:t>{valor}</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endParaRPr lang="pt-BR" sz="100" dirty="0"/>
          </a:p>
        </p:txBody>
      </p:sp>
    </p:spTree>
    <p:extLst>
      <p:ext uri="{BB962C8B-B14F-4D97-AF65-F5344CB8AC3E}">
        <p14:creationId xmlns:p14="http://schemas.microsoft.com/office/powerpoint/2010/main" val="4143150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274"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Porém, se passarmos a função </a:t>
            </a:r>
            <a:r>
              <a:rPr lang="pt-BR" sz="3200" b="1" spc="-1" dirty="0">
                <a:solidFill>
                  <a:schemeClr val="tx1"/>
                </a:solidFill>
                <a:latin typeface="Calibri Light" panose="020F0302020204030204"/>
              </a:rPr>
              <a:t>resetar</a:t>
            </a:r>
            <a:r>
              <a:rPr lang="pt-BR" sz="3200" spc="-1" dirty="0">
                <a:solidFill>
                  <a:schemeClr val="tx1"/>
                </a:solidFill>
                <a:latin typeface="Calibri Light" panose="020F0302020204030204"/>
              </a:rPr>
              <a:t> como </a:t>
            </a:r>
            <a:r>
              <a:rPr lang="pt-BR" sz="3200" spc="-1" dirty="0" err="1">
                <a:solidFill>
                  <a:schemeClr val="tx1"/>
                </a:solidFill>
                <a:latin typeface="Calibri Light" panose="020F0302020204030204"/>
              </a:rPr>
              <a:t>props</a:t>
            </a:r>
            <a:r>
              <a:rPr lang="pt-BR" sz="3200" spc="-1" dirty="0">
                <a:solidFill>
                  <a:schemeClr val="tx1"/>
                </a:solidFill>
                <a:latin typeface="Calibri Light" panose="020F0302020204030204"/>
              </a:rPr>
              <a:t> para o componente filho, independente de a usarmos ou não, ele será renderizado, mesmo que o argumento </a:t>
            </a:r>
            <a:r>
              <a:rPr lang="pt-BR" sz="3200" b="1" spc="-1" dirty="0">
                <a:solidFill>
                  <a:schemeClr val="tx1"/>
                </a:solidFill>
                <a:latin typeface="Calibri Light" panose="020F0302020204030204"/>
              </a:rPr>
              <a:t>valor </a:t>
            </a:r>
            <a:r>
              <a:rPr lang="pt-BR" sz="3200" spc="-1" dirty="0">
                <a:solidFill>
                  <a:schemeClr val="tx1"/>
                </a:solidFill>
                <a:latin typeface="Calibri Light" panose="020F0302020204030204"/>
              </a:rPr>
              <a:t>não seja atualizado.</a:t>
            </a:r>
          </a:p>
          <a:p>
            <a:pPr algn="just">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1288123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7C79AC1-11DD-CB62-B970-FEDC6120B855}"/>
              </a:ext>
            </a:extLst>
          </p:cNvPr>
          <p:cNvSpPr txBox="1"/>
          <p:nvPr/>
        </p:nvSpPr>
        <p:spPr>
          <a:xfrm>
            <a:off x="657223" y="1882230"/>
            <a:ext cx="11163301" cy="4524315"/>
          </a:xfrm>
          <a:prstGeom prst="rect">
            <a:avLst/>
          </a:prstGeom>
          <a:noFill/>
        </p:spPr>
        <p:txBody>
          <a:bodyPr wrap="square">
            <a:spAutoFit/>
          </a:bodyPr>
          <a:lstStyle/>
          <a:p>
            <a:r>
              <a:rPr lang="pt-BR" sz="800" dirty="0">
                <a:solidFill>
                  <a:srgbClr val="A31515"/>
                </a:solidFill>
                <a:highlight>
                  <a:srgbClr val="FFFFFF"/>
                </a:highlight>
                <a:latin typeface="Cascadia Mono" panose="020B0609020000020004" pitchFamily="49" charset="0"/>
              </a:rPr>
              <a:t>'use </a:t>
            </a:r>
            <a:r>
              <a:rPr lang="pt-BR" sz="800" dirty="0" err="1">
                <a:solidFill>
                  <a:srgbClr val="A31515"/>
                </a:solidFill>
                <a:highlight>
                  <a:srgbClr val="FFFFFF"/>
                </a:highlight>
                <a:latin typeface="Cascadia Mono" panose="020B0609020000020004" pitchFamily="49" charset="0"/>
              </a:rPr>
              <a:t>client</a:t>
            </a:r>
            <a:r>
              <a:rPr lang="pt-BR" sz="800" dirty="0">
                <a:solidFill>
                  <a:srgbClr val="A31515"/>
                </a:solidFill>
                <a:highlight>
                  <a:srgbClr val="FFFFFF"/>
                </a:highlight>
                <a:latin typeface="Cascadia Mono" panose="020B0609020000020004" pitchFamily="49" charset="0"/>
              </a:rPr>
              <a:t>'</a:t>
            </a:r>
            <a:endParaRPr lang="pt-BR" sz="800" dirty="0">
              <a:solidFill>
                <a:srgbClr val="000000"/>
              </a:solidFill>
              <a:highlight>
                <a:srgbClr val="FFFFFF"/>
              </a:highlight>
              <a:latin typeface="Cascadia Mono" panose="020B0609020000020004" pitchFamily="49" charset="0"/>
            </a:endParaRPr>
          </a:p>
          <a:p>
            <a:endParaRPr lang="pt-BR" sz="800" dirty="0">
              <a:solidFill>
                <a:srgbClr val="000000"/>
              </a:solidFill>
              <a:highlight>
                <a:srgbClr val="FFFFFF"/>
              </a:highlight>
              <a:latin typeface="Cascadia Mono" panose="020B0609020000020004" pitchFamily="49" charset="0"/>
            </a:endParaRPr>
          </a:p>
          <a:p>
            <a:r>
              <a:rPr lang="en-US" sz="800" dirty="0">
                <a:solidFill>
                  <a:srgbClr val="0000FF"/>
                </a:solidFill>
                <a:highlight>
                  <a:srgbClr val="FFFFFF"/>
                </a:highlight>
                <a:latin typeface="Cascadia Mono" panose="020B0609020000020004" pitchFamily="49" charset="0"/>
              </a:rPr>
              <a:t>import</a:t>
            </a:r>
            <a:r>
              <a:rPr lang="en-US" sz="800" dirty="0">
                <a:solidFill>
                  <a:srgbClr val="000000"/>
                </a:solidFill>
                <a:highlight>
                  <a:srgbClr val="FFFFFF"/>
                </a:highlight>
                <a:latin typeface="Cascadia Mono" panose="020B0609020000020004" pitchFamily="49" charset="0"/>
              </a:rPr>
              <a:t> { memo, </a:t>
            </a:r>
            <a:r>
              <a:rPr lang="en-US" sz="800" dirty="0" err="1">
                <a:solidFill>
                  <a:srgbClr val="000000"/>
                </a:solidFill>
                <a:highlight>
                  <a:srgbClr val="FFFFFF"/>
                </a:highlight>
                <a:latin typeface="Cascadia Mono" panose="020B0609020000020004" pitchFamily="49" charset="0"/>
              </a:rPr>
              <a:t>useState</a:t>
            </a:r>
            <a:r>
              <a:rPr lang="en-US" sz="800" dirty="0">
                <a:solidFill>
                  <a:srgbClr val="000000"/>
                </a:solidFill>
                <a:highlight>
                  <a:srgbClr val="FFFFFF"/>
                </a:highlight>
                <a:latin typeface="Cascadia Mono" panose="020B0609020000020004" pitchFamily="49" charset="0"/>
              </a:rPr>
              <a:t> } </a:t>
            </a:r>
            <a:r>
              <a:rPr lang="en-US" sz="800" dirty="0">
                <a:solidFill>
                  <a:srgbClr val="0000FF"/>
                </a:solidFill>
                <a:highlight>
                  <a:srgbClr val="FFFFFF"/>
                </a:highlight>
                <a:latin typeface="Cascadia Mono" panose="020B0609020000020004" pitchFamily="49" charset="0"/>
              </a:rPr>
              <a:t>from</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"react"</a:t>
            </a:r>
            <a:r>
              <a:rPr lang="en-US"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export</a:t>
            </a:r>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default</a:t>
            </a:r>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function</a:t>
            </a:r>
            <a:r>
              <a:rPr lang="pt-BR" sz="800" dirty="0">
                <a:solidFill>
                  <a:srgbClr val="000000"/>
                </a:solidFill>
                <a:highlight>
                  <a:srgbClr val="FFFFFF"/>
                </a:highlight>
                <a:latin typeface="Cascadia Mono" panose="020B0609020000020004" pitchFamily="49" charset="0"/>
              </a:rPr>
              <a:t> Home()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'Pai renderizado'</a:t>
            </a:r>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[valor2, setValor2]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resetar = () =&gt; {</a:t>
            </a:r>
          </a:p>
          <a:p>
            <a:r>
              <a:rPr lang="pt-BR" sz="800" dirty="0">
                <a:solidFill>
                  <a:srgbClr val="000000"/>
                </a:solidFill>
                <a:highlight>
                  <a:srgbClr val="FFFFFF"/>
                </a:highlight>
                <a:latin typeface="Cascadia Mono" panose="020B0609020000020004" pitchFamily="49" charset="0"/>
              </a:rPr>
              <a:t>        setValor2(0);</a:t>
            </a:r>
          </a:p>
          <a:p>
            <a:r>
              <a:rPr lang="pt-BR" sz="800" dirty="0">
                <a:solidFill>
                  <a:srgbClr val="000000"/>
                </a:solidFill>
                <a:highlight>
                  <a:srgbClr val="FFFFFF"/>
                </a:highlight>
                <a:latin typeface="Cascadia Mono" panose="020B0609020000020004" pitchFamily="49" charset="0"/>
              </a:rPr>
              <a:t>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flex</a:t>
            </a:r>
            <a:r>
              <a:rPr lang="pt-BR" sz="800" dirty="0">
                <a:solidFill>
                  <a:srgbClr val="A31515"/>
                </a:solidFill>
                <a:highlight>
                  <a:srgbClr val="FFFFFF"/>
                </a:highlight>
                <a:latin typeface="Cascadia Mono" panose="020B0609020000020004" pitchFamily="49" charset="0"/>
              </a:rPr>
              <a:t> </a:t>
            </a:r>
            <a:r>
              <a:rPr lang="pt-BR" sz="800" dirty="0" err="1">
                <a:solidFill>
                  <a:srgbClr val="A31515"/>
                </a:solidFill>
                <a:highlight>
                  <a:srgbClr val="FFFFFF"/>
                </a:highlight>
                <a:latin typeface="Cascadia Mono" panose="020B0609020000020004" pitchFamily="49" charset="0"/>
              </a:rPr>
              <a:t>flex-col</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valor1 = </a:t>
            </a:r>
            <a:r>
              <a:rPr lang="pt-BR" sz="800" dirty="0">
                <a:solidFill>
                  <a:srgbClr val="000000"/>
                </a:solidFill>
                <a:highlight>
                  <a:srgbClr val="FFFFFF"/>
                </a:highlight>
                <a:latin typeface="Cascadia Mono" panose="020B0609020000020004" pitchFamily="49" charset="0"/>
              </a:rPr>
              <a:t>{valor}</a:t>
            </a:r>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valor2 = </a:t>
            </a:r>
            <a:r>
              <a:rPr lang="pt-BR" sz="800" dirty="0">
                <a:solidFill>
                  <a:srgbClr val="000000"/>
                </a:solidFill>
                <a:highlight>
                  <a:srgbClr val="FFFFFF"/>
                </a:highlight>
                <a:latin typeface="Cascadia Mono" panose="020B0609020000020004" pitchFamily="49" charset="0"/>
              </a:rPr>
              <a:t>{valor2}</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bg-blue-200 hover:bg-blue-300 active:bg-blue-400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1</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setValor2(p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bg-red-200 hover:bg-red-300 active:bg-red-400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={resetar}</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bg-purple-200 hover:bg-purple-300 active:bg-purple-400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Resetar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2B91AF"/>
                </a:solidFill>
                <a:highlight>
                  <a:srgbClr val="FFFFFF"/>
                </a:highlight>
                <a:latin typeface="Cascadia Mono" panose="020B0609020000020004" pitchFamily="49" charset="0"/>
              </a:rPr>
              <a:t>Filho</a:t>
            </a:r>
            <a:r>
              <a:rPr lang="pt-BR" sz="800" dirty="0">
                <a:solidFill>
                  <a:srgbClr val="800000"/>
                </a:solidFill>
                <a:highlight>
                  <a:srgbClr val="FFFFFF"/>
                </a:highlight>
                <a:latin typeface="Cascadia Mono" panose="020B0609020000020004" pitchFamily="49" charset="0"/>
              </a:rPr>
              <a:t> </a:t>
            </a:r>
            <a:r>
              <a:rPr lang="pt-BR" sz="800" dirty="0">
                <a:solidFill>
                  <a:srgbClr val="FF0000"/>
                </a:solidFill>
                <a:highlight>
                  <a:srgbClr val="FFFFFF"/>
                </a:highlight>
                <a:latin typeface="Cascadia Mono" panose="020B0609020000020004" pitchFamily="49" charset="0"/>
              </a:rPr>
              <a:t>valor</a:t>
            </a:r>
            <a:r>
              <a:rPr lang="pt-BR" sz="800" dirty="0">
                <a:solidFill>
                  <a:srgbClr val="000000"/>
                </a:solidFill>
                <a:highlight>
                  <a:srgbClr val="FFFFFF"/>
                </a:highlight>
                <a:latin typeface="Cascadia Mono" panose="020B0609020000020004" pitchFamily="49" charset="0"/>
              </a:rPr>
              <a:t>={valor}</a:t>
            </a:r>
            <a:r>
              <a:rPr lang="pt-BR" sz="800" dirty="0">
                <a:solidFill>
                  <a:srgbClr val="800000"/>
                </a:solidFill>
                <a:highlight>
                  <a:srgbClr val="FFFFFF"/>
                </a:highlight>
                <a:latin typeface="Cascadia Mono" panose="020B0609020000020004" pitchFamily="49" charset="0"/>
              </a:rPr>
              <a:t> </a:t>
            </a:r>
            <a:r>
              <a:rPr lang="pt-BR" sz="800" dirty="0">
                <a:solidFill>
                  <a:srgbClr val="FF0000"/>
                </a:solidFill>
                <a:highlight>
                  <a:srgbClr val="FFFFFF"/>
                </a:highlight>
                <a:latin typeface="Cascadia Mono" panose="020B0609020000020004" pitchFamily="49" charset="0"/>
              </a:rPr>
              <a:t>reset</a:t>
            </a:r>
            <a:r>
              <a:rPr lang="pt-BR" sz="800" dirty="0">
                <a:solidFill>
                  <a:srgbClr val="000000"/>
                </a:solidFill>
                <a:highlight>
                  <a:srgbClr val="FFFFFF"/>
                </a:highlight>
                <a:latin typeface="Cascadia Mono" panose="020B0609020000020004" pitchFamily="49" charset="0"/>
              </a:rPr>
              <a:t>={resetar}</a:t>
            </a:r>
            <a:r>
              <a:rPr lang="pt-BR" sz="800" dirty="0">
                <a:solidFill>
                  <a:srgbClr val="8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Filho = memo(({ valor }) =&gt;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'Filho renderizado'</a:t>
            </a:r>
            <a:r>
              <a:rPr lang="pt-BR" sz="800" dirty="0">
                <a:solidFill>
                  <a:srgbClr val="000000"/>
                </a:solidFill>
                <a:highlight>
                  <a:srgbClr val="FFFFFF"/>
                </a:highlight>
                <a:latin typeface="Cascadia Mono" panose="020B0609020000020004" pitchFamily="49" charset="0"/>
              </a:rPr>
              <a:t>);</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Componente filho. Pai possui valor </a:t>
            </a:r>
            <a:r>
              <a:rPr lang="pt-BR" sz="800" dirty="0">
                <a:solidFill>
                  <a:srgbClr val="000000"/>
                </a:solidFill>
                <a:highlight>
                  <a:srgbClr val="FFFFFF"/>
                </a:highlight>
                <a:latin typeface="Cascadia Mono" panose="020B0609020000020004" pitchFamily="49" charset="0"/>
              </a:rPr>
              <a:t>{valor}</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endParaRPr lang="pt-BR" sz="100" dirty="0"/>
          </a:p>
        </p:txBody>
      </p:sp>
    </p:spTree>
    <p:extLst>
      <p:ext uri="{BB962C8B-B14F-4D97-AF65-F5344CB8AC3E}">
        <p14:creationId xmlns:p14="http://schemas.microsoft.com/office/powerpoint/2010/main" val="69192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274"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Isso acontece pois, na renderização do componente pai, a definição da função foi alterada, mesmo que seu código e resultado são diferentes.</a:t>
            </a:r>
          </a:p>
          <a:p>
            <a:pPr algn="just">
              <a:tabLst>
                <a:tab pos="0" algn="l"/>
              </a:tabLst>
            </a:pPr>
            <a:r>
              <a:rPr lang="pt-BR" sz="3200" spc="-1" dirty="0">
                <a:solidFill>
                  <a:schemeClr val="tx1"/>
                </a:solidFill>
                <a:latin typeface="Calibri Light" panose="020F0302020204030204"/>
              </a:rPr>
              <a:t>Para resolver este problema, usamos o </a:t>
            </a:r>
            <a:r>
              <a:rPr lang="pt-BR" sz="3200" i="1" spc="-1" dirty="0" err="1">
                <a:solidFill>
                  <a:schemeClr val="tx1"/>
                </a:solidFill>
                <a:latin typeface="Calibri Light" panose="020F0302020204030204"/>
              </a:rPr>
              <a:t>hook</a:t>
            </a:r>
            <a:r>
              <a:rPr lang="pt-BR" sz="3200" spc="-1" dirty="0">
                <a:solidFill>
                  <a:schemeClr val="tx1"/>
                </a:solidFill>
                <a:latin typeface="Calibri Light" panose="020F0302020204030204"/>
              </a:rPr>
              <a:t> </a:t>
            </a:r>
            <a:r>
              <a:rPr lang="pt-BR" sz="3200" b="1" spc="-1" dirty="0" err="1">
                <a:solidFill>
                  <a:schemeClr val="tx1"/>
                </a:solidFill>
                <a:latin typeface="Calibri Light" panose="020F0302020204030204"/>
              </a:rPr>
              <a:t>useCallback</a:t>
            </a:r>
            <a:r>
              <a:rPr lang="pt-BR" sz="3200" spc="-1" dirty="0">
                <a:solidFill>
                  <a:schemeClr val="tx1"/>
                </a:solidFill>
                <a:latin typeface="Calibri Light" panose="020F0302020204030204"/>
              </a:rPr>
              <a:t>, que faz a </a:t>
            </a:r>
            <a:r>
              <a:rPr lang="pt-BR" sz="3200" spc="-1" dirty="0" err="1">
                <a:solidFill>
                  <a:schemeClr val="tx1"/>
                </a:solidFill>
                <a:latin typeface="Calibri Light" panose="020F0302020204030204"/>
              </a:rPr>
              <a:t>memoização</a:t>
            </a:r>
            <a:r>
              <a:rPr lang="pt-BR" sz="3200" spc="-1" dirty="0">
                <a:solidFill>
                  <a:schemeClr val="tx1"/>
                </a:solidFill>
                <a:latin typeface="Calibri Light" panose="020F0302020204030204"/>
              </a:rPr>
              <a:t> da definição da função:</a:t>
            </a:r>
          </a:p>
          <a:p>
            <a:pPr algn="just">
              <a:tabLst>
                <a:tab pos="0" algn="l"/>
              </a:tabLst>
            </a:pPr>
            <a:endParaRPr lang="pt-BR" sz="3200" b="0" strike="noStrike" spc="-1" dirty="0">
              <a:solidFill>
                <a:schemeClr val="tx1"/>
              </a:solidFill>
              <a:latin typeface="Calibri Light" panose="020F0302020204030204"/>
            </a:endParaRPr>
          </a:p>
        </p:txBody>
      </p:sp>
      <p:sp>
        <p:nvSpPr>
          <p:cNvPr id="4" name="CaixaDeTexto 3">
            <a:extLst>
              <a:ext uri="{FF2B5EF4-FFF2-40B4-BE49-F238E27FC236}">
                <a16:creationId xmlns:a16="http://schemas.microsoft.com/office/drawing/2014/main" id="{8AB5255E-B438-4F70-3C9D-FD7DB5A0EAFA}"/>
              </a:ext>
            </a:extLst>
          </p:cNvPr>
          <p:cNvSpPr txBox="1"/>
          <p:nvPr/>
        </p:nvSpPr>
        <p:spPr>
          <a:xfrm>
            <a:off x="858981" y="4665248"/>
            <a:ext cx="6096000" cy="1477328"/>
          </a:xfrm>
          <a:prstGeom prst="rect">
            <a:avLst/>
          </a:prstGeom>
          <a:noFill/>
        </p:spPr>
        <p:txBody>
          <a:bodyPr wrap="square">
            <a:spAutoFit/>
          </a:bodyPr>
          <a:lstStyle/>
          <a:p>
            <a:r>
              <a:rPr lang="pt-BR" sz="1800" dirty="0" err="1">
                <a:solidFill>
                  <a:srgbClr val="0000FF"/>
                </a:solidFill>
                <a:highlight>
                  <a:srgbClr val="FFFFFF"/>
                </a:highlight>
                <a:latin typeface="Cascadia Mono" panose="020B0609020000020004" pitchFamily="49" charset="0"/>
              </a:rPr>
              <a:t>import</a:t>
            </a:r>
            <a:r>
              <a:rPr lang="pt-BR" sz="1800" dirty="0">
                <a:solidFill>
                  <a:srgbClr val="000000"/>
                </a:solidFill>
                <a:highlight>
                  <a:srgbClr val="FFFFFF"/>
                </a:highlight>
                <a:latin typeface="Cascadia Mono" panose="020B0609020000020004" pitchFamily="49" charset="0"/>
              </a:rPr>
              <a:t> { </a:t>
            </a:r>
            <a:r>
              <a:rPr lang="pt-BR" sz="1800" dirty="0" err="1">
                <a:solidFill>
                  <a:srgbClr val="000000"/>
                </a:solidFill>
                <a:highlight>
                  <a:srgbClr val="FFFFFF"/>
                </a:highlight>
                <a:latin typeface="Cascadia Mono" panose="020B0609020000020004" pitchFamily="49" charset="0"/>
              </a:rPr>
              <a:t>useCallback</a:t>
            </a:r>
            <a:r>
              <a:rPr lang="pt-BR" sz="1800" dirty="0">
                <a:solidFill>
                  <a:srgbClr val="000000"/>
                </a:solidFill>
                <a:highlight>
                  <a:srgbClr val="FFFFFF"/>
                </a:highlight>
                <a:latin typeface="Cascadia Mono" panose="020B0609020000020004" pitchFamily="49" charset="0"/>
              </a:rPr>
              <a:t> } </a:t>
            </a:r>
            <a:r>
              <a:rPr lang="pt-BR" sz="1800" dirty="0" err="1">
                <a:solidFill>
                  <a:srgbClr val="0000FF"/>
                </a:solidFill>
                <a:highlight>
                  <a:srgbClr val="FFFFFF"/>
                </a:highlight>
                <a:latin typeface="Cascadia Mono" panose="020B0609020000020004" pitchFamily="49" charset="0"/>
              </a:rPr>
              <a:t>from</a:t>
            </a:r>
            <a:r>
              <a:rPr lang="pt-BR" sz="1800" dirty="0">
                <a:solidFill>
                  <a:srgbClr val="000000"/>
                </a:solidFill>
                <a:highlight>
                  <a:srgbClr val="FFFFFF"/>
                </a:highlight>
                <a:latin typeface="Cascadia Mono" panose="020B0609020000020004" pitchFamily="49" charset="0"/>
              </a:rPr>
              <a:t> </a:t>
            </a:r>
            <a:r>
              <a:rPr lang="pt-BR" sz="1800" dirty="0">
                <a:solidFill>
                  <a:srgbClr val="A31515"/>
                </a:solidFill>
                <a:highlight>
                  <a:srgbClr val="FFFFFF"/>
                </a:highlight>
                <a:latin typeface="Cascadia Mono" panose="020B0609020000020004" pitchFamily="49" charset="0"/>
              </a:rPr>
              <a:t>"</a:t>
            </a:r>
            <a:r>
              <a:rPr lang="pt-BR" sz="1800" dirty="0" err="1">
                <a:solidFill>
                  <a:srgbClr val="A31515"/>
                </a:solidFill>
                <a:highlight>
                  <a:srgbClr val="FFFFFF"/>
                </a:highlight>
                <a:latin typeface="Cascadia Mono" panose="020B0609020000020004" pitchFamily="49" charset="0"/>
              </a:rPr>
              <a:t>react</a:t>
            </a:r>
            <a:r>
              <a:rPr lang="pt-BR" sz="1800" dirty="0">
                <a:solidFill>
                  <a:srgbClr val="A31515"/>
                </a:solidFill>
                <a:highlight>
                  <a:srgbClr val="FFFFFF"/>
                </a:highlight>
                <a:latin typeface="Cascadia Mono" panose="020B0609020000020004" pitchFamily="49" charset="0"/>
              </a:rPr>
              <a:t>"</a:t>
            </a:r>
            <a:r>
              <a:rPr lang="pt-BR" sz="1800" dirty="0">
                <a:solidFill>
                  <a:srgbClr val="000000"/>
                </a:solidFill>
                <a:highlight>
                  <a:srgbClr val="FFFFFF"/>
                </a:highlight>
                <a:latin typeface="Cascadia Mono" panose="020B0609020000020004" pitchFamily="49" charset="0"/>
              </a:rPr>
              <a:t>;</a:t>
            </a:r>
          </a:p>
          <a:p>
            <a:endParaRPr lang="pt-BR" sz="1800" dirty="0">
              <a:solidFill>
                <a:srgbClr val="000000"/>
              </a:solidFill>
              <a:highlight>
                <a:srgbClr val="FFFFFF"/>
              </a:highlight>
              <a:latin typeface="Cascadia Mono" panose="020B0609020000020004" pitchFamily="49" charset="0"/>
            </a:endParaRPr>
          </a:p>
          <a:p>
            <a:r>
              <a:rPr lang="pt-BR" sz="1800" dirty="0" err="1">
                <a:solidFill>
                  <a:srgbClr val="0000FF"/>
                </a:solidFill>
                <a:highlight>
                  <a:srgbClr val="FFFFFF"/>
                </a:highlight>
                <a:latin typeface="Cascadia Mono" panose="020B0609020000020004" pitchFamily="49" charset="0"/>
              </a:rPr>
              <a:t>const</a:t>
            </a:r>
            <a:r>
              <a:rPr lang="pt-BR" sz="1800" dirty="0">
                <a:solidFill>
                  <a:srgbClr val="000000"/>
                </a:solidFill>
                <a:highlight>
                  <a:srgbClr val="FFFFFF"/>
                </a:highlight>
                <a:latin typeface="Cascadia Mono" panose="020B0609020000020004" pitchFamily="49" charset="0"/>
              </a:rPr>
              <a:t> </a:t>
            </a:r>
            <a:r>
              <a:rPr lang="pt-BR" sz="1800" dirty="0" err="1">
                <a:solidFill>
                  <a:srgbClr val="000000"/>
                </a:solidFill>
                <a:highlight>
                  <a:srgbClr val="FFFFFF"/>
                </a:highlight>
                <a:latin typeface="Cascadia Mono" panose="020B0609020000020004" pitchFamily="49" charset="0"/>
              </a:rPr>
              <a:t>funcao</a:t>
            </a:r>
            <a:r>
              <a:rPr lang="pt-BR" sz="1800" dirty="0">
                <a:solidFill>
                  <a:srgbClr val="000000"/>
                </a:solidFill>
                <a:highlight>
                  <a:srgbClr val="FFFFFF"/>
                </a:highlight>
                <a:latin typeface="Cascadia Mono" panose="020B0609020000020004" pitchFamily="49" charset="0"/>
              </a:rPr>
              <a:t> = </a:t>
            </a:r>
            <a:r>
              <a:rPr lang="pt-BR" sz="1800" dirty="0" err="1">
                <a:solidFill>
                  <a:srgbClr val="000000"/>
                </a:solidFill>
                <a:highlight>
                  <a:srgbClr val="FFFFFF"/>
                </a:highlight>
                <a:latin typeface="Cascadia Mono" panose="020B0609020000020004" pitchFamily="49" charset="0"/>
              </a:rPr>
              <a:t>useCallback</a:t>
            </a:r>
            <a:r>
              <a:rPr lang="pt-BR" sz="1800" dirty="0">
                <a:solidFill>
                  <a:srgbClr val="000000"/>
                </a:solidFill>
                <a:highlight>
                  <a:srgbClr val="FFFFFF"/>
                </a:highlight>
                <a:latin typeface="Cascadia Mono" panose="020B0609020000020004" pitchFamily="49" charset="0"/>
              </a:rPr>
              <a:t>(() =&gt; {</a:t>
            </a:r>
          </a:p>
          <a:p>
            <a:r>
              <a:rPr lang="pt-BR" sz="1800" dirty="0">
                <a:solidFill>
                  <a:srgbClr val="000000"/>
                </a:solidFill>
                <a:highlight>
                  <a:srgbClr val="FFFFFF"/>
                </a:highlight>
                <a:latin typeface="Cascadia Mono" panose="020B0609020000020004" pitchFamily="49" charset="0"/>
              </a:rPr>
              <a:t>    </a:t>
            </a:r>
            <a:r>
              <a:rPr lang="pt-BR" sz="1800" dirty="0">
                <a:solidFill>
                  <a:srgbClr val="008000"/>
                </a:solidFill>
                <a:highlight>
                  <a:srgbClr val="FFFFFF"/>
                </a:highlight>
                <a:latin typeface="Cascadia Mono" panose="020B0609020000020004" pitchFamily="49" charset="0"/>
              </a:rPr>
              <a:t>/* código da função */</a:t>
            </a:r>
            <a:endParaRPr lang="pt-BR" sz="1800" dirty="0">
              <a:solidFill>
                <a:srgbClr val="000000"/>
              </a:solidFill>
              <a:highlight>
                <a:srgbClr val="FFFFFF"/>
              </a:highlight>
              <a:latin typeface="Cascadia Mono" panose="020B0609020000020004" pitchFamily="49" charset="0"/>
            </a:endParaRPr>
          </a:p>
          <a:p>
            <a:r>
              <a:rPr lang="pt-BR" sz="1800" dirty="0">
                <a:solidFill>
                  <a:srgbClr val="000000"/>
                </a:solidFill>
                <a:highlight>
                  <a:srgbClr val="FFFFFF"/>
                </a:highlight>
                <a:latin typeface="Cascadia Mono" panose="020B0609020000020004" pitchFamily="49" charset="0"/>
              </a:rPr>
              <a:t>}, []);</a:t>
            </a:r>
            <a:endParaRPr lang="pt-BR" dirty="0"/>
          </a:p>
        </p:txBody>
      </p:sp>
    </p:spTree>
    <p:extLst>
      <p:ext uri="{BB962C8B-B14F-4D97-AF65-F5344CB8AC3E}">
        <p14:creationId xmlns:p14="http://schemas.microsoft.com/office/powerpoint/2010/main" val="684508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7" name="CaixaDeTexto 6">
            <a:extLst>
              <a:ext uri="{FF2B5EF4-FFF2-40B4-BE49-F238E27FC236}">
                <a16:creationId xmlns:a16="http://schemas.microsoft.com/office/drawing/2014/main" id="{C7C79AC1-11DD-CB62-B970-FEDC6120B855}"/>
              </a:ext>
            </a:extLst>
          </p:cNvPr>
          <p:cNvSpPr txBox="1"/>
          <p:nvPr/>
        </p:nvSpPr>
        <p:spPr>
          <a:xfrm>
            <a:off x="657223" y="1882230"/>
            <a:ext cx="11163301" cy="4524315"/>
          </a:xfrm>
          <a:prstGeom prst="rect">
            <a:avLst/>
          </a:prstGeom>
          <a:noFill/>
        </p:spPr>
        <p:txBody>
          <a:bodyPr wrap="square">
            <a:spAutoFit/>
          </a:bodyPr>
          <a:lstStyle/>
          <a:p>
            <a:r>
              <a:rPr lang="pt-BR" sz="800" dirty="0">
                <a:solidFill>
                  <a:srgbClr val="A31515"/>
                </a:solidFill>
                <a:highlight>
                  <a:srgbClr val="FFFFFF"/>
                </a:highlight>
                <a:latin typeface="Cascadia Mono" panose="020B0609020000020004" pitchFamily="49" charset="0"/>
              </a:rPr>
              <a:t>'use </a:t>
            </a:r>
            <a:r>
              <a:rPr lang="pt-BR" sz="800" dirty="0" err="1">
                <a:solidFill>
                  <a:srgbClr val="A31515"/>
                </a:solidFill>
                <a:highlight>
                  <a:srgbClr val="FFFFFF"/>
                </a:highlight>
                <a:latin typeface="Cascadia Mono" panose="020B0609020000020004" pitchFamily="49" charset="0"/>
              </a:rPr>
              <a:t>client</a:t>
            </a:r>
            <a:r>
              <a:rPr lang="pt-BR" sz="800" dirty="0">
                <a:solidFill>
                  <a:srgbClr val="A31515"/>
                </a:solidFill>
                <a:highlight>
                  <a:srgbClr val="FFFFFF"/>
                </a:highlight>
                <a:latin typeface="Cascadia Mono" panose="020B0609020000020004" pitchFamily="49" charset="0"/>
              </a:rPr>
              <a:t>'</a:t>
            </a:r>
            <a:endParaRPr lang="pt-BR" sz="800" dirty="0">
              <a:solidFill>
                <a:srgbClr val="000000"/>
              </a:solidFill>
              <a:highlight>
                <a:srgbClr val="FFFFFF"/>
              </a:highlight>
              <a:latin typeface="Cascadia Mono" panose="020B0609020000020004" pitchFamily="49" charset="0"/>
            </a:endParaRPr>
          </a:p>
          <a:p>
            <a:endParaRPr lang="pt-BR" sz="800" dirty="0">
              <a:solidFill>
                <a:srgbClr val="000000"/>
              </a:solidFill>
              <a:highlight>
                <a:srgbClr val="FFFFFF"/>
              </a:highlight>
              <a:latin typeface="Cascadia Mono" panose="020B0609020000020004" pitchFamily="49" charset="0"/>
            </a:endParaRPr>
          </a:p>
          <a:p>
            <a:r>
              <a:rPr lang="en-US" sz="800" dirty="0">
                <a:solidFill>
                  <a:srgbClr val="0000FF"/>
                </a:solidFill>
                <a:highlight>
                  <a:srgbClr val="FFFFFF"/>
                </a:highlight>
                <a:latin typeface="Cascadia Mono" panose="020B0609020000020004" pitchFamily="49" charset="0"/>
              </a:rPr>
              <a:t>import</a:t>
            </a:r>
            <a:r>
              <a:rPr lang="en-US" sz="800" dirty="0">
                <a:solidFill>
                  <a:srgbClr val="000000"/>
                </a:solidFill>
                <a:highlight>
                  <a:srgbClr val="FFFFFF"/>
                </a:highlight>
                <a:latin typeface="Cascadia Mono" panose="020B0609020000020004" pitchFamily="49" charset="0"/>
              </a:rPr>
              <a:t> { memo, </a:t>
            </a:r>
            <a:r>
              <a:rPr lang="en-US" sz="800" dirty="0" err="1">
                <a:solidFill>
                  <a:srgbClr val="000000"/>
                </a:solidFill>
                <a:highlight>
                  <a:srgbClr val="FFFFFF"/>
                </a:highlight>
                <a:latin typeface="Cascadia Mono" panose="020B0609020000020004" pitchFamily="49" charset="0"/>
              </a:rPr>
              <a:t>useCallback</a:t>
            </a:r>
            <a:r>
              <a:rPr lang="en-US" sz="800" dirty="0">
                <a:solidFill>
                  <a:srgbClr val="000000"/>
                </a:solidFill>
                <a:highlight>
                  <a:srgbClr val="FFFFFF"/>
                </a:highlight>
                <a:latin typeface="Cascadia Mono" panose="020B0609020000020004" pitchFamily="49" charset="0"/>
              </a:rPr>
              <a:t>, </a:t>
            </a:r>
            <a:r>
              <a:rPr lang="en-US" sz="800" dirty="0" err="1">
                <a:solidFill>
                  <a:srgbClr val="000000"/>
                </a:solidFill>
                <a:highlight>
                  <a:srgbClr val="FFFFFF"/>
                </a:highlight>
                <a:latin typeface="Cascadia Mono" panose="020B0609020000020004" pitchFamily="49" charset="0"/>
              </a:rPr>
              <a:t>useState</a:t>
            </a:r>
            <a:r>
              <a:rPr lang="en-US" sz="800" dirty="0">
                <a:solidFill>
                  <a:srgbClr val="000000"/>
                </a:solidFill>
                <a:highlight>
                  <a:srgbClr val="FFFFFF"/>
                </a:highlight>
                <a:latin typeface="Cascadia Mono" panose="020B0609020000020004" pitchFamily="49" charset="0"/>
              </a:rPr>
              <a:t> } </a:t>
            </a:r>
            <a:r>
              <a:rPr lang="en-US" sz="800" dirty="0">
                <a:solidFill>
                  <a:srgbClr val="0000FF"/>
                </a:solidFill>
                <a:highlight>
                  <a:srgbClr val="FFFFFF"/>
                </a:highlight>
                <a:latin typeface="Cascadia Mono" panose="020B0609020000020004" pitchFamily="49" charset="0"/>
              </a:rPr>
              <a:t>from</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"react"</a:t>
            </a:r>
            <a:r>
              <a:rPr lang="en-US"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export</a:t>
            </a:r>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default</a:t>
            </a:r>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function</a:t>
            </a:r>
            <a:r>
              <a:rPr lang="pt-BR" sz="800" dirty="0">
                <a:solidFill>
                  <a:srgbClr val="000000"/>
                </a:solidFill>
                <a:highlight>
                  <a:srgbClr val="FFFFFF"/>
                </a:highlight>
                <a:latin typeface="Cascadia Mono" panose="020B0609020000020004" pitchFamily="49" charset="0"/>
              </a:rPr>
              <a:t> Home()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'Pai renderizado'</a:t>
            </a:r>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[valor2, setValor2] = </a:t>
            </a:r>
            <a:r>
              <a:rPr lang="pt-BR" sz="800" dirty="0" err="1">
                <a:solidFill>
                  <a:srgbClr val="000000"/>
                </a:solidFill>
                <a:highlight>
                  <a:srgbClr val="FFFFFF"/>
                </a:highlight>
                <a:latin typeface="Cascadia Mono" panose="020B0609020000020004" pitchFamily="49" charset="0"/>
              </a:rPr>
              <a:t>useState</a:t>
            </a:r>
            <a:r>
              <a:rPr lang="pt-BR" sz="800" dirty="0">
                <a:solidFill>
                  <a:srgbClr val="000000"/>
                </a:solidFill>
                <a:highlight>
                  <a:srgbClr val="FFFFFF"/>
                </a:highlight>
                <a:latin typeface="Cascadia Mono" panose="020B0609020000020004" pitchFamily="49" charset="0"/>
              </a:rPr>
              <a:t>(0);</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resetar = </a:t>
            </a:r>
            <a:r>
              <a:rPr lang="pt-BR" sz="800" dirty="0" err="1">
                <a:solidFill>
                  <a:srgbClr val="000000"/>
                </a:solidFill>
                <a:highlight>
                  <a:srgbClr val="FFFFFF"/>
                </a:highlight>
                <a:latin typeface="Cascadia Mono" panose="020B0609020000020004" pitchFamily="49" charset="0"/>
              </a:rPr>
              <a:t>useCallback</a:t>
            </a:r>
            <a:r>
              <a:rPr lang="pt-BR" sz="800" dirty="0">
                <a:solidFill>
                  <a:srgbClr val="000000"/>
                </a:solidFill>
                <a:highlight>
                  <a:srgbClr val="FFFFFF"/>
                </a:highlight>
                <a:latin typeface="Cascadia Mono" panose="020B0609020000020004" pitchFamily="49" charset="0"/>
              </a:rPr>
              <a:t>(() =&gt; {</a:t>
            </a:r>
          </a:p>
          <a:p>
            <a:r>
              <a:rPr lang="pt-BR" sz="800" dirty="0">
                <a:solidFill>
                  <a:srgbClr val="000000"/>
                </a:solidFill>
                <a:highlight>
                  <a:srgbClr val="FFFFFF"/>
                </a:highlight>
                <a:latin typeface="Cascadia Mono" panose="020B0609020000020004" pitchFamily="49" charset="0"/>
              </a:rPr>
              <a:t>        setValor2(0)</a:t>
            </a:r>
          </a:p>
          <a:p>
            <a:r>
              <a:rPr lang="pt-BR" sz="800" dirty="0">
                <a:solidFill>
                  <a:srgbClr val="000000"/>
                </a:solidFill>
                <a:highlight>
                  <a:srgbClr val="FFFFFF"/>
                </a:highlight>
                <a:latin typeface="Cascadia Mono" panose="020B0609020000020004" pitchFamily="49" charset="0"/>
              </a:rPr>
              <a:t>    }, []);</a:t>
            </a:r>
          </a:p>
          <a:p>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a:t>
            </a:r>
            <a:r>
              <a:rPr lang="pt-BR" sz="800" dirty="0" err="1">
                <a:solidFill>
                  <a:srgbClr val="A31515"/>
                </a:solidFill>
                <a:highlight>
                  <a:srgbClr val="FFFFFF"/>
                </a:highlight>
                <a:latin typeface="Cascadia Mono" panose="020B0609020000020004" pitchFamily="49" charset="0"/>
              </a:rPr>
              <a:t>flex</a:t>
            </a:r>
            <a:r>
              <a:rPr lang="pt-BR" sz="800" dirty="0">
                <a:solidFill>
                  <a:srgbClr val="A31515"/>
                </a:solidFill>
                <a:highlight>
                  <a:srgbClr val="FFFFFF"/>
                </a:highlight>
                <a:latin typeface="Cascadia Mono" panose="020B0609020000020004" pitchFamily="49" charset="0"/>
              </a:rPr>
              <a:t> </a:t>
            </a:r>
            <a:r>
              <a:rPr lang="pt-BR" sz="800" dirty="0" err="1">
                <a:solidFill>
                  <a:srgbClr val="A31515"/>
                </a:solidFill>
                <a:highlight>
                  <a:srgbClr val="FFFFFF"/>
                </a:highlight>
                <a:latin typeface="Cascadia Mono" panose="020B0609020000020004" pitchFamily="49" charset="0"/>
              </a:rPr>
              <a:t>flex-col</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valor1 = </a:t>
            </a:r>
            <a:r>
              <a:rPr lang="pt-BR" sz="800" dirty="0">
                <a:solidFill>
                  <a:srgbClr val="000000"/>
                </a:solidFill>
                <a:highlight>
                  <a:srgbClr val="FFFFFF"/>
                </a:highlight>
                <a:latin typeface="Cascadia Mono" panose="020B0609020000020004" pitchFamily="49" charset="0"/>
              </a:rPr>
              <a:t>{valor}</a:t>
            </a:r>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valor2 = </a:t>
            </a:r>
            <a:r>
              <a:rPr lang="pt-BR" sz="800" dirty="0">
                <a:solidFill>
                  <a:srgbClr val="000000"/>
                </a:solidFill>
                <a:highlight>
                  <a:srgbClr val="FFFFFF"/>
                </a:highlight>
                <a:latin typeface="Cascadia Mono" panose="020B0609020000020004" pitchFamily="49" charset="0"/>
              </a:rPr>
              <a:t>{valor2}</a:t>
            </a:r>
            <a:r>
              <a:rPr lang="pt-BR" sz="800" dirty="0">
                <a:solidFill>
                  <a:srgbClr val="0000FF"/>
                </a:solidFill>
                <a:highlight>
                  <a:srgbClr val="FFFFFF"/>
                </a:highlight>
                <a:latin typeface="Cascadia Mono" panose="020B0609020000020004" pitchFamily="49" charset="0"/>
              </a:rPr>
              <a:t>&lt;/</a:t>
            </a:r>
            <a:r>
              <a:rPr lang="pt-BR" sz="800" dirty="0">
                <a:solidFill>
                  <a:srgbClr val="800000"/>
                </a:solidFill>
                <a:highlight>
                  <a:srgbClr val="FFFFFF"/>
                </a:highlight>
                <a:latin typeface="Cascadia Mono" panose="020B0609020000020004" pitchFamily="49" charset="0"/>
              </a:rPr>
              <a:t>p</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000000"/>
                </a:solidFill>
                <a:highlight>
                  <a:srgbClr val="FFFFFF"/>
                </a:highlight>
                <a:latin typeface="Cascadia Mono" panose="020B0609020000020004" pitchFamily="49" charset="0"/>
              </a:rPr>
              <a:t>setValor</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bg-blue-200 hover:bg-blue-300 active:bg-blue-400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1</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setValor2(p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=&gt;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p</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1)</a:t>
            </a:r>
            <a:r>
              <a:rPr lang="pt-BR" sz="800" dirty="0">
                <a:solidFill>
                  <a:srgbClr val="800000"/>
                </a:solidFill>
                <a:highlight>
                  <a:srgbClr val="FFFFFF"/>
                </a:highlight>
                <a:latin typeface="Cascadia Mono" panose="020B0609020000020004" pitchFamily="49" charset="0"/>
              </a:rPr>
              <a:t> </a:t>
            </a:r>
            <a:r>
              <a:rPr lang="pt-BR" sz="800" dirty="0">
                <a:solidFill>
                  <a:srgbClr val="000000"/>
                </a:solidFill>
                <a:highlight>
                  <a:srgbClr val="FFFFFF"/>
                </a:highlight>
                <a:latin typeface="Cascadia Mono" panose="020B0609020000020004" pitchFamily="49" charset="0"/>
              </a:rPr>
              <a:t>}}</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bg-red-200 hover:bg-red-300 active:bg-red-400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Aumentar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onClick</a:t>
            </a:r>
            <a:r>
              <a:rPr lang="pt-BR" sz="800" dirty="0">
                <a:solidFill>
                  <a:srgbClr val="000000"/>
                </a:solidFill>
                <a:highlight>
                  <a:srgbClr val="FFFFFF"/>
                </a:highlight>
                <a:latin typeface="Cascadia Mono" panose="020B0609020000020004" pitchFamily="49" charset="0"/>
              </a:rPr>
              <a:t>={resetar}</a:t>
            </a:r>
            <a:r>
              <a:rPr lang="pt-BR" sz="800" dirty="0">
                <a:solidFill>
                  <a:srgbClr val="800000"/>
                </a:solidFill>
                <a:highlight>
                  <a:srgbClr val="FFFFFF"/>
                </a:highlight>
                <a:latin typeface="Cascadia Mono" panose="020B0609020000020004" pitchFamily="49" charset="0"/>
              </a:rPr>
              <a:t> </a:t>
            </a:r>
            <a:r>
              <a:rPr lang="pt-BR" sz="800" dirty="0" err="1">
                <a:solidFill>
                  <a:srgbClr val="FF0000"/>
                </a:solidFill>
                <a:highlight>
                  <a:srgbClr val="FFFFFF"/>
                </a:highlight>
                <a:latin typeface="Cascadia Mono" panose="020B0609020000020004" pitchFamily="49" charset="0"/>
              </a:rPr>
              <a:t>className</a:t>
            </a:r>
            <a:r>
              <a:rPr lang="pt-BR" sz="800" dirty="0">
                <a:solidFill>
                  <a:srgbClr val="000000"/>
                </a:solidFill>
                <a:highlight>
                  <a:srgbClr val="FFFFFF"/>
                </a:highlight>
                <a:latin typeface="Cascadia Mono" panose="020B0609020000020004" pitchFamily="49" charset="0"/>
              </a:rPr>
              <a:t>=</a:t>
            </a:r>
            <a:r>
              <a:rPr lang="pt-BR" sz="800" dirty="0">
                <a:solidFill>
                  <a:srgbClr val="A31515"/>
                </a:solidFill>
                <a:highlight>
                  <a:srgbClr val="FFFFFF"/>
                </a:highlight>
                <a:latin typeface="Cascadia Mono" panose="020B0609020000020004" pitchFamily="49" charset="0"/>
              </a:rPr>
              <a:t>"px-4 py-2 bg-purple-200 hover:bg-purple-300 active:bg-purple-400 </a:t>
            </a:r>
            <a:r>
              <a:rPr lang="pt-BR" sz="800" dirty="0" err="1">
                <a:solidFill>
                  <a:srgbClr val="A31515"/>
                </a:solidFill>
                <a:highlight>
                  <a:srgbClr val="FFFFFF"/>
                </a:highlight>
                <a:latin typeface="Cascadia Mono" panose="020B0609020000020004" pitchFamily="49" charset="0"/>
              </a:rPr>
              <a:t>rounded</a:t>
            </a:r>
            <a:r>
              <a:rPr lang="pt-BR" sz="800" dirty="0">
                <a:solidFill>
                  <a:srgbClr val="A31515"/>
                </a:solidFill>
                <a:highlight>
                  <a:srgbClr val="FFFFFF"/>
                </a:highlight>
                <a:latin typeface="Cascadia Mono" panose="020B0609020000020004" pitchFamily="49" charset="0"/>
              </a:rPr>
              <a:t>"</a:t>
            </a:r>
            <a:r>
              <a:rPr lang="pt-BR" sz="800" dirty="0">
                <a:solidFill>
                  <a:srgbClr val="0000FF"/>
                </a:solidFill>
                <a:highlight>
                  <a:srgbClr val="FFFFFF"/>
                </a:highlight>
                <a:latin typeface="Cascadia Mono" panose="020B0609020000020004" pitchFamily="49" charset="0"/>
              </a:rPr>
              <a:t>&gt;</a:t>
            </a:r>
            <a:r>
              <a:rPr lang="pt-BR" sz="800" dirty="0">
                <a:solidFill>
                  <a:srgbClr val="555555"/>
                </a:solidFill>
                <a:highlight>
                  <a:srgbClr val="FFFFFF"/>
                </a:highlight>
                <a:latin typeface="Cascadia Mono" panose="020B0609020000020004" pitchFamily="49" charset="0"/>
              </a:rPr>
              <a:t>Resetar valor 2</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button</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a:solidFill>
                  <a:srgbClr val="2B91AF"/>
                </a:solidFill>
                <a:highlight>
                  <a:srgbClr val="FFFFFF"/>
                </a:highlight>
                <a:latin typeface="Cascadia Mono" panose="020B0609020000020004" pitchFamily="49" charset="0"/>
              </a:rPr>
              <a:t>Filho</a:t>
            </a:r>
            <a:r>
              <a:rPr lang="pt-BR" sz="800" dirty="0">
                <a:solidFill>
                  <a:srgbClr val="800000"/>
                </a:solidFill>
                <a:highlight>
                  <a:srgbClr val="FFFFFF"/>
                </a:highlight>
                <a:latin typeface="Cascadia Mono" panose="020B0609020000020004" pitchFamily="49" charset="0"/>
              </a:rPr>
              <a:t> </a:t>
            </a:r>
            <a:r>
              <a:rPr lang="pt-BR" sz="800" dirty="0">
                <a:solidFill>
                  <a:srgbClr val="FF0000"/>
                </a:solidFill>
                <a:highlight>
                  <a:srgbClr val="FFFFFF"/>
                </a:highlight>
                <a:latin typeface="Cascadia Mono" panose="020B0609020000020004" pitchFamily="49" charset="0"/>
              </a:rPr>
              <a:t>valor</a:t>
            </a:r>
            <a:r>
              <a:rPr lang="pt-BR" sz="800" dirty="0">
                <a:solidFill>
                  <a:srgbClr val="000000"/>
                </a:solidFill>
                <a:highlight>
                  <a:srgbClr val="FFFFFF"/>
                </a:highlight>
                <a:latin typeface="Cascadia Mono" panose="020B0609020000020004" pitchFamily="49" charset="0"/>
              </a:rPr>
              <a:t>={valor}</a:t>
            </a:r>
            <a:r>
              <a:rPr lang="pt-BR" sz="800" dirty="0">
                <a:solidFill>
                  <a:srgbClr val="800000"/>
                </a:solidFill>
                <a:highlight>
                  <a:srgbClr val="FFFFFF"/>
                </a:highlight>
                <a:latin typeface="Cascadia Mono" panose="020B0609020000020004" pitchFamily="49" charset="0"/>
              </a:rPr>
              <a:t> </a:t>
            </a:r>
            <a:r>
              <a:rPr lang="pt-BR" sz="800" dirty="0">
                <a:solidFill>
                  <a:srgbClr val="FF0000"/>
                </a:solidFill>
                <a:highlight>
                  <a:srgbClr val="FFFFFF"/>
                </a:highlight>
                <a:latin typeface="Cascadia Mono" panose="020B0609020000020004" pitchFamily="49" charset="0"/>
              </a:rPr>
              <a:t>reset</a:t>
            </a:r>
            <a:r>
              <a:rPr lang="pt-BR" sz="800" dirty="0">
                <a:solidFill>
                  <a:srgbClr val="000000"/>
                </a:solidFill>
                <a:highlight>
                  <a:srgbClr val="FFFFFF"/>
                </a:highlight>
                <a:latin typeface="Cascadia Mono" panose="020B0609020000020004" pitchFamily="49" charset="0"/>
              </a:rPr>
              <a:t>={resetar}</a:t>
            </a:r>
            <a:r>
              <a:rPr lang="pt-BR" sz="800" dirty="0">
                <a:solidFill>
                  <a:srgbClr val="8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a:t>
            </a:r>
            <a:r>
              <a:rPr lang="pt-BR" sz="800" dirty="0" err="1">
                <a:solidFill>
                  <a:srgbClr val="800000"/>
                </a:solidFill>
                <a:highlight>
                  <a:srgbClr val="FFFFFF"/>
                </a:highlight>
                <a:latin typeface="Cascadia Mono" panose="020B0609020000020004" pitchFamily="49" charset="0"/>
              </a:rPr>
              <a:t>div</a:t>
            </a:r>
            <a:r>
              <a:rPr lang="pt-BR" sz="800" dirty="0">
                <a:solidFill>
                  <a:srgbClr val="0000FF"/>
                </a:solidFill>
                <a:highlight>
                  <a:srgbClr val="FFFFFF"/>
                </a:highlight>
                <a:latin typeface="Cascadia Mono" panose="020B0609020000020004" pitchFamily="49" charset="0"/>
              </a:rPr>
              <a: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p>
          <a:p>
            <a:endParaRPr lang="pt-BR" sz="800" dirty="0">
              <a:solidFill>
                <a:srgbClr val="000000"/>
              </a:solidFill>
              <a:highlight>
                <a:srgbClr val="FFFFFF"/>
              </a:highlight>
              <a:latin typeface="Cascadia Mono" panose="020B0609020000020004" pitchFamily="49" charset="0"/>
            </a:endParaRPr>
          </a:p>
          <a:p>
            <a:r>
              <a:rPr lang="pt-BR" sz="800" dirty="0" err="1">
                <a:solidFill>
                  <a:srgbClr val="0000FF"/>
                </a:solidFill>
                <a:highlight>
                  <a:srgbClr val="FFFFFF"/>
                </a:highlight>
                <a:latin typeface="Cascadia Mono" panose="020B0609020000020004" pitchFamily="49" charset="0"/>
              </a:rPr>
              <a:t>const</a:t>
            </a:r>
            <a:r>
              <a:rPr lang="pt-BR" sz="800" dirty="0">
                <a:solidFill>
                  <a:srgbClr val="000000"/>
                </a:solidFill>
                <a:highlight>
                  <a:srgbClr val="FFFFFF"/>
                </a:highlight>
                <a:latin typeface="Cascadia Mono" panose="020B0609020000020004" pitchFamily="49" charset="0"/>
              </a:rPr>
              <a:t> Filho = memo(({ valor }) =&gt; {</a:t>
            </a:r>
          </a:p>
          <a:p>
            <a:r>
              <a:rPr lang="pt-BR" sz="800" dirty="0">
                <a:solidFill>
                  <a:srgbClr val="000000"/>
                </a:solidFill>
                <a:highlight>
                  <a:srgbClr val="FFFFFF"/>
                </a:highlight>
                <a:latin typeface="Cascadia Mono" panose="020B0609020000020004" pitchFamily="49" charset="0"/>
              </a:rPr>
              <a:t>    </a:t>
            </a:r>
            <a:r>
              <a:rPr lang="pt-BR" sz="800" dirty="0">
                <a:solidFill>
                  <a:srgbClr val="2B91AF"/>
                </a:solidFill>
                <a:highlight>
                  <a:srgbClr val="FFFFFF"/>
                </a:highlight>
                <a:latin typeface="Cascadia Mono" panose="020B0609020000020004" pitchFamily="49" charset="0"/>
              </a:rPr>
              <a:t>console</a:t>
            </a:r>
            <a:r>
              <a:rPr lang="pt-BR" sz="800" dirty="0">
                <a:solidFill>
                  <a:srgbClr val="000000"/>
                </a:solidFill>
                <a:highlight>
                  <a:srgbClr val="FFFFFF"/>
                </a:highlight>
                <a:latin typeface="Cascadia Mono" panose="020B0609020000020004" pitchFamily="49" charset="0"/>
              </a:rPr>
              <a:t>.log(</a:t>
            </a:r>
            <a:r>
              <a:rPr lang="pt-BR" sz="800" dirty="0">
                <a:solidFill>
                  <a:srgbClr val="A31515"/>
                </a:solidFill>
                <a:highlight>
                  <a:srgbClr val="FFFFFF"/>
                </a:highlight>
                <a:latin typeface="Cascadia Mono" panose="020B0609020000020004" pitchFamily="49" charset="0"/>
              </a:rPr>
              <a:t>'Filho renderizado'</a:t>
            </a:r>
            <a:r>
              <a:rPr lang="pt-BR" sz="800" dirty="0">
                <a:solidFill>
                  <a:srgbClr val="000000"/>
                </a:solidFill>
                <a:highlight>
                  <a:srgbClr val="FFFFFF"/>
                </a:highlight>
                <a:latin typeface="Cascadia Mono" panose="020B0609020000020004" pitchFamily="49" charset="0"/>
              </a:rPr>
              <a:t>);</a:t>
            </a:r>
          </a:p>
          <a:p>
            <a:r>
              <a:rPr lang="pt-BR" sz="800" dirty="0">
                <a:solidFill>
                  <a:srgbClr val="000000"/>
                </a:solidFill>
                <a:highlight>
                  <a:srgbClr val="FFFFFF"/>
                </a:highlight>
                <a:latin typeface="Cascadia Mono" panose="020B0609020000020004" pitchFamily="49" charset="0"/>
              </a:rPr>
              <a:t>    </a:t>
            </a:r>
            <a:r>
              <a:rPr lang="pt-BR" sz="800" dirty="0" err="1">
                <a:solidFill>
                  <a:srgbClr val="0000FF"/>
                </a:solidFill>
                <a:highlight>
                  <a:srgbClr val="FFFFFF"/>
                </a:highlight>
                <a:latin typeface="Cascadia Mono" panose="020B0609020000020004" pitchFamily="49" charset="0"/>
              </a:rPr>
              <a:t>return</a:t>
            </a:r>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Componente filho. Pai possui valor </a:t>
            </a:r>
            <a:r>
              <a:rPr lang="pt-BR" sz="800" dirty="0">
                <a:solidFill>
                  <a:srgbClr val="000000"/>
                </a:solidFill>
                <a:highlight>
                  <a:srgbClr val="FFFFFF"/>
                </a:highlight>
                <a:latin typeface="Cascadia Mono" panose="020B0609020000020004" pitchFamily="49" charset="0"/>
              </a:rPr>
              <a:t>{valor}</a:t>
            </a:r>
            <a:endParaRPr lang="pt-BR" sz="800" dirty="0">
              <a:solidFill>
                <a:srgbClr val="555555"/>
              </a:solidFill>
              <a:highlight>
                <a:srgbClr val="FFFFFF"/>
              </a:highlight>
              <a:latin typeface="Cascadia Mono" panose="020B0609020000020004" pitchFamily="49" charset="0"/>
            </a:endParaRPr>
          </a:p>
          <a:p>
            <a:r>
              <a:rPr lang="pt-BR" sz="800" dirty="0">
                <a:solidFill>
                  <a:srgbClr val="555555"/>
                </a:solidFill>
                <a:highlight>
                  <a:srgbClr val="FFFFFF"/>
                </a:highlight>
                <a:latin typeface="Cascadia Mono" panose="020B0609020000020004" pitchFamily="49" charset="0"/>
              </a:rPr>
              <a:t>        </a:t>
            </a:r>
            <a:r>
              <a:rPr lang="pt-BR" sz="800" dirty="0">
                <a:solidFill>
                  <a:srgbClr val="0000FF"/>
                </a:solidFill>
                <a:highlight>
                  <a:srgbClr val="FFFFFF"/>
                </a:highlight>
                <a:latin typeface="Cascadia Mono" panose="020B0609020000020004" pitchFamily="49" charset="0"/>
              </a:rPr>
              <a:t>&lt;/&gt;</a:t>
            </a:r>
            <a:endParaRPr lang="pt-BR" sz="800" dirty="0">
              <a:solidFill>
                <a:srgbClr val="000000"/>
              </a:solidFill>
              <a:highlight>
                <a:srgbClr val="FFFFFF"/>
              </a:highlight>
              <a:latin typeface="Cascadia Mono" panose="020B0609020000020004" pitchFamily="49" charset="0"/>
            </a:endParaRPr>
          </a:p>
          <a:p>
            <a:r>
              <a:rPr lang="pt-BR" sz="800" dirty="0">
                <a:solidFill>
                  <a:srgbClr val="000000"/>
                </a:solidFill>
                <a:highlight>
                  <a:srgbClr val="FFFFFF"/>
                </a:highlight>
                <a:latin typeface="Cascadia Mono" panose="020B0609020000020004" pitchFamily="49" charset="0"/>
              </a:rPr>
              <a:t>    )</a:t>
            </a:r>
          </a:p>
          <a:p>
            <a:r>
              <a:rPr lang="pt-BR" sz="800" dirty="0">
                <a:solidFill>
                  <a:srgbClr val="000000"/>
                </a:solidFill>
                <a:highlight>
                  <a:srgbClr val="FFFFFF"/>
                </a:highlight>
                <a:latin typeface="Cascadia Mono" panose="020B0609020000020004" pitchFamily="49" charset="0"/>
              </a:rPr>
              <a:t>});</a:t>
            </a:r>
            <a:endParaRPr lang="pt-BR" sz="100" dirty="0"/>
          </a:p>
        </p:txBody>
      </p:sp>
    </p:spTree>
    <p:extLst>
      <p:ext uri="{BB962C8B-B14F-4D97-AF65-F5344CB8AC3E}">
        <p14:creationId xmlns:p14="http://schemas.microsoft.com/office/powerpoint/2010/main" val="14235503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Memoização</a:t>
            </a:r>
            <a:endParaRPr lang="pt-BR" dirty="0"/>
          </a:p>
        </p:txBody>
      </p:sp>
      <p:sp>
        <p:nvSpPr>
          <p:cNvPr id="6" name="Espaço Reservado para Conteúdo 5"/>
          <p:cNvSpPr>
            <a:spLocks noGrp="1"/>
          </p:cNvSpPr>
          <p:nvPr>
            <p:ph idx="1"/>
          </p:nvPr>
        </p:nvSpPr>
        <p:spPr>
          <a:xfrm>
            <a:off x="676274" y="1939636"/>
            <a:ext cx="10753725" cy="4418831"/>
          </a:xfrm>
        </p:spPr>
        <p:txBody>
          <a:bodyPr vert="horz" lIns="91440" tIns="45720" rIns="91440" bIns="45720" rtlCol="0" anchor="t">
            <a:normAutofit/>
          </a:bodyPr>
          <a:lstStyle/>
          <a:p>
            <a:pPr algn="just">
              <a:tabLst>
                <a:tab pos="0" algn="l"/>
              </a:tabLst>
            </a:pPr>
            <a:r>
              <a:rPr lang="pt-BR" sz="3200" spc="-1" dirty="0">
                <a:solidFill>
                  <a:schemeClr val="tx1"/>
                </a:solidFill>
                <a:latin typeface="Calibri Light" panose="020F0302020204030204"/>
              </a:rPr>
              <a:t>Como o </a:t>
            </a:r>
            <a:r>
              <a:rPr lang="pt-BR" sz="3200" i="1" spc="-1" dirty="0" err="1">
                <a:solidFill>
                  <a:schemeClr val="tx1"/>
                </a:solidFill>
                <a:latin typeface="Calibri Light" panose="020F0302020204030204"/>
              </a:rPr>
              <a:t>hook</a:t>
            </a:r>
            <a:r>
              <a:rPr lang="pt-BR" sz="3200" i="1" spc="-1" dirty="0">
                <a:solidFill>
                  <a:schemeClr val="tx1"/>
                </a:solidFill>
                <a:latin typeface="Calibri Light" panose="020F0302020204030204"/>
              </a:rPr>
              <a:t> </a:t>
            </a:r>
            <a:r>
              <a:rPr lang="pt-BR" sz="3200" spc="-1" dirty="0" err="1">
                <a:solidFill>
                  <a:schemeClr val="tx1"/>
                </a:solidFill>
                <a:latin typeface="Calibri Light" panose="020F0302020204030204"/>
              </a:rPr>
              <a:t>useCallback</a:t>
            </a:r>
            <a:r>
              <a:rPr lang="pt-BR" sz="3200" spc="-1" dirty="0">
                <a:solidFill>
                  <a:schemeClr val="tx1"/>
                </a:solidFill>
                <a:latin typeface="Calibri Light" panose="020F0302020204030204"/>
              </a:rPr>
              <a:t> possui um vetor de dependência, caso valores nele sejam atualizados, a definição da função será atualizada também.</a:t>
            </a:r>
          </a:p>
          <a:p>
            <a:pPr algn="just">
              <a:tabLst>
                <a:tab pos="0" algn="l"/>
              </a:tabLst>
            </a:pPr>
            <a:endParaRPr lang="pt-BR" sz="3200" b="0" strike="noStrike" spc="-1" dirty="0">
              <a:solidFill>
                <a:schemeClr val="tx1"/>
              </a:solidFill>
              <a:latin typeface="Calibri Light" panose="020F0302020204030204"/>
            </a:endParaRPr>
          </a:p>
        </p:txBody>
      </p:sp>
    </p:spTree>
    <p:extLst>
      <p:ext uri="{BB962C8B-B14F-4D97-AF65-F5344CB8AC3E}">
        <p14:creationId xmlns:p14="http://schemas.microsoft.com/office/powerpoint/2010/main" val="3011020736"/>
      </p:ext>
    </p:extLst>
  </p:cSld>
  <p:clrMapOvr>
    <a:masterClrMapping/>
  </p:clrMapOvr>
</p:sld>
</file>

<file path=ppt/theme/theme1.xml><?xml version="1.0" encoding="utf-8"?>
<a:theme xmlns:a="http://schemas.openxmlformats.org/drawingml/2006/main" name="Metropolitano">
  <a:themeElements>
    <a:clrScheme name="Verd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Metropolitan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o">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lnDef>
      <a:spPr>
        <a:ln w="381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816</TotalTime>
  <Words>6274</Words>
  <Application>Microsoft Office PowerPoint</Application>
  <PresentationFormat>Widescreen</PresentationFormat>
  <Paragraphs>751</Paragraphs>
  <Slides>42</Slides>
  <Notes>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42</vt:i4>
      </vt:variant>
    </vt:vector>
  </HeadingPairs>
  <TitlesOfParts>
    <vt:vector size="48" baseType="lpstr">
      <vt:lpstr>Arial</vt:lpstr>
      <vt:lpstr>Calibri</vt:lpstr>
      <vt:lpstr>Calibri Light</vt:lpstr>
      <vt:lpstr>Cascadia Mono</vt:lpstr>
      <vt:lpstr>Consolas</vt:lpstr>
      <vt:lpstr>Metropolitano</vt:lpstr>
      <vt:lpstr>Desenvolvimento Web III</vt:lpstr>
      <vt:lpstr>Exemplo</vt:lpstr>
      <vt:lpstr>Apresentação do PowerPoint</vt:lpstr>
      <vt:lpstr>Exercício - Mesa de som</vt:lpstr>
      <vt:lpstr>Apresentação do PowerPoint</vt:lpstr>
      <vt:lpstr>Apresentação do PowerPoint</vt:lpstr>
      <vt:lpstr>Apresentação do PowerPoint</vt:lpstr>
      <vt:lpstr>Apresentação do PowerPoint</vt:lpstr>
      <vt:lpstr>Exercício - Mesa de som</vt:lpstr>
      <vt:lpstr>Introdução</vt:lpstr>
      <vt:lpstr>Effect</vt:lpstr>
      <vt:lpstr>Exemplo</vt:lpstr>
      <vt:lpstr>Vetor de dependência</vt:lpstr>
      <vt:lpstr>Exemplo</vt:lpstr>
      <vt:lpstr>Exemplo</vt:lpstr>
      <vt:lpstr>Vetor de dependência</vt:lpstr>
      <vt:lpstr>Exemplo</vt:lpstr>
      <vt:lpstr>Exemplo</vt:lpstr>
      <vt:lpstr>Exemplo</vt:lpstr>
      <vt:lpstr>Exemplo</vt:lpstr>
      <vt:lpstr>Exercício - Mesa de som</vt:lpstr>
      <vt:lpstr>Exercício - Mesa de som</vt:lpstr>
      <vt:lpstr>Apresentação do PowerPoint</vt:lpstr>
      <vt:lpstr>Apresentação do PowerPoint</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lpstr>Memoização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Desenvolvimento Web III</dc:title>
  <dc:creator>Tiago Docusse</dc:creator>
  <cp:lastModifiedBy>Tiago Docusse</cp:lastModifiedBy>
  <cp:revision>483</cp:revision>
  <dcterms:created xsi:type="dcterms:W3CDTF">2020-10-26T16:07:00Z</dcterms:created>
  <dcterms:modified xsi:type="dcterms:W3CDTF">2026-02-28T11:12:42Z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F4DB0B5693074B2299CD9F9B1564BEF3_12</vt:lpwstr>
  </property>
  <property fmtid="{D5CDD505-2E9C-101B-9397-08002B2CF9AE}" pid="3" name="KSOProductBuildVer">
    <vt:lpwstr>1046-12.2.0.17562</vt:lpwstr>
  </property>
</Properties>
</file>