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56" y="96"/>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33149100" name="Espaço Reservado para Cabeçalho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pt-BR"/>
          </a:p>
        </p:txBody>
      </p:sp>
      <p:sp>
        <p:nvSpPr>
          <p:cNvPr id="1242717546" name="Espaço Reservado para Data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166949C9-9CE7-4F3E-9D45-43DA33BA51FD}" type="datetimeFigureOut">
              <a:rPr lang="pt-BR"/>
              <a:t>23/02/2026</a:t>
            </a:fld>
            <a:endParaRPr lang="pt-BR"/>
          </a:p>
        </p:txBody>
      </p:sp>
      <p:sp>
        <p:nvSpPr>
          <p:cNvPr id="2067669734" name="Espaço Reservado para Imagem de Slide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pt-BR"/>
          </a:p>
        </p:txBody>
      </p:sp>
      <p:sp>
        <p:nvSpPr>
          <p:cNvPr id="780834223" name="Espaço Reservado para Anotaçõ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422310842" name="Espaço Reservado para Rodapé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pt-BR"/>
          </a:p>
        </p:txBody>
      </p:sp>
      <p:sp>
        <p:nvSpPr>
          <p:cNvPr id="724051034" name="Espaço Reservado para Número de Slid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AC2682CE-1854-4397-8FED-D567AEDD3700}" type="slidenum">
              <a:rPr lang="pt-BR"/>
              <a:t>‹nº›</a:t>
            </a:fld>
            <a:endParaRPr lang="pt-B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9685747" name="Espaço Reservado para Imagem de Slide 1"/>
          <p:cNvSpPr>
            <a:spLocks noGrp="1" noRot="1" noChangeAspect="1"/>
          </p:cNvSpPr>
          <p:nvPr>
            <p:ph type="sldImg"/>
          </p:nvPr>
        </p:nvSpPr>
        <p:spPr bwMode="auto"/>
      </p:sp>
      <p:sp>
        <p:nvSpPr>
          <p:cNvPr id="477061580" name="Espaço Reservado para Anotações 2"/>
          <p:cNvSpPr>
            <a:spLocks noGrp="1"/>
          </p:cNvSpPr>
          <p:nvPr>
            <p:ph type="body" idx="1"/>
          </p:nvPr>
        </p:nvSpPr>
        <p:spPr bwMode="auto"/>
        <p:txBody>
          <a:bodyPr/>
          <a:lstStyle/>
          <a:p>
            <a:pPr>
              <a:defRPr/>
            </a:pPr>
            <a:endParaRPr lang="pt-BR"/>
          </a:p>
        </p:txBody>
      </p:sp>
      <p:sp>
        <p:nvSpPr>
          <p:cNvPr id="429163928" name="Espaço Reservado para Número de Slide 3"/>
          <p:cNvSpPr>
            <a:spLocks noGrp="1"/>
          </p:cNvSpPr>
          <p:nvPr>
            <p:ph type="sldNum" sz="quarter" idx="5"/>
          </p:nvPr>
        </p:nvSpPr>
        <p:spPr bwMode="auto"/>
        <p:txBody>
          <a:bodyPr/>
          <a:lstStyle/>
          <a:p>
            <a:pPr>
              <a:defRPr/>
            </a:pPr>
            <a:fld id="{AC2682CE-1854-4397-8FED-D567AEDD3700}" type="slidenum">
              <a:rPr lang="pt-BR"/>
              <a:t>1</a:t>
            </a:fld>
            <a:endParaRPr 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9499904-119C-D409-B4CC-A9BE0A30E55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91F3D8-5025-D94D-00A5-D50F0CD5A5C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E122386-7F0B-506A-8295-2D5C65883B9D}"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B9B080C-B750-0BC4-011B-6F8A030D144C}"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CFD6C0-FA23-5F2B-463D-C484D420736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DF03233-CFFB-37E4-AE1B-41B9EEC3A938}"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6FD694-E888-3AEA-98CB-B7E30ABC6AF0}"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E89DFB0-D342-7FE6-4C7F-5BDF65D7EF35}"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CBF228-05BA-CD73-6B24-F56E65523472}"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29B3A2-4858-F898-A87E-9958EF9CABC5}"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62E309-427A-EDC4-417D-7151FF305598}"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3CFDB38-DB28-FEF6-1C99-2B713E1FF85A}"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259C3A9-2BB2-92F7-E92B-C3B18EB3D5DF}"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4A7B23-3F82-8DF0-1FD2-391F7BCFF603}"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F36589-F5C5-1EC6-B45B-12735789261B}"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ED95117-8C54-992D-31CE-A2001FE9D945}"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4560C5B-DFBF-B95C-286A-498CDF2A741D}"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AE9ECF-7112-18E4-EA42-B1301D1BE40C}"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8FE19B-E3AB-BC36-EA87-ED4845555382}"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8B3F4A-1C7C-9E62-BD3D-BDCA10F66729}"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C21759F-8F99-D478-0CFE-DEBC8C3E34E2}"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AEF2389-6F6A-D442-1FEC-41D914C92D11}"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9E45E1-352A-F0CA-6785-C2A631E7FFC9}"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CB4EA7-6DBD-8DD0-D5F1-60ED6502C729}"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87A062-85D8-4714-5A33-9C3F2A7E3D68}"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19CADD-1EF0-959F-FF6E-2FFD603D6260}"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E65211-C881-CFF8-ACB4-831E8750895E}"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A6C7BC-087A-39E4-41C8-EFFAFA0D1A38}"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BEAFF3-9979-E0C5-C7D2-22D2A92B41CE}" type="slidenum">
              <a:rPr/>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Slide de Título">
    <p:bg>
      <p:bgPr>
        <a:solidFill>
          <a:schemeClr val="accent1"/>
        </a:solidFill>
        <a:effectLst/>
      </p:bgPr>
    </p:bg>
    <p:spTree>
      <p:nvGrpSpPr>
        <p:cNvPr id="1" name=""/>
        <p:cNvGrpSpPr/>
        <p:nvPr/>
      </p:nvGrpSpPr>
      <p:grpSpPr bwMode="auto">
        <a:xfrm>
          <a:off x="0" y="0"/>
          <a:ext cx="0" cy="0"/>
          <a:chOff x="0" y="0"/>
          <a:chExt cx="0" cy="0"/>
        </a:xfrm>
      </p:grpSpPr>
      <p:sp>
        <p:nvSpPr>
          <p:cNvPr id="283355341" name="Rectangle 3"/>
          <p:cNvSpPr/>
          <p:nvPr/>
        </p:nvSpPr>
        <p:spPr bwMode="auto">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870796325" name="Title 1"/>
          <p:cNvSpPr>
            <a:spLocks noGrp="1"/>
          </p:cNvSpPr>
          <p:nvPr>
            <p:ph type="ctrTitle"/>
          </p:nvPr>
        </p:nvSpPr>
        <p:spPr bwMode="auto">
          <a:xfrm>
            <a:off x="603504" y="770467"/>
            <a:ext cx="10782300" cy="3352800"/>
          </a:xfrm>
        </p:spPr>
        <p:txBody>
          <a:bodyPr anchor="b">
            <a:noAutofit/>
          </a:bodyPr>
          <a:lstStyle>
            <a:lvl1pPr algn="l">
              <a:lnSpc>
                <a:spcPct val="80000"/>
              </a:lnSpc>
              <a:defRPr sz="8800" spc="-120">
                <a:solidFill>
                  <a:srgbClr val="FFFFFF"/>
                </a:solidFill>
              </a:defRPr>
            </a:lvl1pPr>
          </a:lstStyle>
          <a:p>
            <a:pPr>
              <a:defRPr/>
            </a:pPr>
            <a:r>
              <a:rPr lang="pt-BR"/>
              <a:t>Clique para editar o título Mestre</a:t>
            </a:r>
            <a:endParaRPr lang="en-US"/>
          </a:p>
        </p:txBody>
      </p:sp>
      <p:sp>
        <p:nvSpPr>
          <p:cNvPr id="520482985" name="Subtitle 2"/>
          <p:cNvSpPr>
            <a:spLocks noGrp="1"/>
          </p:cNvSpPr>
          <p:nvPr>
            <p:ph type="subTitle" idx="1"/>
          </p:nvPr>
        </p:nvSpPr>
        <p:spPr bwMode="auto">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a:defRPr/>
            </a:pPr>
            <a:r>
              <a:rPr lang="pt-BR"/>
              <a:t>Clique para editar o estilo do subtítulo Mestre</a:t>
            </a:r>
            <a:endParaRPr lang="en-US"/>
          </a:p>
        </p:txBody>
      </p:sp>
      <p:sp>
        <p:nvSpPr>
          <p:cNvPr id="1166553429" name="Date Placeholder 6"/>
          <p:cNvSpPr>
            <a:spLocks noGrp="1"/>
          </p:cNvSpPr>
          <p:nvPr>
            <p:ph type="dt" sz="half" idx="10"/>
          </p:nvPr>
        </p:nvSpPr>
        <p:spPr bwMode="auto"/>
        <p:txBody>
          <a:bodyPr/>
          <a:lstStyle>
            <a:lvl1pPr>
              <a:defRPr>
                <a:solidFill>
                  <a:srgbClr val="FFFFFF">
                    <a:alpha val="80000"/>
                  </a:srgbClr>
                </a:solidFill>
              </a:defRPr>
            </a:lvl1pPr>
          </a:lstStyle>
          <a:p>
            <a:pPr>
              <a:defRPr/>
            </a:pPr>
            <a:fld id="{43541D0D-707C-4E66-89AA-0C4F55B1B90C}" type="datetimeFigureOut">
              <a:rPr lang="pt-BR"/>
              <a:t>23/02/2026</a:t>
            </a:fld>
            <a:endParaRPr lang="pt-BR"/>
          </a:p>
        </p:txBody>
      </p:sp>
      <p:sp>
        <p:nvSpPr>
          <p:cNvPr id="1612637704" name="Footer Placeholder 7"/>
          <p:cNvSpPr>
            <a:spLocks noGrp="1"/>
          </p:cNvSpPr>
          <p:nvPr>
            <p:ph type="ftr" sz="quarter" idx="11"/>
          </p:nvPr>
        </p:nvSpPr>
        <p:spPr bwMode="auto"/>
        <p:txBody>
          <a:bodyPr/>
          <a:lstStyle>
            <a:lvl1pPr>
              <a:defRPr>
                <a:solidFill>
                  <a:srgbClr val="FFFFFF">
                    <a:alpha val="80000"/>
                  </a:srgbClr>
                </a:solidFill>
              </a:defRPr>
            </a:lvl1pPr>
          </a:lstStyle>
          <a:p>
            <a:pPr>
              <a:defRPr/>
            </a:pPr>
            <a:endParaRPr lang="pt-BR"/>
          </a:p>
        </p:txBody>
      </p:sp>
      <p:sp>
        <p:nvSpPr>
          <p:cNvPr id="959994562" name="Slide Number Placeholder 8"/>
          <p:cNvSpPr>
            <a:spLocks noGrp="1"/>
          </p:cNvSpPr>
          <p:nvPr>
            <p:ph type="sldNum" sz="quarter" idx="12"/>
          </p:nvPr>
        </p:nvSpPr>
        <p:spPr bwMode="auto"/>
        <p:txBody>
          <a:bodyPr/>
          <a:lstStyle>
            <a:lvl1pPr>
              <a:defRPr>
                <a:solidFill>
                  <a:srgbClr val="FFFFFF">
                    <a:alpha val="25000"/>
                  </a:srgbClr>
                </a:solidFill>
              </a:defRPr>
            </a:lvl1pPr>
          </a:lstStyle>
          <a:p>
            <a:pPr>
              <a:defRPr/>
            </a:pPr>
            <a:fld id="{F86D8455-DEB2-4E79-9BF6-B6184E2BA056}" type="slidenum">
              <a:rPr lang="pt-B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ítulo e Conteúdo">
    <p:spTree>
      <p:nvGrpSpPr>
        <p:cNvPr id="1" name=""/>
        <p:cNvGrpSpPr/>
        <p:nvPr/>
      </p:nvGrpSpPr>
      <p:grpSpPr bwMode="auto">
        <a:xfrm>
          <a:off x="0" y="0"/>
          <a:ext cx="0" cy="0"/>
          <a:chOff x="0" y="0"/>
          <a:chExt cx="0" cy="0"/>
        </a:xfrm>
      </p:grpSpPr>
      <p:sp>
        <p:nvSpPr>
          <p:cNvPr id="2062749321" name="Title 1"/>
          <p:cNvSpPr>
            <a:spLocks noGrp="1"/>
          </p:cNvSpPr>
          <p:nvPr>
            <p:ph type="title"/>
          </p:nvPr>
        </p:nvSpPr>
        <p:spPr bwMode="auto"/>
        <p:txBody>
          <a:bodyPr/>
          <a:lstStyle/>
          <a:p>
            <a:pPr>
              <a:defRPr/>
            </a:pPr>
            <a:r>
              <a:rPr lang="pt-BR"/>
              <a:t>Clique para editar o título Mestre</a:t>
            </a:r>
            <a:endParaRPr lang="en-US"/>
          </a:p>
        </p:txBody>
      </p:sp>
      <p:sp>
        <p:nvSpPr>
          <p:cNvPr id="1711804226" name="Content Placeholder 2"/>
          <p:cNvSpPr>
            <a:spLocks noGrp="1"/>
          </p:cNvSpPr>
          <p:nvPr>
            <p:ph idx="1"/>
          </p:nvPr>
        </p:nvSpPr>
        <p:spPr bwMode="auto"/>
        <p:txBody>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772279421" name="Date Placeholder 3"/>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521714047" name="Footer Placeholder 4"/>
          <p:cNvSpPr>
            <a:spLocks noGrp="1"/>
          </p:cNvSpPr>
          <p:nvPr>
            <p:ph type="ftr" sz="quarter" idx="11"/>
          </p:nvPr>
        </p:nvSpPr>
        <p:spPr bwMode="auto"/>
        <p:txBody>
          <a:bodyPr/>
          <a:lstStyle/>
          <a:p>
            <a:pPr>
              <a:defRPr/>
            </a:pPr>
            <a:endParaRPr lang="pt-BR"/>
          </a:p>
        </p:txBody>
      </p:sp>
      <p:sp>
        <p:nvSpPr>
          <p:cNvPr id="1217965438" name="Slide Number Placeholder 5"/>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Cabeçalho da Seção">
    <p:spTree>
      <p:nvGrpSpPr>
        <p:cNvPr id="1" name=""/>
        <p:cNvGrpSpPr/>
        <p:nvPr/>
      </p:nvGrpSpPr>
      <p:grpSpPr bwMode="auto">
        <a:xfrm>
          <a:off x="0" y="0"/>
          <a:ext cx="0" cy="0"/>
          <a:chOff x="0" y="0"/>
          <a:chExt cx="0" cy="0"/>
        </a:xfrm>
      </p:grpSpPr>
      <p:sp>
        <p:nvSpPr>
          <p:cNvPr id="228596838" name="Title 1"/>
          <p:cNvSpPr>
            <a:spLocks noGrp="1"/>
          </p:cNvSpPr>
          <p:nvPr>
            <p:ph type="title"/>
          </p:nvPr>
        </p:nvSpPr>
        <p:spPr bwMode="auto">
          <a:xfrm>
            <a:off x="603504" y="767418"/>
            <a:ext cx="10780776" cy="3355848"/>
          </a:xfrm>
        </p:spPr>
        <p:txBody>
          <a:bodyPr anchor="b">
            <a:normAutofit/>
          </a:bodyPr>
          <a:lstStyle>
            <a:lvl1pPr>
              <a:lnSpc>
                <a:spcPct val="80000"/>
              </a:lnSpc>
              <a:defRPr sz="8800" b="0">
                <a:solidFill>
                  <a:schemeClr val="accent1"/>
                </a:solidFill>
              </a:defRPr>
            </a:lvl1pPr>
          </a:lstStyle>
          <a:p>
            <a:pPr>
              <a:defRPr/>
            </a:pPr>
            <a:r>
              <a:rPr lang="pt-BR"/>
              <a:t>Clique para editar o título Mestre</a:t>
            </a:r>
            <a:endParaRPr lang="en-US"/>
          </a:p>
        </p:txBody>
      </p:sp>
      <p:sp>
        <p:nvSpPr>
          <p:cNvPr id="742443177" name="Text Placeholder 2"/>
          <p:cNvSpPr>
            <a:spLocks noGrp="1"/>
          </p:cNvSpPr>
          <p:nvPr>
            <p:ph type="body" idx="1"/>
          </p:nvPr>
        </p:nvSpPr>
        <p:spPr bwMode="auto">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pt-BR"/>
              <a:t>Clique para editar os estilos de texto Mestres</a:t>
            </a:r>
            <a:endParaRPr/>
          </a:p>
        </p:txBody>
      </p:sp>
      <p:sp>
        <p:nvSpPr>
          <p:cNvPr id="1197541162" name="Date Placeholder 3"/>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617312614" name="Footer Placeholder 4"/>
          <p:cNvSpPr>
            <a:spLocks noGrp="1"/>
          </p:cNvSpPr>
          <p:nvPr>
            <p:ph type="ftr" sz="quarter" idx="11"/>
          </p:nvPr>
        </p:nvSpPr>
        <p:spPr bwMode="auto"/>
        <p:txBody>
          <a:bodyPr/>
          <a:lstStyle/>
          <a:p>
            <a:pPr>
              <a:defRPr/>
            </a:pPr>
            <a:endParaRPr lang="pt-BR"/>
          </a:p>
        </p:txBody>
      </p:sp>
      <p:sp>
        <p:nvSpPr>
          <p:cNvPr id="1407092156" name="Slide Number Placeholder 5"/>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Duas Partes de Conteúdo">
    <p:spTree>
      <p:nvGrpSpPr>
        <p:cNvPr id="1" name=""/>
        <p:cNvGrpSpPr/>
        <p:nvPr/>
      </p:nvGrpSpPr>
      <p:grpSpPr bwMode="auto">
        <a:xfrm>
          <a:off x="0" y="0"/>
          <a:ext cx="0" cy="0"/>
          <a:chOff x="0" y="0"/>
          <a:chExt cx="0" cy="0"/>
        </a:xfrm>
      </p:grpSpPr>
      <p:sp>
        <p:nvSpPr>
          <p:cNvPr id="2132988268" name="Title 1"/>
          <p:cNvSpPr>
            <a:spLocks noGrp="1"/>
          </p:cNvSpPr>
          <p:nvPr>
            <p:ph type="title"/>
          </p:nvPr>
        </p:nvSpPr>
        <p:spPr bwMode="auto"/>
        <p:txBody>
          <a:bodyPr/>
          <a:lstStyle/>
          <a:p>
            <a:pPr>
              <a:defRPr/>
            </a:pPr>
            <a:r>
              <a:rPr lang="pt-BR"/>
              <a:t>Clique para editar o título Mestre</a:t>
            </a:r>
            <a:endParaRPr lang="en-US"/>
          </a:p>
        </p:txBody>
      </p:sp>
      <p:sp>
        <p:nvSpPr>
          <p:cNvPr id="567738595" name="Content Placeholder 2"/>
          <p:cNvSpPr>
            <a:spLocks noGrp="1"/>
          </p:cNvSpPr>
          <p:nvPr>
            <p:ph sz="half" idx="1"/>
          </p:nvPr>
        </p:nvSpPr>
        <p:spPr bwMode="auto">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1126155110" name="Content Placeholder 3"/>
          <p:cNvSpPr>
            <a:spLocks noGrp="1"/>
          </p:cNvSpPr>
          <p:nvPr>
            <p:ph sz="half" idx="2"/>
          </p:nvPr>
        </p:nvSpPr>
        <p:spPr bwMode="auto">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2131192174" name="Date Placeholder 4"/>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389108557" name="Footer Placeholder 5"/>
          <p:cNvSpPr>
            <a:spLocks noGrp="1"/>
          </p:cNvSpPr>
          <p:nvPr>
            <p:ph type="ftr" sz="quarter" idx="11"/>
          </p:nvPr>
        </p:nvSpPr>
        <p:spPr bwMode="auto"/>
        <p:txBody>
          <a:bodyPr/>
          <a:lstStyle/>
          <a:p>
            <a:pPr>
              <a:defRPr/>
            </a:pPr>
            <a:endParaRPr lang="pt-BR"/>
          </a:p>
        </p:txBody>
      </p:sp>
      <p:sp>
        <p:nvSpPr>
          <p:cNvPr id="1009756977" name="Slide Number Placeholder 6"/>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ção">
    <p:spTree>
      <p:nvGrpSpPr>
        <p:cNvPr id="1" name=""/>
        <p:cNvGrpSpPr/>
        <p:nvPr/>
      </p:nvGrpSpPr>
      <p:grpSpPr bwMode="auto">
        <a:xfrm>
          <a:off x="0" y="0"/>
          <a:ext cx="0" cy="0"/>
          <a:chOff x="0" y="0"/>
          <a:chExt cx="0" cy="0"/>
        </a:xfrm>
      </p:grpSpPr>
      <p:sp>
        <p:nvSpPr>
          <p:cNvPr id="1444902994" name="Title 9"/>
          <p:cNvSpPr>
            <a:spLocks noGrp="1"/>
          </p:cNvSpPr>
          <p:nvPr>
            <p:ph type="title"/>
          </p:nvPr>
        </p:nvSpPr>
        <p:spPr bwMode="auto"/>
        <p:txBody>
          <a:bodyPr/>
          <a:lstStyle/>
          <a:p>
            <a:pPr>
              <a:defRPr/>
            </a:pPr>
            <a:r>
              <a:rPr lang="pt-BR"/>
              <a:t>Clique para editar o título Mestre</a:t>
            </a:r>
            <a:endParaRPr lang="en-US"/>
          </a:p>
        </p:txBody>
      </p:sp>
      <p:sp>
        <p:nvSpPr>
          <p:cNvPr id="153152318" name="Text Placeholder 2"/>
          <p:cNvSpPr>
            <a:spLocks noGrp="1"/>
          </p:cNvSpPr>
          <p:nvPr>
            <p:ph type="body" idx="1"/>
          </p:nvPr>
        </p:nvSpPr>
        <p:spPr bwMode="auto">
          <a:xfrm>
            <a:off x="676656" y="2040467"/>
            <a:ext cx="4663440" cy="723400"/>
          </a:xfrm>
        </p:spPr>
        <p:txBody>
          <a:bodyPr anchor="ctr">
            <a:normAutofit/>
          </a:bodyPr>
          <a:lstStyle>
            <a:lvl1pPr marL="0" indent="0">
              <a:buNone/>
              <a:defRPr sz="2200" b="0" cap="all">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Clique para editar os estilos de texto Mestres</a:t>
            </a:r>
            <a:endParaRPr/>
          </a:p>
        </p:txBody>
      </p:sp>
      <p:sp>
        <p:nvSpPr>
          <p:cNvPr id="225911829" name="Content Placeholder 3"/>
          <p:cNvSpPr>
            <a:spLocks noGrp="1"/>
          </p:cNvSpPr>
          <p:nvPr>
            <p:ph sz="half" idx="2"/>
          </p:nvPr>
        </p:nvSpPr>
        <p:spPr bwMode="auto">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119435076" name="Text Placeholder 4"/>
          <p:cNvSpPr>
            <a:spLocks noGrp="1"/>
          </p:cNvSpPr>
          <p:nvPr>
            <p:ph type="body" sz="quarter" idx="3"/>
          </p:nvPr>
        </p:nvSpPr>
        <p:spPr bwMode="auto">
          <a:xfrm>
            <a:off x="6007607" y="2038435"/>
            <a:ext cx="4663440" cy="722376"/>
          </a:xfrm>
        </p:spPr>
        <p:txBody>
          <a:bodyPr anchor="ctr">
            <a:normAutofit/>
          </a:bodyPr>
          <a:lstStyle>
            <a:lvl1pPr marL="0" indent="0">
              <a:buNone/>
              <a:defRPr sz="2200" b="0" cap="all">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Clique para editar os estilos de texto Mestres</a:t>
            </a:r>
            <a:endParaRPr/>
          </a:p>
        </p:txBody>
      </p:sp>
      <p:sp>
        <p:nvSpPr>
          <p:cNvPr id="1941675676" name="Content Placeholder 5"/>
          <p:cNvSpPr>
            <a:spLocks noGrp="1"/>
          </p:cNvSpPr>
          <p:nvPr>
            <p:ph sz="quarter" idx="4"/>
          </p:nvPr>
        </p:nvSpPr>
        <p:spPr bwMode="auto">
          <a:xfrm>
            <a:off x="6007607"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2111188465" name="Date Placeholder 6"/>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1249302437" name="Footer Placeholder 7"/>
          <p:cNvSpPr>
            <a:spLocks noGrp="1"/>
          </p:cNvSpPr>
          <p:nvPr>
            <p:ph type="ftr" sz="quarter" idx="11"/>
          </p:nvPr>
        </p:nvSpPr>
        <p:spPr bwMode="auto"/>
        <p:txBody>
          <a:bodyPr/>
          <a:lstStyle/>
          <a:p>
            <a:pPr>
              <a:defRPr/>
            </a:pPr>
            <a:endParaRPr lang="pt-BR"/>
          </a:p>
        </p:txBody>
      </p:sp>
      <p:sp>
        <p:nvSpPr>
          <p:cNvPr id="724877294" name="Slide Number Placeholder 8"/>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Somente Título">
    <p:spTree>
      <p:nvGrpSpPr>
        <p:cNvPr id="1" name=""/>
        <p:cNvGrpSpPr/>
        <p:nvPr/>
      </p:nvGrpSpPr>
      <p:grpSpPr bwMode="auto">
        <a:xfrm>
          <a:off x="0" y="0"/>
          <a:ext cx="0" cy="0"/>
          <a:chOff x="0" y="0"/>
          <a:chExt cx="0" cy="0"/>
        </a:xfrm>
      </p:grpSpPr>
      <p:sp>
        <p:nvSpPr>
          <p:cNvPr id="820371476" name="Title 5"/>
          <p:cNvSpPr>
            <a:spLocks noGrp="1"/>
          </p:cNvSpPr>
          <p:nvPr>
            <p:ph type="title"/>
          </p:nvPr>
        </p:nvSpPr>
        <p:spPr bwMode="auto"/>
        <p:txBody>
          <a:bodyPr/>
          <a:lstStyle/>
          <a:p>
            <a:pPr>
              <a:defRPr/>
            </a:pPr>
            <a:r>
              <a:rPr lang="pt-BR"/>
              <a:t>Clique para editar o título Mestre</a:t>
            </a:r>
            <a:endParaRPr lang="en-US"/>
          </a:p>
        </p:txBody>
      </p:sp>
      <p:sp>
        <p:nvSpPr>
          <p:cNvPr id="582005538" name="Date Placeholder 2"/>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405046414" name="Footer Placeholder 3"/>
          <p:cNvSpPr>
            <a:spLocks noGrp="1"/>
          </p:cNvSpPr>
          <p:nvPr>
            <p:ph type="ftr" sz="quarter" idx="11"/>
          </p:nvPr>
        </p:nvSpPr>
        <p:spPr bwMode="auto"/>
        <p:txBody>
          <a:bodyPr/>
          <a:lstStyle/>
          <a:p>
            <a:pPr>
              <a:defRPr/>
            </a:pPr>
            <a:endParaRPr lang="pt-BR"/>
          </a:p>
        </p:txBody>
      </p:sp>
      <p:sp>
        <p:nvSpPr>
          <p:cNvPr id="1089241834" name="Slide Number Placeholder 4"/>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Em Branco">
    <p:spTree>
      <p:nvGrpSpPr>
        <p:cNvPr id="1" name=""/>
        <p:cNvGrpSpPr/>
        <p:nvPr/>
      </p:nvGrpSpPr>
      <p:grpSpPr bwMode="auto">
        <a:xfrm>
          <a:off x="0" y="0"/>
          <a:ext cx="0" cy="0"/>
          <a:chOff x="0" y="0"/>
          <a:chExt cx="0" cy="0"/>
        </a:xfrm>
      </p:grpSpPr>
      <p:sp>
        <p:nvSpPr>
          <p:cNvPr id="718089905" name="Date Placeholder 1"/>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1138667556" name="Footer Placeholder 2"/>
          <p:cNvSpPr>
            <a:spLocks noGrp="1"/>
          </p:cNvSpPr>
          <p:nvPr>
            <p:ph type="ftr" sz="quarter" idx="11"/>
          </p:nvPr>
        </p:nvSpPr>
        <p:spPr bwMode="auto"/>
        <p:txBody>
          <a:bodyPr/>
          <a:lstStyle/>
          <a:p>
            <a:pPr>
              <a:defRPr/>
            </a:pPr>
            <a:endParaRPr lang="pt-BR"/>
          </a:p>
        </p:txBody>
      </p:sp>
      <p:sp>
        <p:nvSpPr>
          <p:cNvPr id="1834292694" name="Slide Number Placeholder 3"/>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údo com Legenda">
    <p:spTree>
      <p:nvGrpSpPr>
        <p:cNvPr id="1" name=""/>
        <p:cNvGrpSpPr/>
        <p:nvPr/>
      </p:nvGrpSpPr>
      <p:grpSpPr bwMode="auto">
        <a:xfrm>
          <a:off x="0" y="0"/>
          <a:ext cx="0" cy="0"/>
          <a:chOff x="0" y="0"/>
          <a:chExt cx="0" cy="0"/>
        </a:xfrm>
      </p:grpSpPr>
      <p:sp>
        <p:nvSpPr>
          <p:cNvPr id="1676798991" name="Rectangle 1"/>
          <p:cNvSpPr/>
          <p:nvPr/>
        </p:nvSpPr>
        <p:spPr bwMode="auto">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339256704" name="Title 8"/>
          <p:cNvSpPr>
            <a:spLocks noGrp="1"/>
          </p:cNvSpPr>
          <p:nvPr>
            <p:ph type="title"/>
          </p:nvPr>
        </p:nvSpPr>
        <p:spPr bwMode="auto">
          <a:xfrm>
            <a:off x="8261404" y="542282"/>
            <a:ext cx="3383280" cy="1920240"/>
          </a:xfrm>
        </p:spPr>
        <p:txBody>
          <a:bodyPr anchor="b">
            <a:noAutofit/>
          </a:bodyPr>
          <a:lstStyle>
            <a:lvl1pPr>
              <a:lnSpc>
                <a:spcPct val="85000"/>
              </a:lnSpc>
              <a:defRPr sz="4000">
                <a:solidFill>
                  <a:srgbClr val="FFFFFF"/>
                </a:solidFill>
              </a:defRPr>
            </a:lvl1pPr>
          </a:lstStyle>
          <a:p>
            <a:pPr>
              <a:defRPr/>
            </a:pPr>
            <a:r>
              <a:rPr lang="pt-BR"/>
              <a:t>Clique para editar o título Mestre</a:t>
            </a:r>
            <a:endParaRPr lang="en-US"/>
          </a:p>
        </p:txBody>
      </p:sp>
      <p:sp>
        <p:nvSpPr>
          <p:cNvPr id="2079886245" name="Content Placeholder 2"/>
          <p:cNvSpPr>
            <a:spLocks noGrp="1"/>
          </p:cNvSpPr>
          <p:nvPr>
            <p:ph idx="1"/>
          </p:nvPr>
        </p:nvSpPr>
        <p:spPr bwMode="auto">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1443300185" name="Text Placeholder 3"/>
          <p:cNvSpPr>
            <a:spLocks noGrp="1"/>
          </p:cNvSpPr>
          <p:nvPr>
            <p:ph type="body" sz="half" idx="2"/>
          </p:nvPr>
        </p:nvSpPr>
        <p:spPr bwMode="auto">
          <a:xfrm>
            <a:off x="8275982" y="2511813"/>
            <a:ext cx="3398520" cy="3126987"/>
          </a:xfrm>
        </p:spPr>
        <p:txBody>
          <a:bodyPr>
            <a:normAutofit/>
          </a:bodyPr>
          <a:lstStyle>
            <a:lvl1pPr marL="0" marR="0" indent="0" algn="l" defTabSz="914400" rtl="0">
              <a:lnSpc>
                <a:spcPct val="100000"/>
              </a:lnSpc>
              <a:spcBef>
                <a:spcPts val="1200"/>
              </a:spcBef>
              <a:spcAft>
                <a:spcPts val="0"/>
              </a:spcAft>
              <a:buClrTx/>
              <a:buSzTx/>
              <a:buFontTx/>
              <a:buNone/>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a:lnSpc>
                <a:spcPct val="100000"/>
              </a:lnSpc>
              <a:spcBef>
                <a:spcPts val="1400"/>
              </a:spcBef>
              <a:spcAft>
                <a:spcPts val="0"/>
              </a:spcAft>
              <a:buClrTx/>
              <a:buSzTx/>
              <a:buFontTx/>
              <a:buNone/>
              <a:defRPr/>
            </a:pPr>
            <a:r>
              <a:rPr lang="pt-BR"/>
              <a:t>Clique para editar os estilos de texto Mestres</a:t>
            </a:r>
            <a:endParaRPr/>
          </a:p>
        </p:txBody>
      </p:sp>
      <p:sp>
        <p:nvSpPr>
          <p:cNvPr id="1926880610" name="Date Placeholder 4"/>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164784522" name="Footer Placeholder 5"/>
          <p:cNvSpPr>
            <a:spLocks noGrp="1"/>
          </p:cNvSpPr>
          <p:nvPr>
            <p:ph type="ftr" sz="quarter" idx="11"/>
          </p:nvPr>
        </p:nvSpPr>
        <p:spPr bwMode="auto"/>
        <p:txBody>
          <a:bodyPr/>
          <a:lstStyle/>
          <a:p>
            <a:pPr>
              <a:defRPr/>
            </a:pPr>
            <a:endParaRPr lang="pt-BR"/>
          </a:p>
        </p:txBody>
      </p:sp>
      <p:sp>
        <p:nvSpPr>
          <p:cNvPr id="129753662" name="Slide Number Placeholder 6"/>
          <p:cNvSpPr>
            <a:spLocks noGrp="1"/>
          </p:cNvSpPr>
          <p:nvPr>
            <p:ph type="sldNum" sz="quarter" idx="12"/>
          </p:nvPr>
        </p:nvSpPr>
        <p:spPr bwMode="auto"/>
        <p:txBody>
          <a:bodyPr/>
          <a:lstStyle>
            <a:lvl1pPr>
              <a:defRPr>
                <a:solidFill>
                  <a:srgbClr val="FFFFFF">
                    <a:alpha val="20000"/>
                  </a:srgbClr>
                </a:solidFill>
              </a:defRPr>
            </a:lvl1pPr>
          </a:lstStyle>
          <a:p>
            <a:pPr>
              <a:defRPr/>
            </a:pPr>
            <a:fld id="{F86D8455-DEB2-4E79-9BF6-B6184E2BA056}" type="slidenum">
              <a:rPr lang="pt-B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m com Legenda">
    <p:bg>
      <p:bgPr>
        <a:solidFill>
          <a:schemeClr val="accent1"/>
        </a:solidFill>
        <a:effectLst/>
      </p:bgPr>
    </p:bg>
    <p:spTree>
      <p:nvGrpSpPr>
        <p:cNvPr id="1" name=""/>
        <p:cNvGrpSpPr/>
        <p:nvPr/>
      </p:nvGrpSpPr>
      <p:grpSpPr bwMode="auto">
        <a:xfrm>
          <a:off x="0" y="0"/>
          <a:ext cx="0" cy="0"/>
          <a:chOff x="0" y="0"/>
          <a:chExt cx="0" cy="0"/>
        </a:xfrm>
      </p:grpSpPr>
      <p:sp>
        <p:nvSpPr>
          <p:cNvPr id="233217991" name="Title 1"/>
          <p:cNvSpPr>
            <a:spLocks noGrp="1"/>
          </p:cNvSpPr>
          <p:nvPr>
            <p:ph type="title"/>
          </p:nvPr>
        </p:nvSpPr>
        <p:spPr bwMode="auto">
          <a:xfrm>
            <a:off x="649224" y="5418667"/>
            <a:ext cx="10780776" cy="613283"/>
          </a:xfrm>
        </p:spPr>
        <p:txBody>
          <a:bodyPr anchor="b">
            <a:normAutofit/>
          </a:bodyPr>
          <a:lstStyle>
            <a:lvl1pPr>
              <a:defRPr sz="3200" b="0">
                <a:solidFill>
                  <a:srgbClr val="FFFFFF"/>
                </a:solidFill>
              </a:defRPr>
            </a:lvl1pPr>
          </a:lstStyle>
          <a:p>
            <a:pPr>
              <a:defRPr/>
            </a:pPr>
            <a:r>
              <a:rPr lang="pt-BR"/>
              <a:t>Clique para editar o título Mestre</a:t>
            </a:r>
            <a:endParaRPr lang="en-US"/>
          </a:p>
        </p:txBody>
      </p:sp>
      <p:sp>
        <p:nvSpPr>
          <p:cNvPr id="1447186069" name="Picture Placeholder 2"/>
          <p:cNvSpPr>
            <a:spLocks noGrp="1" noChangeAspect="1"/>
          </p:cNvSpPr>
          <p:nvPr>
            <p:ph type="pic" idx="1"/>
          </p:nvPr>
        </p:nvSpPr>
        <p:spPr bwMode="auto">
          <a:xfrm>
            <a:off x="0" y="0"/>
            <a:ext cx="12192000" cy="5330952"/>
          </a:xfrm>
          <a:prstGeom prst="rect">
            <a:avLst/>
          </a:prstGeo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pt-BR"/>
              <a:t>Clique no ícone para adicionar uma imagem</a:t>
            </a:r>
            <a:endParaRPr lang="en-US"/>
          </a:p>
        </p:txBody>
      </p:sp>
      <p:sp>
        <p:nvSpPr>
          <p:cNvPr id="808036049" name="Text Placeholder 3"/>
          <p:cNvSpPr>
            <a:spLocks noGrp="1"/>
          </p:cNvSpPr>
          <p:nvPr>
            <p:ph type="body" sz="half" idx="2"/>
          </p:nvPr>
        </p:nvSpPr>
        <p:spPr bwMode="auto">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pt-BR"/>
              <a:t>Clique para editar os estilos de texto Mestres</a:t>
            </a:r>
            <a:endParaRPr/>
          </a:p>
        </p:txBody>
      </p:sp>
      <p:sp>
        <p:nvSpPr>
          <p:cNvPr id="344412368" name="Date Placeholder 11"/>
          <p:cNvSpPr>
            <a:spLocks noGrp="1"/>
          </p:cNvSpPr>
          <p:nvPr>
            <p:ph type="dt" sz="half" idx="10"/>
          </p:nvPr>
        </p:nvSpPr>
        <p:spPr bwMode="auto"/>
        <p:txBody>
          <a:bodyPr/>
          <a:lstStyle>
            <a:lvl1pPr>
              <a:defRPr>
                <a:solidFill>
                  <a:srgbClr val="FFFFFF">
                    <a:alpha val="80000"/>
                  </a:srgbClr>
                </a:solidFill>
              </a:defRPr>
            </a:lvl1pPr>
          </a:lstStyle>
          <a:p>
            <a:pPr>
              <a:defRPr/>
            </a:pPr>
            <a:fld id="{43541D0D-707C-4E66-89AA-0C4F55B1B90C}" type="datetimeFigureOut">
              <a:rPr lang="pt-BR"/>
              <a:t>23/02/2026</a:t>
            </a:fld>
            <a:endParaRPr lang="pt-BR"/>
          </a:p>
        </p:txBody>
      </p:sp>
      <p:sp>
        <p:nvSpPr>
          <p:cNvPr id="857240397" name="Footer Placeholder 12"/>
          <p:cNvSpPr>
            <a:spLocks noGrp="1"/>
          </p:cNvSpPr>
          <p:nvPr>
            <p:ph type="ftr" sz="quarter" idx="11"/>
          </p:nvPr>
        </p:nvSpPr>
        <p:spPr bwMode="auto"/>
        <p:txBody>
          <a:bodyPr/>
          <a:lstStyle>
            <a:lvl1pPr>
              <a:defRPr>
                <a:solidFill>
                  <a:srgbClr val="FFFFFF">
                    <a:alpha val="80000"/>
                  </a:srgbClr>
                </a:solidFill>
              </a:defRPr>
            </a:lvl1pPr>
          </a:lstStyle>
          <a:p>
            <a:pPr>
              <a:defRPr/>
            </a:pPr>
            <a:endParaRPr lang="pt-BR"/>
          </a:p>
        </p:txBody>
      </p:sp>
      <p:sp>
        <p:nvSpPr>
          <p:cNvPr id="1409067641" name="Slide Number Placeholder 13"/>
          <p:cNvSpPr>
            <a:spLocks noGrp="1"/>
          </p:cNvSpPr>
          <p:nvPr>
            <p:ph type="sldNum" sz="quarter" idx="12"/>
          </p:nvPr>
        </p:nvSpPr>
        <p:spPr bwMode="auto"/>
        <p:txBody>
          <a:bodyPr/>
          <a:lstStyle>
            <a:lvl1pPr>
              <a:defRPr>
                <a:solidFill>
                  <a:srgbClr val="FFFFFF">
                    <a:alpha val="25000"/>
                  </a:srgbClr>
                </a:solidFill>
              </a:defRPr>
            </a:lvl1pPr>
          </a:lstStyle>
          <a:p>
            <a:pPr>
              <a:defRPr/>
            </a:pPr>
            <a:fld id="{F86D8455-DEB2-4E79-9BF6-B6184E2BA056}" type="slidenum">
              <a:rPr lang="pt-BR"/>
              <a:t>‹nº›</a:t>
            </a:fld>
            <a:endParaRPr lang="pt-B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ítulo e Texto Vertical">
    <p:spTree>
      <p:nvGrpSpPr>
        <p:cNvPr id="1" name=""/>
        <p:cNvGrpSpPr/>
        <p:nvPr/>
      </p:nvGrpSpPr>
      <p:grpSpPr bwMode="auto">
        <a:xfrm>
          <a:off x="0" y="0"/>
          <a:ext cx="0" cy="0"/>
          <a:chOff x="0" y="0"/>
          <a:chExt cx="0" cy="0"/>
        </a:xfrm>
      </p:grpSpPr>
      <p:sp>
        <p:nvSpPr>
          <p:cNvPr id="1743652630" name="Title 1"/>
          <p:cNvSpPr>
            <a:spLocks noGrp="1"/>
          </p:cNvSpPr>
          <p:nvPr>
            <p:ph type="title"/>
          </p:nvPr>
        </p:nvSpPr>
        <p:spPr bwMode="auto"/>
        <p:txBody>
          <a:bodyPr/>
          <a:lstStyle/>
          <a:p>
            <a:pPr>
              <a:defRPr/>
            </a:pPr>
            <a:r>
              <a:rPr lang="pt-BR"/>
              <a:t>Clique para editar o título Mestre</a:t>
            </a:r>
            <a:endParaRPr lang="en-US"/>
          </a:p>
        </p:txBody>
      </p:sp>
      <p:sp>
        <p:nvSpPr>
          <p:cNvPr id="21365245" name="Vertical Text Placeholder 2"/>
          <p:cNvSpPr>
            <a:spLocks noGrp="1"/>
          </p:cNvSpPr>
          <p:nvPr>
            <p:ph type="body" orient="vert" idx="1"/>
          </p:nvPr>
        </p:nvSpPr>
        <p:spPr bwMode="auto"/>
        <p:txBody>
          <a:bodyPr vert="eaVert"/>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1959879741" name="Date Placeholder 3"/>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615283377" name="Footer Placeholder 4"/>
          <p:cNvSpPr>
            <a:spLocks noGrp="1"/>
          </p:cNvSpPr>
          <p:nvPr>
            <p:ph type="ftr" sz="quarter" idx="11"/>
          </p:nvPr>
        </p:nvSpPr>
        <p:spPr bwMode="auto"/>
        <p:txBody>
          <a:bodyPr/>
          <a:lstStyle/>
          <a:p>
            <a:pPr>
              <a:defRPr/>
            </a:pPr>
            <a:endParaRPr lang="pt-BR"/>
          </a:p>
        </p:txBody>
      </p:sp>
      <p:sp>
        <p:nvSpPr>
          <p:cNvPr id="1051150137" name="Slide Number Placeholder 5"/>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exto e Título Vertical">
    <p:spTree>
      <p:nvGrpSpPr>
        <p:cNvPr id="1" name=""/>
        <p:cNvGrpSpPr/>
        <p:nvPr/>
      </p:nvGrpSpPr>
      <p:grpSpPr bwMode="auto">
        <a:xfrm>
          <a:off x="0" y="0"/>
          <a:ext cx="0" cy="0"/>
          <a:chOff x="0" y="0"/>
          <a:chExt cx="0" cy="0"/>
        </a:xfrm>
      </p:grpSpPr>
      <p:sp>
        <p:nvSpPr>
          <p:cNvPr id="770418935" name="Vertical Title 1"/>
          <p:cNvSpPr>
            <a:spLocks noGrp="1"/>
          </p:cNvSpPr>
          <p:nvPr>
            <p:ph type="title" orient="vert"/>
          </p:nvPr>
        </p:nvSpPr>
        <p:spPr bwMode="auto">
          <a:xfrm>
            <a:off x="8743950" y="695325"/>
            <a:ext cx="2628900" cy="4800600"/>
          </a:xfrm>
        </p:spPr>
        <p:txBody>
          <a:bodyPr vert="eaVert"/>
          <a:lstStyle/>
          <a:p>
            <a:pPr>
              <a:defRPr/>
            </a:pPr>
            <a:r>
              <a:rPr lang="pt-BR"/>
              <a:t>Clique para editar o título Mestre</a:t>
            </a:r>
            <a:endParaRPr lang="en-US"/>
          </a:p>
        </p:txBody>
      </p:sp>
      <p:sp>
        <p:nvSpPr>
          <p:cNvPr id="1001572707" name="Vertical Text Placeholder 2"/>
          <p:cNvSpPr>
            <a:spLocks noGrp="1"/>
          </p:cNvSpPr>
          <p:nvPr>
            <p:ph type="body" orient="vert" idx="1"/>
          </p:nvPr>
        </p:nvSpPr>
        <p:spPr bwMode="auto">
          <a:xfrm>
            <a:off x="771525" y="714375"/>
            <a:ext cx="7734300" cy="5400675"/>
          </a:xfrm>
        </p:spPr>
        <p:txBody>
          <a:bodyPr vert="eaVert"/>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1815258423" name="Date Placeholder 3"/>
          <p:cNvSpPr>
            <a:spLocks noGrp="1"/>
          </p:cNvSpPr>
          <p:nvPr>
            <p:ph type="dt" sz="half" idx="10"/>
          </p:nvPr>
        </p:nvSpPr>
        <p:spPr bwMode="auto"/>
        <p:txBody>
          <a:bodyPr/>
          <a:lstStyle/>
          <a:p>
            <a:pPr>
              <a:defRPr/>
            </a:pPr>
            <a:fld id="{43541D0D-707C-4E66-89AA-0C4F55B1B90C}" type="datetimeFigureOut">
              <a:rPr lang="pt-BR"/>
              <a:t>23/02/2026</a:t>
            </a:fld>
            <a:endParaRPr lang="pt-BR"/>
          </a:p>
        </p:txBody>
      </p:sp>
      <p:sp>
        <p:nvSpPr>
          <p:cNvPr id="1184569110" name="Footer Placeholder 4"/>
          <p:cNvSpPr>
            <a:spLocks noGrp="1"/>
          </p:cNvSpPr>
          <p:nvPr>
            <p:ph type="ftr" sz="quarter" idx="11"/>
          </p:nvPr>
        </p:nvSpPr>
        <p:spPr bwMode="auto"/>
        <p:txBody>
          <a:bodyPr/>
          <a:lstStyle/>
          <a:p>
            <a:pPr>
              <a:defRPr/>
            </a:pPr>
            <a:endParaRPr lang="pt-BR"/>
          </a:p>
        </p:txBody>
      </p:sp>
      <p:sp>
        <p:nvSpPr>
          <p:cNvPr id="1880889509" name="Slide Number Placeholder 5"/>
          <p:cNvSpPr>
            <a:spLocks noGrp="1"/>
          </p:cNvSpPr>
          <p:nvPr>
            <p:ph type="sldNum" sz="quarter" idx="12"/>
          </p:nvPr>
        </p:nvSpPr>
        <p:spPr bwMode="auto"/>
        <p:txBody>
          <a:bodyPr/>
          <a:lstStyle/>
          <a:p>
            <a:pPr>
              <a:defRPr/>
            </a:pPr>
            <a:fld id="{F86D8455-DEB2-4E79-9BF6-B6184E2BA056}" type="slidenum">
              <a:rPr lang="pt-B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99587808" name="Title Placeholder 1"/>
          <p:cNvSpPr>
            <a:spLocks noGrp="1"/>
          </p:cNvSpPr>
          <p:nvPr>
            <p:ph type="title"/>
          </p:nvPr>
        </p:nvSpPr>
        <p:spPr bwMode="auto">
          <a:xfrm>
            <a:off x="657224" y="499533"/>
            <a:ext cx="10772775" cy="1658198"/>
          </a:xfrm>
          <a:prstGeom prst="rect">
            <a:avLst/>
          </a:prstGeom>
        </p:spPr>
        <p:txBody>
          <a:bodyPr vert="horz" lIns="91440" tIns="45720" rIns="91440" bIns="45720" rtlCol="0" anchor="ctr">
            <a:normAutofit/>
          </a:bodyPr>
          <a:lstStyle/>
          <a:p>
            <a:pPr>
              <a:defRPr/>
            </a:pPr>
            <a:r>
              <a:rPr lang="pt-BR"/>
              <a:t>Clique para editar o título Mestre</a:t>
            </a:r>
            <a:endParaRPr lang="en-US"/>
          </a:p>
        </p:txBody>
      </p:sp>
      <p:sp>
        <p:nvSpPr>
          <p:cNvPr id="779020906" name="Text Placeholder 2"/>
          <p:cNvSpPr>
            <a:spLocks noGrp="1"/>
          </p:cNvSpPr>
          <p:nvPr>
            <p:ph type="body" idx="1"/>
          </p:nvPr>
        </p:nvSpPr>
        <p:spPr bwMode="auto">
          <a:xfrm>
            <a:off x="676656" y="2011680"/>
            <a:ext cx="10753725" cy="3766185"/>
          </a:xfrm>
          <a:prstGeom prst="rect">
            <a:avLst/>
          </a:prstGeom>
        </p:spPr>
        <p:txBody>
          <a:bodyPr vert="horz" lIns="91440" tIns="45720" rIns="91440" bIns="45720" rtlCol="0">
            <a:normAutofit/>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lang="en-US"/>
          </a:p>
        </p:txBody>
      </p:sp>
      <p:sp>
        <p:nvSpPr>
          <p:cNvPr id="469694733" name="Date Placeholder 3"/>
          <p:cNvSpPr>
            <a:spLocks noGrp="1"/>
          </p:cNvSpPr>
          <p:nvPr>
            <p:ph type="dt" sz="half" idx="2"/>
          </p:nvPr>
        </p:nvSpPr>
        <p:spPr bwMode="auto">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pPr>
              <a:defRPr/>
            </a:pPr>
            <a:fld id="{43541D0D-707C-4E66-89AA-0C4F55B1B90C}" type="datetimeFigureOut">
              <a:rPr lang="pt-BR"/>
              <a:t>23/02/2026</a:t>
            </a:fld>
            <a:endParaRPr lang="pt-BR"/>
          </a:p>
        </p:txBody>
      </p:sp>
      <p:sp>
        <p:nvSpPr>
          <p:cNvPr id="336971352" name="Footer Placeholder 4"/>
          <p:cNvSpPr>
            <a:spLocks noGrp="1"/>
          </p:cNvSpPr>
          <p:nvPr>
            <p:ph type="ftr" sz="quarter" idx="3"/>
          </p:nvPr>
        </p:nvSpPr>
        <p:spPr bwMode="auto">
          <a:xfrm>
            <a:off x="685800" y="6554697"/>
            <a:ext cx="5029200" cy="228600"/>
          </a:xfrm>
          <a:prstGeom prst="rect">
            <a:avLst/>
          </a:prstGeom>
        </p:spPr>
        <p:txBody>
          <a:bodyPr vert="horz" lIns="91440" tIns="45720" rIns="91440" bIns="45720" rtlCol="0" anchor="ctr"/>
          <a:lstStyle>
            <a:lvl1pPr algn="l">
              <a:defRPr sz="950" cap="all">
                <a:solidFill>
                  <a:schemeClr val="tx1">
                    <a:alpha val="80000"/>
                  </a:schemeClr>
                </a:solidFill>
              </a:defRPr>
            </a:lvl1pPr>
          </a:lstStyle>
          <a:p>
            <a:pPr>
              <a:defRPr/>
            </a:pPr>
            <a:endParaRPr lang="pt-BR"/>
          </a:p>
        </p:txBody>
      </p:sp>
      <p:sp>
        <p:nvSpPr>
          <p:cNvPr id="144109280" name="Slide Number Placeholder 5"/>
          <p:cNvSpPr>
            <a:spLocks noGrp="1"/>
          </p:cNvSpPr>
          <p:nvPr>
            <p:ph type="sldNum" sz="quarter" idx="4"/>
          </p:nvPr>
        </p:nvSpPr>
        <p:spPr bwMode="auto">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pPr>
              <a:defRPr/>
            </a:pPr>
            <a:fld id="{F86D8455-DEB2-4E79-9BF6-B6184E2BA056}" type="slidenum">
              <a:rPr lang="pt-B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85000"/>
        </a:lnSpc>
        <a:spcBef>
          <a:spcPts val="0"/>
        </a:spcBef>
        <a:buNone/>
        <a:defRPr sz="5400" spc="-120">
          <a:solidFill>
            <a:schemeClr val="accent1"/>
          </a:solidFill>
          <a:latin typeface="+mj-lt"/>
          <a:ea typeface="+mj-ea"/>
          <a:cs typeface="+mj-cs"/>
        </a:defRPr>
      </a:lvl1pPr>
    </p:titleStyle>
    <p:bodyStyle>
      <a:lvl1pPr marL="91440" indent="-91440" algn="l" defTabSz="914400" rtl="0">
        <a:lnSpc>
          <a:spcPct val="85000"/>
        </a:lnSpc>
        <a:spcBef>
          <a:spcPts val="1300"/>
        </a:spcBef>
        <a:buFont typeface="Arial"/>
        <a:buChar char=" "/>
        <a:defRPr sz="2400">
          <a:solidFill>
            <a:schemeClr val="tx1">
              <a:lumMod val="85000"/>
              <a:lumOff val="15000"/>
            </a:schemeClr>
          </a:solidFill>
          <a:latin typeface="+mn-lt"/>
          <a:ea typeface="+mn-ea"/>
          <a:cs typeface="+mn-cs"/>
        </a:defRPr>
      </a:lvl1pPr>
      <a:lvl2pPr marL="347472" indent="-342900" algn="l" defTabSz="914400" rtl="0">
        <a:lnSpc>
          <a:spcPct val="85000"/>
        </a:lnSpc>
        <a:spcBef>
          <a:spcPts val="600"/>
        </a:spcBef>
        <a:buFont typeface="Arial"/>
        <a:buChar char=" "/>
        <a:defRPr sz="2400">
          <a:solidFill>
            <a:schemeClr val="tx1">
              <a:lumMod val="85000"/>
              <a:lumOff val="15000"/>
            </a:schemeClr>
          </a:solidFill>
          <a:latin typeface="+mn-lt"/>
          <a:ea typeface="+mn-ea"/>
          <a:cs typeface="+mn-cs"/>
        </a:defRPr>
      </a:lvl2pPr>
      <a:lvl3pPr marL="548640" indent="-548640" algn="l" defTabSz="914400" rtl="0">
        <a:lnSpc>
          <a:spcPct val="85000"/>
        </a:lnSpc>
        <a:spcBef>
          <a:spcPts val="600"/>
        </a:spcBef>
        <a:buFont typeface="Arial"/>
        <a:buChar char=" "/>
        <a:defRPr sz="2000" i="1">
          <a:solidFill>
            <a:schemeClr val="tx1">
              <a:lumMod val="85000"/>
              <a:lumOff val="15000"/>
            </a:schemeClr>
          </a:solidFill>
          <a:latin typeface="+mn-lt"/>
          <a:ea typeface="+mn-ea"/>
          <a:cs typeface="+mn-cs"/>
        </a:defRPr>
      </a:lvl3pPr>
      <a:lvl4pPr marL="822960" indent="-822960" algn="l" defTabSz="914400" rtl="0">
        <a:lnSpc>
          <a:spcPct val="85000"/>
        </a:lnSpc>
        <a:spcBef>
          <a:spcPts val="600"/>
        </a:spcBef>
        <a:buFont typeface="Arial"/>
        <a:buChar char=" "/>
        <a:defRPr sz="1800">
          <a:solidFill>
            <a:schemeClr val="tx1">
              <a:lumMod val="85000"/>
              <a:lumOff val="15000"/>
            </a:schemeClr>
          </a:solidFill>
          <a:latin typeface="+mn-lt"/>
          <a:ea typeface="+mn-ea"/>
          <a:cs typeface="+mn-cs"/>
        </a:defRPr>
      </a:lvl4pPr>
      <a:lvl5pPr marL="1097280" indent="-1097280" algn="l" defTabSz="914400" rtl="0">
        <a:lnSpc>
          <a:spcPct val="85000"/>
        </a:lnSpc>
        <a:spcBef>
          <a:spcPts val="600"/>
        </a:spcBef>
        <a:buFont typeface="Arial"/>
        <a:buChar char=" "/>
        <a:defRPr sz="1800">
          <a:solidFill>
            <a:schemeClr val="tx1">
              <a:lumMod val="85000"/>
              <a:lumOff val="15000"/>
            </a:schemeClr>
          </a:solidFill>
          <a:latin typeface="+mn-lt"/>
          <a:ea typeface="+mn-ea"/>
          <a:cs typeface="+mn-cs"/>
        </a:defRPr>
      </a:lvl5pPr>
      <a:lvl6pPr marL="1200000" indent="-228600" algn="l" defTabSz="914400" rtl="0">
        <a:lnSpc>
          <a:spcPct val="85000"/>
        </a:lnSpc>
        <a:spcBef>
          <a:spcPts val="600"/>
        </a:spcBef>
        <a:buFont typeface="Arial"/>
        <a:buChar char=" "/>
        <a:defRPr sz="1800">
          <a:solidFill>
            <a:schemeClr val="tx1">
              <a:lumMod val="85000"/>
              <a:lumOff val="15000"/>
            </a:schemeClr>
          </a:solidFill>
          <a:latin typeface="+mn-lt"/>
          <a:ea typeface="+mn-ea"/>
          <a:cs typeface="+mn-cs"/>
        </a:defRPr>
      </a:lvl6pPr>
      <a:lvl7pPr marL="1400000" indent="-228600" algn="l" defTabSz="914400" rtl="0">
        <a:lnSpc>
          <a:spcPct val="85000"/>
        </a:lnSpc>
        <a:spcBef>
          <a:spcPts val="600"/>
        </a:spcBef>
        <a:buFont typeface="Arial"/>
        <a:buChar char=" "/>
        <a:defRPr sz="1800">
          <a:solidFill>
            <a:schemeClr val="tx1">
              <a:lumMod val="85000"/>
              <a:lumOff val="15000"/>
            </a:schemeClr>
          </a:solidFill>
          <a:latin typeface="+mn-lt"/>
          <a:ea typeface="+mn-ea"/>
          <a:cs typeface="+mn-cs"/>
        </a:defRPr>
      </a:lvl7pPr>
      <a:lvl8pPr marL="1600000" indent="-228600" algn="l" defTabSz="914400" rtl="0">
        <a:lnSpc>
          <a:spcPct val="85000"/>
        </a:lnSpc>
        <a:spcBef>
          <a:spcPts val="600"/>
        </a:spcBef>
        <a:buFont typeface="Arial"/>
        <a:buChar char=" "/>
        <a:defRPr sz="1800">
          <a:solidFill>
            <a:schemeClr val="tx1">
              <a:lumMod val="85000"/>
              <a:lumOff val="15000"/>
            </a:schemeClr>
          </a:solidFill>
          <a:latin typeface="+mn-lt"/>
          <a:ea typeface="+mn-ea"/>
          <a:cs typeface="+mn-cs"/>
        </a:defRPr>
      </a:lvl8pPr>
      <a:lvl9pPr marL="1800000" indent="-228600" algn="l" defTabSz="914400" rtl="0">
        <a:lnSpc>
          <a:spcPct val="85000"/>
        </a:lnSpc>
        <a:spcBef>
          <a:spcPts val="600"/>
        </a:spcBef>
        <a:buFont typeface="Arial"/>
        <a:buChar char=" "/>
        <a:defRPr sz="1800">
          <a:solidFill>
            <a:schemeClr val="tx1">
              <a:lumMod val="85000"/>
              <a:lumOff val="15000"/>
            </a:schemeClr>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bwMode="auto">
        <a:xfrm>
          <a:off x="0" y="0"/>
          <a:ext cx="0" cy="0"/>
          <a:chOff x="0" y="0"/>
          <a:chExt cx="0" cy="0"/>
        </a:xfrm>
      </p:grpSpPr>
      <p:sp>
        <p:nvSpPr>
          <p:cNvPr id="803884021" name="Título 1"/>
          <p:cNvSpPr>
            <a:spLocks noGrp="1"/>
          </p:cNvSpPr>
          <p:nvPr>
            <p:ph type="ctrTitle"/>
          </p:nvPr>
        </p:nvSpPr>
        <p:spPr bwMode="auto">
          <a:xfrm>
            <a:off x="795340" y="637953"/>
            <a:ext cx="10417155" cy="3189507"/>
          </a:xfrm>
        </p:spPr>
        <p:txBody>
          <a:bodyPr>
            <a:normAutofit/>
          </a:bodyPr>
          <a:lstStyle/>
          <a:p>
            <a:pPr algn="l">
              <a:defRPr/>
            </a:pPr>
            <a:r>
              <a:rPr lang="pt-BR" sz="8000">
                <a:solidFill>
                  <a:srgbClr val="FFFFFF"/>
                </a:solidFill>
              </a:rPr>
              <a:t>Desenvolvimento </a:t>
            </a:r>
            <a:r>
              <a:rPr lang="pt-BR" sz="8000" i="1">
                <a:solidFill>
                  <a:srgbClr val="FFFFFF"/>
                </a:solidFill>
              </a:rPr>
              <a:t>Web</a:t>
            </a:r>
            <a:r>
              <a:rPr lang="pt-BR" sz="8000">
                <a:solidFill>
                  <a:srgbClr val="FFFFFF"/>
                </a:solidFill>
              </a:rPr>
              <a:t> 3</a:t>
            </a:r>
            <a:endParaRPr/>
          </a:p>
        </p:txBody>
      </p:sp>
      <p:sp>
        <p:nvSpPr>
          <p:cNvPr id="312869127" name="Subtítulo 2"/>
          <p:cNvSpPr>
            <a:spLocks noGrp="1"/>
          </p:cNvSpPr>
          <p:nvPr>
            <p:ph type="subTitle" idx="1"/>
          </p:nvPr>
        </p:nvSpPr>
        <p:spPr bwMode="auto">
          <a:xfrm>
            <a:off x="795342" y="4377268"/>
            <a:ext cx="10559198" cy="443307"/>
          </a:xfrm>
        </p:spPr>
        <p:txBody>
          <a:bodyPr anchor="t">
            <a:normAutofit lnSpcReduction="10000"/>
          </a:bodyPr>
          <a:lstStyle/>
          <a:p>
            <a:pPr algn="l">
              <a:defRPr/>
            </a:pPr>
            <a:r>
              <a:rPr lang="pt-BR" sz="2800">
                <a:solidFill>
                  <a:srgbClr val="FEFFFF"/>
                </a:solidFill>
              </a:rPr>
              <a:t>Tecnologia em Análise e Desenvolvimento de Sistemas</a:t>
            </a:r>
            <a:endParaRPr/>
          </a:p>
        </p:txBody>
      </p:sp>
      <p:sp>
        <p:nvSpPr>
          <p:cNvPr id="1198941269" name="Subtítulo 2"/>
          <p:cNvSpPr txBox="1"/>
          <p:nvPr/>
        </p:nvSpPr>
        <p:spPr bwMode="auto">
          <a:xfrm>
            <a:off x="4624575" y="5998393"/>
            <a:ext cx="4362407" cy="443307"/>
          </a:xfrm>
          <a:prstGeom prst="rect">
            <a:avLst/>
          </a:prstGeom>
        </p:spPr>
        <p:txBody>
          <a:bodyPr vert="horz" lIns="91440" tIns="45720" rIns="91440" bIns="45720" rtlCol="0" anchor="t">
            <a:normAutofit fontScale="92500"/>
          </a:bodyPr>
          <a:lstStyle>
            <a:lvl1pPr marL="0" indent="0" algn="l" defTabSz="914400" rtl="0">
              <a:lnSpc>
                <a:spcPct val="85000"/>
              </a:lnSpc>
              <a:spcBef>
                <a:spcPts val="1300"/>
              </a:spcBef>
              <a:buFont typeface="Arial"/>
              <a:buNone/>
              <a:defRPr sz="3200">
                <a:solidFill>
                  <a:srgbClr val="262626"/>
                </a:solidFill>
                <a:latin typeface="+mj-lt"/>
                <a:ea typeface="+mn-ea"/>
                <a:cs typeface="+mn-cs"/>
              </a:defRPr>
            </a:lvl1pPr>
            <a:lvl2pPr marL="457200" indent="0" algn="ctr" defTabSz="914400" rtl="0">
              <a:lnSpc>
                <a:spcPct val="85000"/>
              </a:lnSpc>
              <a:spcBef>
                <a:spcPts val="600"/>
              </a:spcBef>
              <a:buFont typeface="Arial"/>
              <a:buNone/>
              <a:defRPr sz="2800">
                <a:solidFill>
                  <a:schemeClr val="tx1">
                    <a:lumMod val="85000"/>
                    <a:lumOff val="15000"/>
                  </a:schemeClr>
                </a:solidFill>
                <a:latin typeface="+mn-lt"/>
                <a:ea typeface="+mn-ea"/>
                <a:cs typeface="+mn-cs"/>
              </a:defRPr>
            </a:lvl2pPr>
            <a:lvl3pPr marL="914400" indent="0" algn="ctr" defTabSz="914400" rtl="0">
              <a:lnSpc>
                <a:spcPct val="85000"/>
              </a:lnSpc>
              <a:spcBef>
                <a:spcPts val="600"/>
              </a:spcBef>
              <a:buFont typeface="Arial"/>
              <a:buNone/>
              <a:defRPr sz="2400" i="1">
                <a:solidFill>
                  <a:schemeClr val="tx1">
                    <a:lumMod val="85000"/>
                    <a:lumOff val="15000"/>
                  </a:schemeClr>
                </a:solidFill>
                <a:latin typeface="+mn-lt"/>
                <a:ea typeface="+mn-ea"/>
                <a:cs typeface="+mn-cs"/>
              </a:defRPr>
            </a:lvl3pPr>
            <a:lvl4pPr marL="1371600" indent="0" algn="ctr" defTabSz="914400" rtl="0">
              <a:lnSpc>
                <a:spcPct val="85000"/>
              </a:lnSpc>
              <a:spcBef>
                <a:spcPts val="600"/>
              </a:spcBef>
              <a:buFont typeface="Arial"/>
              <a:buNone/>
              <a:defRPr sz="2000">
                <a:solidFill>
                  <a:schemeClr val="tx1">
                    <a:lumMod val="85000"/>
                    <a:lumOff val="15000"/>
                  </a:schemeClr>
                </a:solidFill>
                <a:latin typeface="+mn-lt"/>
                <a:ea typeface="+mn-ea"/>
                <a:cs typeface="+mn-cs"/>
              </a:defRPr>
            </a:lvl4pPr>
            <a:lvl5pPr marL="1828800" indent="0" algn="ctr" defTabSz="914400" rtl="0">
              <a:lnSpc>
                <a:spcPct val="85000"/>
              </a:lnSpc>
              <a:spcBef>
                <a:spcPts val="600"/>
              </a:spcBef>
              <a:buFont typeface="Arial"/>
              <a:buNone/>
              <a:defRPr sz="2000">
                <a:solidFill>
                  <a:schemeClr val="tx1">
                    <a:lumMod val="85000"/>
                    <a:lumOff val="15000"/>
                  </a:schemeClr>
                </a:solidFill>
                <a:latin typeface="+mn-lt"/>
                <a:ea typeface="+mn-ea"/>
                <a:cs typeface="+mn-cs"/>
              </a:defRPr>
            </a:lvl5pPr>
            <a:lvl6pPr marL="2286000" indent="0" algn="ctr" defTabSz="914400" rtl="0">
              <a:lnSpc>
                <a:spcPct val="85000"/>
              </a:lnSpc>
              <a:spcBef>
                <a:spcPts val="600"/>
              </a:spcBef>
              <a:buFont typeface="Arial"/>
              <a:buNone/>
              <a:defRPr sz="2000">
                <a:solidFill>
                  <a:schemeClr val="tx1">
                    <a:lumMod val="85000"/>
                    <a:lumOff val="15000"/>
                  </a:schemeClr>
                </a:solidFill>
                <a:latin typeface="+mn-lt"/>
                <a:ea typeface="+mn-ea"/>
                <a:cs typeface="+mn-cs"/>
              </a:defRPr>
            </a:lvl6pPr>
            <a:lvl7pPr marL="2743200" indent="0" algn="ctr" defTabSz="914400" rtl="0">
              <a:lnSpc>
                <a:spcPct val="85000"/>
              </a:lnSpc>
              <a:spcBef>
                <a:spcPts val="600"/>
              </a:spcBef>
              <a:buFont typeface="Arial"/>
              <a:buNone/>
              <a:defRPr sz="2000">
                <a:solidFill>
                  <a:schemeClr val="tx1">
                    <a:lumMod val="85000"/>
                    <a:lumOff val="15000"/>
                  </a:schemeClr>
                </a:solidFill>
                <a:latin typeface="+mn-lt"/>
                <a:ea typeface="+mn-ea"/>
                <a:cs typeface="+mn-cs"/>
              </a:defRPr>
            </a:lvl7pPr>
            <a:lvl8pPr marL="3200400" indent="0" algn="ctr" defTabSz="914400" rtl="0">
              <a:lnSpc>
                <a:spcPct val="85000"/>
              </a:lnSpc>
              <a:spcBef>
                <a:spcPts val="600"/>
              </a:spcBef>
              <a:buFont typeface="Arial"/>
              <a:buNone/>
              <a:defRPr sz="2000">
                <a:solidFill>
                  <a:schemeClr val="tx1">
                    <a:lumMod val="85000"/>
                    <a:lumOff val="15000"/>
                  </a:schemeClr>
                </a:solidFill>
                <a:latin typeface="+mn-lt"/>
                <a:ea typeface="+mn-ea"/>
                <a:cs typeface="+mn-cs"/>
              </a:defRPr>
            </a:lvl8pPr>
            <a:lvl9pPr marL="3657600" indent="0" algn="ctr" defTabSz="914400" rtl="0">
              <a:lnSpc>
                <a:spcPct val="85000"/>
              </a:lnSpc>
              <a:spcBef>
                <a:spcPts val="600"/>
              </a:spcBef>
              <a:buFont typeface="Arial"/>
              <a:buNone/>
              <a:defRPr sz="2000">
                <a:solidFill>
                  <a:schemeClr val="tx1">
                    <a:lumMod val="85000"/>
                    <a:lumOff val="15000"/>
                  </a:schemeClr>
                </a:solidFill>
                <a:latin typeface="+mn-lt"/>
                <a:ea typeface="+mn-ea"/>
                <a:cs typeface="+mn-cs"/>
              </a:defRPr>
            </a:lvl9pPr>
          </a:lstStyle>
          <a:p>
            <a:pPr>
              <a:defRPr/>
            </a:pPr>
            <a:r>
              <a:rPr lang="pt-BR" sz="2800">
                <a:solidFill>
                  <a:srgbClr val="FEFFFF"/>
                </a:solidFill>
              </a:rPr>
              <a:t>Aula 4 – Troca de Informações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24361876" name="CaixaDeTexto 7"/>
          <p:cNvSpPr txBox="1"/>
          <p:nvPr/>
        </p:nvSpPr>
        <p:spPr bwMode="auto">
          <a:xfrm>
            <a:off x="600364" y="332509"/>
            <a:ext cx="822597" cy="369332"/>
          </a:xfrm>
          <a:prstGeom prst="rect">
            <a:avLst/>
          </a:prstGeom>
          <a:noFill/>
        </p:spPr>
        <p:txBody>
          <a:bodyPr wrap="none" lIns="91440" tIns="45720" rIns="91440" bIns="45720" rtlCol="0" anchor="t">
            <a:spAutoFit/>
          </a:bodyPr>
          <a:lstStyle/>
          <a:p>
            <a:pPr>
              <a:defRPr/>
            </a:pPr>
            <a:r>
              <a:rPr lang="pt-BR" b="1"/>
              <a:t>page.js</a:t>
            </a:r>
            <a:endParaRPr/>
          </a:p>
        </p:txBody>
      </p:sp>
      <p:sp>
        <p:nvSpPr>
          <p:cNvPr id="1227125723" name="CaixaDeTexto 1"/>
          <p:cNvSpPr txBox="1"/>
          <p:nvPr/>
        </p:nvSpPr>
        <p:spPr bwMode="auto">
          <a:xfrm>
            <a:off x="602255" y="850133"/>
            <a:ext cx="1040064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800" dirty="0" err="1">
                <a:solidFill>
                  <a:srgbClr val="0000FF"/>
                </a:solidFill>
                <a:highlight>
                  <a:srgbClr val="FFFFFF"/>
                </a:highlight>
                <a:latin typeface="Cascadia Mono" panose="020B0609020000020004" pitchFamily="49" charset="0"/>
              </a:rPr>
              <a:t>import</a:t>
            </a:r>
            <a:r>
              <a:rPr lang="pt-BR" sz="1800" dirty="0">
                <a:solidFill>
                  <a:srgbClr val="000000"/>
                </a:solidFill>
                <a:highlight>
                  <a:srgbClr val="FFFFFF"/>
                </a:highlight>
                <a:latin typeface="Cascadia Mono" panose="020B0609020000020004" pitchFamily="49" charset="0"/>
              </a:rPr>
              <a:t> Equipamento </a:t>
            </a:r>
            <a:r>
              <a:rPr lang="pt-BR" sz="1800" dirty="0" err="1">
                <a:solidFill>
                  <a:srgbClr val="0000FF"/>
                </a:solidFill>
                <a:highlight>
                  <a:srgbClr val="FFFFFF"/>
                </a:highlight>
                <a:latin typeface="Cascadia Mono" panose="020B0609020000020004" pitchFamily="49" charset="0"/>
              </a:rPr>
              <a:t>from</a:t>
            </a:r>
            <a:r>
              <a:rPr lang="pt-BR" sz="1800" dirty="0">
                <a:solidFill>
                  <a:srgbClr val="000000"/>
                </a:solidFill>
                <a:highlight>
                  <a:srgbClr val="FFFFFF"/>
                </a:highlight>
                <a:latin typeface="Cascadia Mono" panose="020B0609020000020004" pitchFamily="49" charset="0"/>
              </a:rPr>
              <a:t> </a:t>
            </a:r>
            <a:r>
              <a:rPr lang="pt-BR" sz="1800" dirty="0">
                <a:solidFill>
                  <a:srgbClr val="A31515"/>
                </a:solidFill>
                <a:highlight>
                  <a:srgbClr val="FFFFFF"/>
                </a:highlight>
                <a:latin typeface="Cascadia Mono" panose="020B0609020000020004" pitchFamily="49" charset="0"/>
              </a:rPr>
              <a:t>"./equipamento"</a:t>
            </a:r>
            <a:r>
              <a:rPr lang="pt-BR" sz="1800" dirty="0">
                <a:solidFill>
                  <a:srgbClr val="000000"/>
                </a:solidFill>
                <a:highlight>
                  <a:srgbClr val="FFFFFF"/>
                </a:highlight>
                <a:latin typeface="Cascadia Mono" panose="020B0609020000020004" pitchFamily="49" charset="0"/>
              </a:rPr>
              <a:t>;</a:t>
            </a: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export</a:t>
            </a:r>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default</a:t>
            </a:r>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function</a:t>
            </a:r>
            <a:r>
              <a:rPr lang="pt-BR" sz="1800" dirty="0">
                <a:solidFill>
                  <a:srgbClr val="000000"/>
                </a:solidFill>
                <a:highlight>
                  <a:srgbClr val="FFFFFF"/>
                </a:highlight>
                <a:latin typeface="Cascadia Mono" panose="020B0609020000020004" pitchFamily="49" charset="0"/>
              </a:rPr>
              <a:t> Home() {</a:t>
            </a:r>
          </a:p>
          <a:p>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return</a:t>
            </a:r>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"Microfone"</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"Guitarra"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"Baixo"</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"Bateria"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6671982" name="CaixaDeTexto 5"/>
          <p:cNvSpPr txBox="1"/>
          <p:nvPr/>
        </p:nvSpPr>
        <p:spPr bwMode="auto">
          <a:xfrm>
            <a:off x="480291" y="173173"/>
            <a:ext cx="1593834" cy="369332"/>
          </a:xfrm>
          <a:prstGeom prst="rect">
            <a:avLst/>
          </a:prstGeom>
          <a:noFill/>
        </p:spPr>
        <p:txBody>
          <a:bodyPr wrap="none" lIns="91440" tIns="45720" rIns="91440" bIns="45720" rtlCol="0" anchor="t">
            <a:spAutoFit/>
          </a:bodyPr>
          <a:lstStyle/>
          <a:p>
            <a:pPr>
              <a:defRPr/>
            </a:pPr>
            <a:r>
              <a:rPr lang="pt-BR" b="1"/>
              <a:t>Equipamento.js</a:t>
            </a:r>
            <a:endParaRPr/>
          </a:p>
        </p:txBody>
      </p:sp>
      <p:sp>
        <p:nvSpPr>
          <p:cNvPr id="1744604951" name="CaixaDeTexto 1"/>
          <p:cNvSpPr txBox="1"/>
          <p:nvPr/>
        </p:nvSpPr>
        <p:spPr bwMode="auto">
          <a:xfrm>
            <a:off x="152399" y="537989"/>
            <a:ext cx="11942642"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100" dirty="0">
                <a:solidFill>
                  <a:srgbClr val="A31515"/>
                </a:solidFill>
                <a:highlight>
                  <a:srgbClr val="FFFFFF"/>
                </a:highlight>
                <a:latin typeface="Cascadia Mono" panose="020B0609020000020004" pitchFamily="49" charset="0"/>
              </a:rPr>
              <a:t>'use </a:t>
            </a:r>
            <a:r>
              <a:rPr lang="pt-BR" sz="1100" dirty="0" err="1">
                <a:solidFill>
                  <a:srgbClr val="A31515"/>
                </a:solidFill>
                <a:highlight>
                  <a:srgbClr val="FFFFFF"/>
                </a:highlight>
                <a:latin typeface="Cascadia Mono" panose="020B0609020000020004" pitchFamily="49" charset="0"/>
              </a:rPr>
              <a:t>client</a:t>
            </a:r>
            <a:r>
              <a:rPr lang="pt-BR" sz="1100" dirty="0">
                <a:solidFill>
                  <a:srgbClr val="A31515"/>
                </a:solidFill>
                <a:highlight>
                  <a:srgbClr val="FFFFFF"/>
                </a:highlight>
                <a:latin typeface="Cascadia Mono" panose="020B0609020000020004" pitchFamily="49" charset="0"/>
              </a:rPr>
              <a:t>'</a:t>
            </a:r>
            <a:endParaRPr lang="pt-BR" sz="1100" dirty="0">
              <a:solidFill>
                <a:srgbClr val="000000"/>
              </a:solidFill>
              <a:highlight>
                <a:srgbClr val="FFFFFF"/>
              </a:highlight>
              <a:latin typeface="Cascadia Mono" panose="020B0609020000020004" pitchFamily="49" charset="0"/>
            </a:endParaRPr>
          </a:p>
          <a:p>
            <a:endParaRPr lang="pt-BR" sz="1100" dirty="0">
              <a:solidFill>
                <a:srgbClr val="000000"/>
              </a:solidFill>
              <a:highlight>
                <a:srgbClr val="FFFFFF"/>
              </a:highlight>
              <a:latin typeface="Cascadia Mono" panose="020B0609020000020004" pitchFamily="49" charset="0"/>
            </a:endParaRPr>
          </a:p>
          <a:p>
            <a:r>
              <a:rPr lang="pt-BR" sz="1100" dirty="0" err="1">
                <a:solidFill>
                  <a:srgbClr val="0000FF"/>
                </a:solidFill>
                <a:highlight>
                  <a:srgbClr val="FFFFFF"/>
                </a:highlight>
                <a:latin typeface="Cascadia Mono" panose="020B0609020000020004" pitchFamily="49" charset="0"/>
              </a:rPr>
              <a:t>import</a:t>
            </a:r>
            <a:r>
              <a:rPr lang="pt-BR" sz="1100" dirty="0">
                <a:solidFill>
                  <a:srgbClr val="000000"/>
                </a:solidFill>
                <a:highlight>
                  <a:srgbClr val="FFFFFF"/>
                </a:highlight>
                <a:latin typeface="Cascadia Mono" panose="020B0609020000020004" pitchFamily="49" charset="0"/>
              </a:rPr>
              <a:t> { </a:t>
            </a:r>
            <a:r>
              <a:rPr lang="pt-BR" sz="1100" dirty="0" err="1">
                <a:solidFill>
                  <a:srgbClr val="000000"/>
                </a:solidFill>
                <a:highlight>
                  <a:srgbClr val="FFFFFF"/>
                </a:highlight>
                <a:latin typeface="Cascadia Mono" panose="020B0609020000020004" pitchFamily="49" charset="0"/>
              </a:rPr>
              <a:t>useState</a:t>
            </a:r>
            <a:r>
              <a:rPr lang="pt-BR" sz="1100" dirty="0">
                <a:solidFill>
                  <a:srgbClr val="000000"/>
                </a:solidFill>
                <a:highlight>
                  <a:srgbClr val="FFFFFF"/>
                </a:highlight>
                <a:latin typeface="Cascadia Mono" panose="020B0609020000020004" pitchFamily="49" charset="0"/>
              </a:rPr>
              <a:t> } </a:t>
            </a:r>
            <a:r>
              <a:rPr lang="pt-BR" sz="1100" dirty="0" err="1">
                <a:solidFill>
                  <a:srgbClr val="0000FF"/>
                </a:solidFill>
                <a:highlight>
                  <a:srgbClr val="FFFFFF"/>
                </a:highlight>
                <a:latin typeface="Cascadia Mono" panose="020B0609020000020004" pitchFamily="49" charset="0"/>
              </a:rPr>
              <a:t>from</a:t>
            </a:r>
            <a:r>
              <a:rPr lang="pt-BR" sz="1100" dirty="0">
                <a:solidFill>
                  <a:srgbClr val="000000"/>
                </a:solidFill>
                <a:highlight>
                  <a:srgbClr val="FFFFFF"/>
                </a:highlight>
                <a:latin typeface="Cascadia Mono" panose="020B0609020000020004" pitchFamily="49" charset="0"/>
              </a:rPr>
              <a:t> </a:t>
            </a:r>
            <a:r>
              <a:rPr lang="pt-BR" sz="1100" dirty="0">
                <a:solidFill>
                  <a:srgbClr val="A31515"/>
                </a:solidFill>
                <a:highlight>
                  <a:srgbClr val="FFFFFF"/>
                </a:highlight>
                <a:latin typeface="Cascadia Mono" panose="020B0609020000020004" pitchFamily="49" charset="0"/>
              </a:rPr>
              <a:t>"</a:t>
            </a:r>
            <a:r>
              <a:rPr lang="pt-BR" sz="1100" dirty="0" err="1">
                <a:solidFill>
                  <a:srgbClr val="A31515"/>
                </a:solidFill>
                <a:highlight>
                  <a:srgbClr val="FFFFFF"/>
                </a:highlight>
                <a:latin typeface="Cascadia Mono" panose="020B0609020000020004" pitchFamily="49" charset="0"/>
              </a:rPr>
              <a:t>react</a:t>
            </a:r>
            <a:r>
              <a:rPr lang="pt-BR" sz="1100" dirty="0">
                <a:solidFill>
                  <a:srgbClr val="A31515"/>
                </a:solidFill>
                <a:highlight>
                  <a:srgbClr val="FFFFFF"/>
                </a:highlight>
                <a:latin typeface="Cascadia Mono" panose="020B0609020000020004" pitchFamily="49" charset="0"/>
              </a:rPr>
              <a:t>"</a:t>
            </a:r>
            <a:r>
              <a:rPr lang="pt-BR" sz="1100" dirty="0">
                <a:solidFill>
                  <a:srgbClr val="000000"/>
                </a:solidFill>
                <a:highlight>
                  <a:srgbClr val="FFFFFF"/>
                </a:highlight>
                <a:latin typeface="Cascadia Mono" panose="020B0609020000020004" pitchFamily="49" charset="0"/>
              </a:rPr>
              <a:t>;</a:t>
            </a:r>
          </a:p>
          <a:p>
            <a:endParaRPr lang="pt-BR" sz="1100" dirty="0">
              <a:solidFill>
                <a:srgbClr val="000000"/>
              </a:solidFill>
              <a:highlight>
                <a:srgbClr val="FFFFFF"/>
              </a:highlight>
              <a:latin typeface="Cascadia Mono" panose="020B0609020000020004" pitchFamily="49" charset="0"/>
            </a:endParaRPr>
          </a:p>
          <a:p>
            <a:r>
              <a:rPr lang="pt-BR" sz="1100" dirty="0" err="1">
                <a:solidFill>
                  <a:srgbClr val="0000FF"/>
                </a:solidFill>
                <a:highlight>
                  <a:srgbClr val="FFFFFF"/>
                </a:highlight>
                <a:latin typeface="Cascadia Mono" panose="020B0609020000020004" pitchFamily="49" charset="0"/>
              </a:rPr>
              <a:t>export</a:t>
            </a:r>
            <a:r>
              <a:rPr lang="pt-BR" sz="1100" dirty="0">
                <a:solidFill>
                  <a:srgbClr val="000000"/>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default</a:t>
            </a:r>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function</a:t>
            </a:r>
            <a:r>
              <a:rPr lang="pt-BR" sz="1100" dirty="0">
                <a:solidFill>
                  <a:srgbClr val="000000"/>
                </a:solidFill>
                <a:highlight>
                  <a:srgbClr val="FFFFFF"/>
                </a:highlight>
                <a:latin typeface="Cascadia Mono" panose="020B0609020000020004" pitchFamily="49" charset="0"/>
              </a:rPr>
              <a:t> Equipamento({ nome }) {</a:t>
            </a:r>
          </a:p>
          <a:p>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[volume, </a:t>
            </a:r>
            <a:r>
              <a:rPr lang="pt-BR" sz="1100" dirty="0" err="1">
                <a:solidFill>
                  <a:srgbClr val="000000"/>
                </a:solidFill>
                <a:highlight>
                  <a:srgbClr val="FFFFFF"/>
                </a:highlight>
                <a:latin typeface="Cascadia Mono" panose="020B0609020000020004" pitchFamily="49" charset="0"/>
              </a:rPr>
              <a:t>setVolume</a:t>
            </a:r>
            <a:r>
              <a:rPr lang="pt-BR" sz="1100" dirty="0">
                <a:solidFill>
                  <a:srgbClr val="000000"/>
                </a:solidFill>
                <a:highlight>
                  <a:srgbClr val="FFFFFF"/>
                </a:highlight>
                <a:latin typeface="Cascadia Mono" panose="020B0609020000020004" pitchFamily="49" charset="0"/>
              </a:rPr>
              <a:t>] = </a:t>
            </a:r>
            <a:r>
              <a:rPr lang="pt-BR" sz="1100" dirty="0" err="1">
                <a:solidFill>
                  <a:srgbClr val="000000"/>
                </a:solidFill>
                <a:highlight>
                  <a:srgbClr val="FFFFFF"/>
                </a:highlight>
                <a:latin typeface="Cascadia Mono" panose="020B0609020000020004" pitchFamily="49" charset="0"/>
              </a:rPr>
              <a:t>useState</a:t>
            </a:r>
            <a:r>
              <a:rPr lang="pt-BR" sz="1100" dirty="0">
                <a:solidFill>
                  <a:srgbClr val="000000"/>
                </a:solidFill>
                <a:highlight>
                  <a:srgbClr val="FFFFFF"/>
                </a:highlight>
                <a:latin typeface="Cascadia Mono" panose="020B0609020000020004" pitchFamily="49" charset="0"/>
              </a:rPr>
              <a:t>(0);</a:t>
            </a:r>
          </a:p>
          <a:p>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handleVolumeDown</a:t>
            </a:r>
            <a:r>
              <a:rPr lang="pt-BR" sz="1100" dirty="0">
                <a:solidFill>
                  <a:srgbClr val="000000"/>
                </a:solidFill>
                <a:highlight>
                  <a:srgbClr val="FFFFFF"/>
                </a:highlight>
                <a:latin typeface="Cascadia Mono" panose="020B0609020000020004" pitchFamily="49" charset="0"/>
              </a:rPr>
              <a:t> = () =&gt; {</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if</a:t>
            </a:r>
            <a:r>
              <a:rPr lang="pt-BR" sz="1100" dirty="0">
                <a:solidFill>
                  <a:srgbClr val="000000"/>
                </a:solidFill>
                <a:highlight>
                  <a:srgbClr val="FFFFFF"/>
                </a:highlight>
                <a:latin typeface="Cascadia Mono" panose="020B0609020000020004" pitchFamily="49" charset="0"/>
              </a:rPr>
              <a:t> (volume &gt; 0)</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setVolume</a:t>
            </a:r>
            <a:r>
              <a:rPr lang="pt-BR" sz="1100" dirty="0">
                <a:solidFill>
                  <a:srgbClr val="000000"/>
                </a:solidFill>
                <a:highlight>
                  <a:srgbClr val="FFFFFF"/>
                </a:highlight>
                <a:latin typeface="Cascadia Mono" panose="020B0609020000020004" pitchFamily="49" charset="0"/>
              </a:rPr>
              <a:t>(volume - 1);</a:t>
            </a:r>
          </a:p>
          <a:p>
            <a:r>
              <a:rPr lang="pt-BR" sz="1100" dirty="0">
                <a:solidFill>
                  <a:srgbClr val="000000"/>
                </a:solidFill>
                <a:highlight>
                  <a:srgbClr val="FFFFFF"/>
                </a:highlight>
                <a:latin typeface="Cascadia Mono" panose="020B0609020000020004" pitchFamily="49" charset="0"/>
              </a:rPr>
              <a:t>    }</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handleVolumeUp</a:t>
            </a:r>
            <a:r>
              <a:rPr lang="pt-BR" sz="1100" dirty="0">
                <a:solidFill>
                  <a:srgbClr val="000000"/>
                </a:solidFill>
                <a:highlight>
                  <a:srgbClr val="FFFFFF"/>
                </a:highlight>
                <a:latin typeface="Cascadia Mono" panose="020B0609020000020004" pitchFamily="49" charset="0"/>
              </a:rPr>
              <a:t> = () =&gt; {</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if</a:t>
            </a:r>
            <a:r>
              <a:rPr lang="pt-BR" sz="1100" dirty="0">
                <a:solidFill>
                  <a:srgbClr val="000000"/>
                </a:solidFill>
                <a:highlight>
                  <a:srgbClr val="FFFFFF"/>
                </a:highlight>
                <a:latin typeface="Cascadia Mono" panose="020B0609020000020004" pitchFamily="49" charset="0"/>
              </a:rPr>
              <a:t> (volume &lt; 10)</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setVolume</a:t>
            </a:r>
            <a:r>
              <a:rPr lang="pt-BR" sz="1100" dirty="0">
                <a:solidFill>
                  <a:srgbClr val="000000"/>
                </a:solidFill>
                <a:highlight>
                  <a:srgbClr val="FFFFFF"/>
                </a:highlight>
                <a:latin typeface="Cascadia Mono" panose="020B0609020000020004" pitchFamily="49" charset="0"/>
              </a:rPr>
              <a:t>(volume + 1);</a:t>
            </a:r>
          </a:p>
          <a:p>
            <a:r>
              <a:rPr lang="pt-BR" sz="1100" dirty="0">
                <a:solidFill>
                  <a:srgbClr val="000000"/>
                </a:solidFill>
                <a:highlight>
                  <a:srgbClr val="FFFFFF"/>
                </a:highlight>
                <a:latin typeface="Cascadia Mono" panose="020B0609020000020004" pitchFamily="49" charset="0"/>
              </a:rPr>
              <a:t>    }</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return</a:t>
            </a:r>
            <a:r>
              <a:rPr lang="pt-BR" sz="1100" dirty="0">
                <a:solidFill>
                  <a:srgbClr val="000000"/>
                </a:solidFill>
                <a:highlight>
                  <a:srgbClr val="FFFFFF"/>
                </a:highlight>
                <a:latin typeface="Cascadia Mono" panose="020B0609020000020004" pitchFamily="49" charset="0"/>
              </a:rPr>
              <a:t> (</a:t>
            </a:r>
          </a:p>
          <a:p>
            <a:r>
              <a:rPr lang="pt-BR" sz="1100" dirty="0">
                <a:solidFill>
                  <a:srgbClr val="000000"/>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div</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a:t>
            </a:r>
            <a:r>
              <a:rPr lang="pt-BR" sz="1100" dirty="0" err="1">
                <a:solidFill>
                  <a:srgbClr val="A31515"/>
                </a:solidFill>
                <a:highlight>
                  <a:srgbClr val="FFFFFF"/>
                </a:highlight>
                <a:latin typeface="Cascadia Mono" panose="020B0609020000020004" pitchFamily="49" charset="0"/>
              </a:rPr>
              <a:t>flex</a:t>
            </a:r>
            <a:r>
              <a:rPr lang="pt-BR" sz="1100" dirty="0">
                <a:solidFill>
                  <a:srgbClr val="A31515"/>
                </a:solidFill>
                <a:highlight>
                  <a:srgbClr val="FFFFFF"/>
                </a:highlight>
                <a:latin typeface="Cascadia Mono" panose="020B0609020000020004" pitchFamily="49" charset="0"/>
              </a:rPr>
              <a:t> </a:t>
            </a:r>
            <a:r>
              <a:rPr lang="pt-BR" sz="1100" dirty="0" err="1">
                <a:solidFill>
                  <a:srgbClr val="A31515"/>
                </a:solidFill>
                <a:highlight>
                  <a:srgbClr val="FFFFFF"/>
                </a:highlight>
                <a:latin typeface="Cascadia Mono" panose="020B0609020000020004" pitchFamily="49" charset="0"/>
              </a:rPr>
              <a:t>flex-col</a:t>
            </a:r>
            <a:r>
              <a:rPr lang="pt-BR" sz="1100" dirty="0">
                <a:solidFill>
                  <a:srgbClr val="A31515"/>
                </a:solidFill>
                <a:highlight>
                  <a:srgbClr val="FFFFFF"/>
                </a:highlight>
                <a:latin typeface="Cascadia Mono" panose="020B0609020000020004" pitchFamily="49" charset="0"/>
              </a:rPr>
              <a:t> my-2 py-2 px-2 </a:t>
            </a:r>
            <a:r>
              <a:rPr lang="pt-BR" sz="1100" dirty="0" err="1">
                <a:solidFill>
                  <a:srgbClr val="A31515"/>
                </a:solidFill>
                <a:highlight>
                  <a:srgbClr val="FFFFFF"/>
                </a:highlight>
                <a:latin typeface="Cascadia Mono" panose="020B0609020000020004" pitchFamily="49" charset="0"/>
              </a:rPr>
              <a:t>font</a:t>
            </a:r>
            <a:r>
              <a:rPr lang="pt-BR" sz="1100" dirty="0">
                <a:solidFill>
                  <a:srgbClr val="A31515"/>
                </a:solidFill>
                <a:highlight>
                  <a:srgbClr val="FFFFFF"/>
                </a:highlight>
                <a:latin typeface="Cascadia Mono" panose="020B0609020000020004" pitchFamily="49" charset="0"/>
              </a:rPr>
              <a:t>-mono"</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000000"/>
                </a:solidFill>
                <a:highlight>
                  <a:srgbClr val="FFFFFF"/>
                </a:highlight>
                <a:latin typeface="Cascadia Mono" panose="020B0609020000020004" pitchFamily="49" charset="0"/>
              </a:rPr>
              <a:t>{nome}</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en-US" sz="1100" dirty="0">
                <a:solidFill>
                  <a:srgbClr val="555555"/>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&lt;</a:t>
            </a:r>
            <a:r>
              <a:rPr lang="en-US" sz="1100" dirty="0">
                <a:solidFill>
                  <a:srgbClr val="800000"/>
                </a:solidFill>
                <a:highlight>
                  <a:srgbClr val="FFFFFF"/>
                </a:highlight>
                <a:latin typeface="Cascadia Mono" panose="020B0609020000020004" pitchFamily="49" charset="0"/>
              </a:rPr>
              <a:t>div </a:t>
            </a:r>
            <a:r>
              <a:rPr lang="en-US" sz="1100" dirty="0" err="1">
                <a:solidFill>
                  <a:srgbClr val="FF0000"/>
                </a:solidFill>
                <a:highlight>
                  <a:srgbClr val="FFFFFF"/>
                </a:highlight>
                <a:latin typeface="Cascadia Mono" panose="020B0609020000020004" pitchFamily="49" charset="0"/>
              </a:rPr>
              <a:t>className</a:t>
            </a:r>
            <a:r>
              <a:rPr lang="en-US" sz="1100" dirty="0">
                <a:solidFill>
                  <a:srgbClr val="000000"/>
                </a:solidFill>
                <a:highlight>
                  <a:srgbClr val="FFFFFF"/>
                </a:highlight>
                <a:latin typeface="Cascadia Mono" panose="020B0609020000020004" pitchFamily="49" charset="0"/>
              </a:rPr>
              <a:t>=</a:t>
            </a:r>
            <a:r>
              <a:rPr lang="en-US" sz="1100" dirty="0">
                <a:solidFill>
                  <a:srgbClr val="A31515"/>
                </a:solidFill>
                <a:highlight>
                  <a:srgbClr val="FFFFFF"/>
                </a:highlight>
                <a:latin typeface="Cascadia Mono" panose="020B0609020000020004" pitchFamily="49" charset="0"/>
              </a:rPr>
              <a:t>"flex flex-row space-x-1 items-center"</a:t>
            </a:r>
            <a:r>
              <a:rPr lang="en-US" sz="1100" dirty="0">
                <a:solidFill>
                  <a:srgbClr val="0000FF"/>
                </a:solidFill>
                <a:highlight>
                  <a:srgbClr val="FFFFFF"/>
                </a:highlight>
                <a:latin typeface="Cascadia Mono" panose="020B0609020000020004" pitchFamily="49" charset="0"/>
              </a:rPr>
              <a:t>&gt;</a:t>
            </a:r>
            <a:endParaRPr lang="en-US"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Volume atual: </a:t>
            </a:r>
            <a:r>
              <a:rPr lang="pt-BR" sz="1100" dirty="0">
                <a:solidFill>
                  <a:srgbClr val="000000"/>
                </a:solidFill>
                <a:highlight>
                  <a:srgbClr val="FFFFFF"/>
                </a:highlight>
                <a:latin typeface="Cascadia Mono" panose="020B0609020000020004" pitchFamily="49" charset="0"/>
              </a:rPr>
              <a:t>{volume}</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button</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disabled</a:t>
            </a:r>
            <a:r>
              <a:rPr lang="pt-BR" sz="1100" dirty="0">
                <a:solidFill>
                  <a:srgbClr val="000000"/>
                </a:solidFill>
                <a:highlight>
                  <a:srgbClr val="FFFFFF"/>
                </a:highlight>
                <a:latin typeface="Cascadia Mono" panose="020B0609020000020004" pitchFamily="49" charset="0"/>
              </a:rPr>
              <a:t>={volume</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0}</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"px-4 py-2 bg-red-600 hover:bg-red-700 active:bg-red-800 disabled:bg-red-200 </a:t>
            </a:r>
            <a:r>
              <a:rPr lang="pt-BR" sz="1100" dirty="0" err="1">
                <a:solidFill>
                  <a:srgbClr val="A31515"/>
                </a:solidFill>
                <a:highlight>
                  <a:srgbClr val="FFFFFF"/>
                </a:highlight>
                <a:latin typeface="Cascadia Mono" panose="020B0609020000020004" pitchFamily="49" charset="0"/>
              </a:rPr>
              <a:t>text-white</a:t>
            </a:r>
            <a:r>
              <a:rPr lang="pt-BR" sz="1100" dirty="0">
                <a:solidFill>
                  <a:srgbClr val="A31515"/>
                </a:solidFill>
                <a:highlight>
                  <a:srgbClr val="FFFFFF"/>
                </a:highlight>
                <a:latin typeface="Cascadia Mono" panose="020B0609020000020004" pitchFamily="49" charset="0"/>
              </a:rPr>
              <a:t> cursor-pointer </a:t>
            </a:r>
            <a:r>
              <a:rPr lang="pt-BR" sz="1100" dirty="0" err="1">
                <a:solidFill>
                  <a:srgbClr val="A31515"/>
                </a:solidFill>
                <a:highlight>
                  <a:srgbClr val="FFFFFF"/>
                </a:highlight>
                <a:latin typeface="Cascadia Mono" panose="020B0609020000020004" pitchFamily="49" charset="0"/>
              </a:rPr>
              <a:t>disabled:cursor-not-allowed</a:t>
            </a:r>
            <a:r>
              <a:rPr lang="pt-BR" sz="1100" dirty="0">
                <a:solidFill>
                  <a:srgbClr val="A31515"/>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onClick</a:t>
            </a:r>
            <a:r>
              <a:rPr lang="pt-BR" sz="1100" dirty="0">
                <a:solidFill>
                  <a:srgbClr val="000000"/>
                </a:solidFill>
                <a:highlight>
                  <a:srgbClr val="FFFFFF"/>
                </a:highlight>
                <a:latin typeface="Cascadia Mono" panose="020B0609020000020004" pitchFamily="49" charset="0"/>
              </a:rPr>
              <a:t>={</a:t>
            </a:r>
            <a:r>
              <a:rPr lang="pt-BR" sz="1100" dirty="0" err="1">
                <a:solidFill>
                  <a:srgbClr val="000000"/>
                </a:solidFill>
                <a:highlight>
                  <a:srgbClr val="FFFFFF"/>
                </a:highlight>
                <a:latin typeface="Cascadia Mono" panose="020B0609020000020004" pitchFamily="49" charset="0"/>
              </a:rPr>
              <a:t>handleVolumeDown</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button</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button</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disabled</a:t>
            </a:r>
            <a:r>
              <a:rPr lang="pt-BR" sz="1100" dirty="0">
                <a:solidFill>
                  <a:srgbClr val="000000"/>
                </a:solidFill>
                <a:highlight>
                  <a:srgbClr val="FFFFFF"/>
                </a:highlight>
                <a:latin typeface="Cascadia Mono" panose="020B0609020000020004" pitchFamily="49" charset="0"/>
              </a:rPr>
              <a:t>={volume</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10}</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"px-4 py-2 bg-green-600 hover:bg-green-700 active:bg-green-800 disabled:bg-green-200 </a:t>
            </a:r>
            <a:r>
              <a:rPr lang="pt-BR" sz="1100" dirty="0" err="1">
                <a:solidFill>
                  <a:srgbClr val="A31515"/>
                </a:solidFill>
                <a:highlight>
                  <a:srgbClr val="FFFFFF"/>
                </a:highlight>
                <a:latin typeface="Cascadia Mono" panose="020B0609020000020004" pitchFamily="49" charset="0"/>
              </a:rPr>
              <a:t>text-white</a:t>
            </a:r>
            <a:r>
              <a:rPr lang="pt-BR" sz="1100" dirty="0">
                <a:solidFill>
                  <a:srgbClr val="A31515"/>
                </a:solidFill>
                <a:highlight>
                  <a:srgbClr val="FFFFFF"/>
                </a:highlight>
                <a:latin typeface="Cascadia Mono" panose="020B0609020000020004" pitchFamily="49" charset="0"/>
              </a:rPr>
              <a:t> cursor-pointer </a:t>
            </a:r>
            <a:r>
              <a:rPr lang="pt-BR" sz="1100" dirty="0" err="1">
                <a:solidFill>
                  <a:srgbClr val="A31515"/>
                </a:solidFill>
                <a:highlight>
                  <a:srgbClr val="FFFFFF"/>
                </a:highlight>
                <a:latin typeface="Cascadia Mono" panose="020B0609020000020004" pitchFamily="49" charset="0"/>
              </a:rPr>
              <a:t>disabled:cursor-not-allowed</a:t>
            </a:r>
            <a:r>
              <a:rPr lang="pt-BR" sz="1100" dirty="0">
                <a:solidFill>
                  <a:srgbClr val="A31515"/>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onClick</a:t>
            </a:r>
            <a:r>
              <a:rPr lang="pt-BR" sz="1100" dirty="0">
                <a:solidFill>
                  <a:srgbClr val="000000"/>
                </a:solidFill>
                <a:highlight>
                  <a:srgbClr val="FFFFFF"/>
                </a:highlight>
                <a:latin typeface="Cascadia Mono" panose="020B0609020000020004" pitchFamily="49" charset="0"/>
              </a:rPr>
              <a:t>={</a:t>
            </a:r>
            <a:r>
              <a:rPr lang="pt-BR" sz="1100" dirty="0" err="1">
                <a:solidFill>
                  <a:srgbClr val="000000"/>
                </a:solidFill>
                <a:highlight>
                  <a:srgbClr val="FFFFFF"/>
                </a:highlight>
                <a:latin typeface="Cascadia Mono" panose="020B0609020000020004" pitchFamily="49" charset="0"/>
              </a:rPr>
              <a:t>handleVolumeUp</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button</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volume</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10</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&amp;&amp;</a:t>
            </a:r>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a:t>
            </a:r>
            <a:r>
              <a:rPr lang="pt-BR" sz="1100" dirty="0" err="1">
                <a:solidFill>
                  <a:srgbClr val="A31515"/>
                </a:solidFill>
                <a:highlight>
                  <a:srgbClr val="FFFFFF"/>
                </a:highlight>
                <a:latin typeface="Cascadia Mono" panose="020B0609020000020004" pitchFamily="49" charset="0"/>
              </a:rPr>
              <a:t>font-bold</a:t>
            </a:r>
            <a:r>
              <a:rPr lang="pt-BR" sz="1100" dirty="0">
                <a:solidFill>
                  <a:srgbClr val="A31515"/>
                </a:solidFill>
                <a:highlight>
                  <a:srgbClr val="FFFFFF"/>
                </a:highlight>
                <a:latin typeface="Cascadia Mono" panose="020B0609020000020004" pitchFamily="49" charset="0"/>
              </a:rPr>
              <a:t> text-red-600"</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Volume máximo</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volume</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0</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&amp;&amp;</a:t>
            </a:r>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a:t>
            </a:r>
            <a:r>
              <a:rPr lang="pt-BR" sz="1100" dirty="0" err="1">
                <a:solidFill>
                  <a:srgbClr val="A31515"/>
                </a:solidFill>
                <a:highlight>
                  <a:srgbClr val="FFFFFF"/>
                </a:highlight>
                <a:latin typeface="Cascadia Mono" panose="020B0609020000020004" pitchFamily="49" charset="0"/>
              </a:rPr>
              <a:t>font-bold</a:t>
            </a:r>
            <a:r>
              <a:rPr lang="pt-BR" sz="1100" dirty="0">
                <a:solidFill>
                  <a:srgbClr val="A31515"/>
                </a:solidFill>
                <a:highlight>
                  <a:srgbClr val="FFFFFF"/>
                </a:highlight>
                <a:latin typeface="Cascadia Mono" panose="020B0609020000020004" pitchFamily="49" charset="0"/>
              </a:rPr>
              <a:t> text-amber-400"</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Equipamento mudo</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div</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div</a:t>
            </a:r>
            <a:r>
              <a:rPr lang="pt-BR" sz="1100" dirty="0">
                <a:solidFill>
                  <a:srgbClr val="0000FF"/>
                </a:solidFill>
                <a:highlight>
                  <a:srgbClr val="FFFFFF"/>
                </a:highlight>
                <a:latin typeface="Cascadia Mono" panose="020B0609020000020004" pitchFamily="49" charset="0"/>
              </a:rPr>
              <a:t>&gt;</a:t>
            </a:r>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p>
          <a:p>
            <a:r>
              <a:rPr lang="pt-BR" sz="1100" dirty="0">
                <a:solidFill>
                  <a:srgbClr val="000000"/>
                </a:solidFill>
                <a:highlight>
                  <a:srgbClr val="FFFFFF"/>
                </a:highlight>
                <a:latin typeface="Cascadia Mono" panose="020B0609020000020004" pitchFamily="49" charset="0"/>
              </a:rPr>
              <a:t>}</a:t>
            </a:r>
          </a:p>
          <a:p>
            <a:pPr>
              <a:defRPr/>
            </a:pPr>
            <a:endParaRPr lang="en-US" sz="700" dirty="0">
              <a:solidFill>
                <a:srgbClr val="3B3B3B"/>
              </a:solidFill>
              <a:latin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88239793" name="Título 1"/>
          <p:cNvSpPr>
            <a:spLocks noGrp="1"/>
          </p:cNvSpPr>
          <p:nvPr>
            <p:ph type="title"/>
          </p:nvPr>
        </p:nvSpPr>
        <p:spPr bwMode="auto"/>
        <p:txBody>
          <a:bodyPr/>
          <a:lstStyle/>
          <a:p>
            <a:pPr>
              <a:defRPr/>
            </a:pPr>
            <a:r>
              <a:rPr lang="pt-BR"/>
              <a:t>Exercício</a:t>
            </a:r>
            <a:endParaRPr/>
          </a:p>
        </p:txBody>
      </p:sp>
      <p:sp>
        <p:nvSpPr>
          <p:cNvPr id="1393026806"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lnSpcReduction="10000"/>
          </a:bodyPr>
          <a:lstStyle/>
          <a:p>
            <a:pPr marL="0" indent="0" algn="just">
              <a:lnSpc>
                <a:spcPct val="85000"/>
              </a:lnSpc>
              <a:spcBef>
                <a:spcPts val="1301"/>
              </a:spcBef>
              <a:buNone/>
              <a:tabLst>
                <a:tab pos="0" algn="l"/>
              </a:tabLst>
              <a:defRPr/>
            </a:pPr>
            <a:r>
              <a:rPr lang="pt-BR" sz="3200" b="0" strike="noStrike" spc="-1">
                <a:solidFill>
                  <a:schemeClr val="tx1">
                    <a:lumMod val="50000"/>
                    <a:lumOff val="50000"/>
                  </a:schemeClr>
                </a:solidFill>
                <a:latin typeface="Calibri Light"/>
              </a:rPr>
              <a:t>Crie um aplicativo React para "ajustar o volume" de três entradas de áudio de um equipamento. Cada entrada de áudio possui volume mínimo de zero e máximo de 10, sendo que o incremento/decremento utilizado é de 1. Exibir o volume de cada entrada de áudio juntamente com o seu nome (usar nomes fictícios). Informar se o volume do equipamento estiver no mínimo ou </a:t>
            </a:r>
            <a:r>
              <a:rPr lang="pt-BR" sz="3200" spc="-1">
                <a:solidFill>
                  <a:schemeClr val="tx1">
                    <a:lumMod val="50000"/>
                    <a:lumOff val="50000"/>
                  </a:schemeClr>
                </a:solidFill>
                <a:latin typeface="Calibri Light"/>
              </a:rPr>
              <a:t>no máximo. </a:t>
            </a:r>
            <a:r>
              <a:rPr lang="pt-BR" sz="3200" spc="-1">
                <a:solidFill>
                  <a:schemeClr val="tx1"/>
                </a:solidFill>
                <a:latin typeface="Calibri Light"/>
              </a:rPr>
              <a:t>Cada equipamento deve possuir um botão de energia próprio, que liga ou desliga o equipamento. Ainda, todo o sistema deve possuir um botão geral de energia, que quando ligado permite a passagem de energia para os componentes, mas quando desligado, não permite a passagem de energia para os demais componentes.</a:t>
            </a:r>
            <a:endParaRPr lang="pt-BR" sz="3200" b="0" strike="noStrike" spc="-1">
              <a:solidFill>
                <a:schemeClr val="tx1"/>
              </a:solidFill>
              <a:latin typeface="Calibri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2850094" name="Título 1"/>
          <p:cNvSpPr>
            <a:spLocks noGrp="1"/>
          </p:cNvSpPr>
          <p:nvPr>
            <p:ph type="title"/>
          </p:nvPr>
        </p:nvSpPr>
        <p:spPr bwMode="auto"/>
        <p:txBody>
          <a:bodyPr/>
          <a:lstStyle/>
          <a:p>
            <a:pPr>
              <a:defRPr/>
            </a:pPr>
            <a:r>
              <a:rPr lang="pt-BR"/>
              <a:t>Exercício – Solução (1 de 2)</a:t>
            </a:r>
            <a:endParaRPr/>
          </a:p>
        </p:txBody>
      </p:sp>
      <p:sp>
        <p:nvSpPr>
          <p:cNvPr id="1175765364"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b="0" strike="noStrike" spc="-1">
                <a:solidFill>
                  <a:schemeClr val="tx1"/>
                </a:solidFill>
                <a:latin typeface="Calibri Light"/>
              </a:rPr>
              <a:t>Para fazer o controle de energia do componente, devemos criar um estado para armazenar se o componente está ligado ou não, criar um botão para alterar este estado, e renderizar os controles/volume do componente apenas se o estado possuir o valor ligado (</a:t>
            </a:r>
            <a:r>
              <a:rPr lang="pt-BR" sz="3200" b="0" i="1" strike="noStrike" spc="-1">
                <a:solidFill>
                  <a:schemeClr val="tx1"/>
                </a:solidFill>
                <a:latin typeface="Calibri Light"/>
              </a:rPr>
              <a:t>true</a:t>
            </a:r>
            <a:r>
              <a:rPr lang="pt-BR" sz="3200" b="0" strike="noStrike" spc="-1">
                <a:solidFill>
                  <a:schemeClr val="tx1"/>
                </a:solidFill>
                <a:latin typeface="Calibri Light"/>
              </a:rPr>
              <a:t>). </a:t>
            </a:r>
            <a:endParaRPr/>
          </a:p>
          <a:p>
            <a:pPr marL="514350" indent="-514350" algn="just">
              <a:spcBef>
                <a:spcPts val="1301"/>
              </a:spcBef>
              <a:buFont typeface="+mj-lt"/>
              <a:buAutoNum type="arabicPeriod"/>
              <a:tabLst>
                <a:tab pos="0" algn="l"/>
              </a:tabLst>
              <a:defRPr/>
            </a:pPr>
            <a:endParaRPr lang="pt-BR" sz="3200" b="0" strike="noStrike" spc="-1">
              <a:solidFill>
                <a:schemeClr val="tx1"/>
              </a:solidFill>
              <a:latin typeface="Calibri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0172998" name="CaixaDeTexto 1"/>
          <p:cNvSpPr txBox="1"/>
          <p:nvPr/>
        </p:nvSpPr>
        <p:spPr bwMode="auto">
          <a:xfrm>
            <a:off x="-3671" y="124857"/>
            <a:ext cx="12201143" cy="6370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800" dirty="0">
                <a:solidFill>
                  <a:srgbClr val="A31515"/>
                </a:solidFill>
                <a:highlight>
                  <a:srgbClr val="FFFFFF"/>
                </a:highlight>
                <a:latin typeface="Cascadia Mono" panose="020B0609020000020004" pitchFamily="49" charset="0"/>
              </a:rPr>
              <a:t>'use </a:t>
            </a:r>
            <a:r>
              <a:rPr lang="pt-BR" sz="800" dirty="0" err="1">
                <a:solidFill>
                  <a:srgbClr val="A31515"/>
                </a:solidFill>
                <a:highlight>
                  <a:srgbClr val="FFFFFF"/>
                </a:highlight>
                <a:latin typeface="Cascadia Mono" panose="020B0609020000020004" pitchFamily="49" charset="0"/>
              </a:rPr>
              <a:t>client</a:t>
            </a:r>
            <a:r>
              <a:rPr lang="pt-BR" sz="800" dirty="0">
                <a:solidFill>
                  <a:srgbClr val="A31515"/>
                </a:solidFill>
                <a:highlight>
                  <a:srgbClr val="FFFFFF"/>
                </a:highlight>
                <a:latin typeface="Cascadia Mono" panose="020B0609020000020004" pitchFamily="49" charset="0"/>
              </a:rPr>
              <a:t>'</a:t>
            </a:r>
            <a:endParaRPr lang="pt-BR" sz="800" dirty="0">
              <a:solidFill>
                <a:srgbClr val="000000"/>
              </a:solidFill>
              <a:highlight>
                <a:srgbClr val="FFFFFF"/>
              </a:highlight>
              <a:latin typeface="Cascadia Mono" panose="020B0609020000020004" pitchFamily="49" charset="0"/>
            </a:endParaRP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import</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 } </a:t>
            </a:r>
            <a:r>
              <a:rPr lang="pt-BR" sz="800" dirty="0" err="1">
                <a:solidFill>
                  <a:srgbClr val="0000FF"/>
                </a:solidFill>
                <a:highlight>
                  <a:srgbClr val="FFFFFF"/>
                </a:highlight>
                <a:latin typeface="Cascadia Mono" panose="020B0609020000020004" pitchFamily="49" charset="0"/>
              </a:rPr>
              <a:t>from</a:t>
            </a:r>
            <a:r>
              <a:rPr lang="pt-BR" sz="800" dirty="0">
                <a:solidFill>
                  <a:srgbClr val="000000"/>
                </a:solidFill>
                <a:highlight>
                  <a:srgbClr val="FFFFFF"/>
                </a:highlight>
                <a:latin typeface="Cascadia Mono" panose="020B0609020000020004" pitchFamily="49" charset="0"/>
              </a:rPr>
              <a:t> </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react</a:t>
            </a:r>
            <a:r>
              <a:rPr lang="pt-BR" sz="800" dirty="0">
                <a:solidFill>
                  <a:srgbClr val="A31515"/>
                </a:solidFill>
                <a:highlight>
                  <a:srgbClr val="FFFFFF"/>
                </a:highlight>
                <a:latin typeface="Cascadia Mono" panose="020B0609020000020004" pitchFamily="49" charset="0"/>
              </a:rPr>
              <a:t>"</a:t>
            </a:r>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export</a:t>
            </a:r>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default</a:t>
            </a:r>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function</a:t>
            </a:r>
            <a:r>
              <a:rPr lang="pt-BR" sz="800" dirty="0">
                <a:solidFill>
                  <a:srgbClr val="000000"/>
                </a:solidFill>
                <a:highlight>
                  <a:srgbClr val="FFFFFF"/>
                </a:highlight>
                <a:latin typeface="Cascadia Mono" panose="020B0609020000020004" pitchFamily="49" charset="0"/>
              </a:rPr>
              <a:t> Equipamento({ nome })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[volume, </a:t>
            </a:r>
            <a:r>
              <a:rPr lang="pt-BR" sz="800" dirty="0" err="1">
                <a:solidFill>
                  <a:srgbClr val="000000"/>
                </a:solidFill>
                <a:highlight>
                  <a:srgbClr val="FFFFFF"/>
                </a:highlight>
                <a:latin typeface="Cascadia Mono" panose="020B0609020000020004" pitchFamily="49" charset="0"/>
              </a:rPr>
              <a:t>setVolume</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[ligado, </a:t>
            </a:r>
            <a:r>
              <a:rPr lang="pt-BR" sz="800" dirty="0" err="1">
                <a:solidFill>
                  <a:srgbClr val="000000"/>
                </a:solidFill>
                <a:highlight>
                  <a:srgbClr val="FFFFFF"/>
                </a:highlight>
                <a:latin typeface="Cascadia Mono" panose="020B0609020000020004" pitchFamily="49" charset="0"/>
              </a:rPr>
              <a:t>setLigado</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false</a:t>
            </a:r>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handleVolumeDown</a:t>
            </a:r>
            <a:r>
              <a:rPr lang="pt-BR" sz="800" dirty="0">
                <a:solidFill>
                  <a:srgbClr val="000000"/>
                </a:solidFill>
                <a:highlight>
                  <a:srgbClr val="FFFFFF"/>
                </a:highlight>
                <a:latin typeface="Cascadia Mono" panose="020B0609020000020004" pitchFamily="49" charset="0"/>
              </a:rPr>
              <a:t> = () =&gt; {</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if</a:t>
            </a:r>
            <a:r>
              <a:rPr lang="pt-BR" sz="800" dirty="0">
                <a:solidFill>
                  <a:srgbClr val="000000"/>
                </a:solidFill>
                <a:highlight>
                  <a:srgbClr val="FFFFFF"/>
                </a:highlight>
                <a:latin typeface="Cascadia Mono" panose="020B0609020000020004" pitchFamily="49" charset="0"/>
              </a:rPr>
              <a:t> (volume &gt; 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setVolume</a:t>
            </a:r>
            <a:r>
              <a:rPr lang="pt-BR" sz="800" dirty="0">
                <a:solidFill>
                  <a:srgbClr val="000000"/>
                </a:solidFill>
                <a:highlight>
                  <a:srgbClr val="FFFFFF"/>
                </a:highlight>
                <a:latin typeface="Cascadia Mono" panose="020B0609020000020004" pitchFamily="49" charset="0"/>
              </a:rPr>
              <a:t>(volume - 1);</a:t>
            </a: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handleVolumeUp</a:t>
            </a:r>
            <a:r>
              <a:rPr lang="pt-BR" sz="800" dirty="0">
                <a:solidFill>
                  <a:srgbClr val="000000"/>
                </a:solidFill>
                <a:highlight>
                  <a:srgbClr val="FFFFFF"/>
                </a:highlight>
                <a:latin typeface="Cascadia Mono" panose="020B0609020000020004" pitchFamily="49" charset="0"/>
              </a:rPr>
              <a:t> = () =&gt; {</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if</a:t>
            </a:r>
            <a:r>
              <a:rPr lang="pt-BR" sz="800" dirty="0">
                <a:solidFill>
                  <a:srgbClr val="000000"/>
                </a:solidFill>
                <a:highlight>
                  <a:srgbClr val="FFFFFF"/>
                </a:highlight>
                <a:latin typeface="Cascadia Mono" panose="020B0609020000020004" pitchFamily="49" charset="0"/>
              </a:rPr>
              <a:t> (volume &lt; 10)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setVolume</a:t>
            </a:r>
            <a:r>
              <a:rPr lang="pt-BR" sz="800" dirty="0">
                <a:solidFill>
                  <a:srgbClr val="000000"/>
                </a:solidFill>
                <a:highlight>
                  <a:srgbClr val="FFFFFF"/>
                </a:highlight>
                <a:latin typeface="Cascadia Mono" panose="020B0609020000020004" pitchFamily="49" charset="0"/>
              </a:rPr>
              <a:t>(volume + 1);</a:t>
            </a:r>
          </a:p>
          <a:p>
            <a:r>
              <a:rPr lang="pt-BR" sz="800" dirty="0">
                <a:solidFill>
                  <a:srgbClr val="000000"/>
                </a:solidFill>
                <a:highlight>
                  <a:srgbClr val="FFFFFF"/>
                </a:highlight>
                <a:latin typeface="Cascadia Mono" panose="020B0609020000020004" pitchFamily="49" charset="0"/>
              </a:rPr>
              <a:t>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handleLigar</a:t>
            </a:r>
            <a:r>
              <a:rPr lang="pt-BR" sz="800" dirty="0">
                <a:solidFill>
                  <a:srgbClr val="000000"/>
                </a:solidFill>
                <a:highlight>
                  <a:srgbClr val="FFFFFF"/>
                </a:highlight>
                <a:latin typeface="Cascadia Mono" panose="020B0609020000020004" pitchFamily="49" charset="0"/>
              </a:rPr>
              <a:t> = () =&gt; {</a:t>
            </a:r>
          </a:p>
          <a:p>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setLigado</a:t>
            </a:r>
            <a:r>
              <a:rPr lang="pt-BR" sz="800" dirty="0">
                <a:solidFill>
                  <a:srgbClr val="000000"/>
                </a:solidFill>
                <a:highlight>
                  <a:srgbClr val="FFFFFF"/>
                </a:highlight>
                <a:latin typeface="Cascadia Mono" panose="020B0609020000020004" pitchFamily="49" charset="0"/>
              </a:rPr>
              <a:t>(!ligado);</a:t>
            </a:r>
          </a:p>
          <a:p>
            <a:r>
              <a:rPr lang="pt-BR" sz="800" dirty="0">
                <a:solidFill>
                  <a:srgbClr val="000000"/>
                </a:solidFill>
                <a:highlight>
                  <a:srgbClr val="FFFFFF"/>
                </a:highlight>
                <a:latin typeface="Cascadia Mono" panose="020B0609020000020004" pitchFamily="49" charset="0"/>
              </a:rPr>
              <a:t>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flex</a:t>
            </a:r>
            <a:r>
              <a:rPr lang="pt-BR" sz="800" dirty="0">
                <a:solidFill>
                  <a:srgbClr val="A31515"/>
                </a:solidFill>
                <a:highlight>
                  <a:srgbClr val="FFFFFF"/>
                </a:highlight>
                <a:latin typeface="Cascadia Mono" panose="020B0609020000020004" pitchFamily="49" charset="0"/>
              </a:rPr>
              <a:t> </a:t>
            </a:r>
            <a:r>
              <a:rPr lang="pt-BR" sz="800" dirty="0" err="1">
                <a:solidFill>
                  <a:srgbClr val="A31515"/>
                </a:solidFill>
                <a:highlight>
                  <a:srgbClr val="FFFFFF"/>
                </a:highlight>
                <a:latin typeface="Cascadia Mono" panose="020B0609020000020004" pitchFamily="49" charset="0"/>
              </a:rPr>
              <a:t>flex-col</a:t>
            </a:r>
            <a:r>
              <a:rPr lang="pt-BR" sz="800" dirty="0">
                <a:solidFill>
                  <a:srgbClr val="A31515"/>
                </a:solidFill>
                <a:highlight>
                  <a:srgbClr val="FFFFFF"/>
                </a:highlight>
                <a:latin typeface="Cascadia Mono" panose="020B0609020000020004" pitchFamily="49" charset="0"/>
              </a:rPr>
              <a:t> my-2 py-2 px-2 </a:t>
            </a:r>
            <a:r>
              <a:rPr lang="pt-BR" sz="800" dirty="0" err="1">
                <a:solidFill>
                  <a:srgbClr val="A31515"/>
                </a:solidFill>
                <a:highlight>
                  <a:srgbClr val="FFFFFF"/>
                </a:highlight>
                <a:latin typeface="Cascadia Mono" panose="020B0609020000020004" pitchFamily="49" charset="0"/>
              </a:rPr>
              <a:t>font</a:t>
            </a:r>
            <a:r>
              <a:rPr lang="pt-BR" sz="800" dirty="0">
                <a:solidFill>
                  <a:srgbClr val="A31515"/>
                </a:solidFill>
                <a:highlight>
                  <a:srgbClr val="FFFFFF"/>
                </a:highlight>
                <a:latin typeface="Cascadia Mono" panose="020B0609020000020004" pitchFamily="49" charset="0"/>
              </a:rPr>
              <a:t>-mono"</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endParaRPr lang="pt-BR" sz="800" dirty="0">
              <a:solidFill>
                <a:srgbClr val="555555"/>
              </a:solidFill>
              <a:highlight>
                <a:srgbClr val="FFFFFF"/>
              </a:highlight>
              <a:latin typeface="Cascadia Mono" panose="020B0609020000020004" pitchFamily="49" charset="0"/>
            </a:endParaRPr>
          </a:p>
          <a:p>
            <a:r>
              <a:rPr lang="en-US" sz="800" dirty="0">
                <a:solidFill>
                  <a:srgbClr val="555555"/>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&lt;</a:t>
            </a:r>
            <a:r>
              <a:rPr lang="en-US" sz="800" dirty="0">
                <a:solidFill>
                  <a:srgbClr val="800000"/>
                </a:solidFill>
                <a:highlight>
                  <a:srgbClr val="FFFFFF"/>
                </a:highlight>
                <a:latin typeface="Cascadia Mono" panose="020B0609020000020004" pitchFamily="49" charset="0"/>
              </a:rPr>
              <a:t>div </a:t>
            </a:r>
            <a:r>
              <a:rPr lang="en-US" sz="800" dirty="0" err="1">
                <a:solidFill>
                  <a:srgbClr val="FF0000"/>
                </a:solidFill>
                <a:highlight>
                  <a:srgbClr val="FFFFFF"/>
                </a:highlight>
                <a:latin typeface="Cascadia Mono" panose="020B0609020000020004" pitchFamily="49" charset="0"/>
              </a:rPr>
              <a:t>className</a:t>
            </a:r>
            <a:r>
              <a:rPr lang="en-US" sz="800" dirty="0">
                <a:solidFill>
                  <a:srgbClr val="000000"/>
                </a:solidFill>
                <a:highlight>
                  <a:srgbClr val="FFFFFF"/>
                </a:highlight>
                <a:latin typeface="Cascadia Mono" panose="020B0609020000020004" pitchFamily="49" charset="0"/>
              </a:rPr>
              <a:t>=</a:t>
            </a:r>
            <a:r>
              <a:rPr lang="en-US" sz="800" dirty="0">
                <a:solidFill>
                  <a:srgbClr val="A31515"/>
                </a:solidFill>
                <a:highlight>
                  <a:srgbClr val="FFFFFF"/>
                </a:highlight>
                <a:latin typeface="Cascadia Mono" panose="020B0609020000020004" pitchFamily="49" charset="0"/>
              </a:rPr>
              <a:t>"flex flex-row gap-2 mb-4"</a:t>
            </a:r>
            <a:r>
              <a:rPr lang="en-US" sz="800" dirty="0">
                <a:solidFill>
                  <a:srgbClr val="0000FF"/>
                </a:solidFill>
                <a:highlight>
                  <a:srgbClr val="FFFFFF"/>
                </a:highlight>
                <a:latin typeface="Cascadia Mono" panose="020B0609020000020004" pitchFamily="49" charset="0"/>
              </a:rPr>
              <a:t>&gt;</a:t>
            </a:r>
            <a:endParaRPr lang="en-US"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000000"/>
                </a:solidFill>
                <a:highlight>
                  <a:srgbClr val="FFFFFF"/>
                </a:highlight>
                <a:latin typeface="Cascadia Mono" panose="020B0609020000020004" pitchFamily="49" charset="0"/>
              </a:rPr>
              <a:t>{nome}</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err="1">
                <a:solidFill>
                  <a:srgbClr val="000000"/>
                </a:solidFill>
                <a:highlight>
                  <a:srgbClr val="FFFFFF"/>
                </a:highlight>
                <a:latin typeface="Cascadia Mono" panose="020B0609020000020004" pitchFamily="49" charset="0"/>
              </a:rPr>
              <a:t>handleLigar</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`py-0 px-2 </a:t>
            </a:r>
            <a:r>
              <a:rPr lang="pt-BR" sz="800" dirty="0">
                <a:solidFill>
                  <a:srgbClr val="0000FF"/>
                </a:solidFill>
                <a:highlight>
                  <a:srgbClr val="FFFFFF"/>
                </a:highlight>
                <a:latin typeface="Cascadia Mono" panose="020B0609020000020004" pitchFamily="49" charset="0"/>
              </a:rPr>
              <a:t>${</a:t>
            </a:r>
            <a:r>
              <a:rPr lang="pt-BR" sz="800" dirty="0">
                <a:solidFill>
                  <a:srgbClr val="000000"/>
                </a:solidFill>
                <a:highlight>
                  <a:srgbClr val="FFFFFF"/>
                </a:highlight>
                <a:latin typeface="Cascadia Mono" panose="020B0609020000020004" pitchFamily="49" charset="0"/>
              </a:rPr>
              <a:t>ligado ? </a:t>
            </a:r>
            <a:r>
              <a:rPr lang="pt-BR" sz="800" dirty="0">
                <a:solidFill>
                  <a:srgbClr val="A31515"/>
                </a:solidFill>
                <a:highlight>
                  <a:srgbClr val="FFFFFF"/>
                </a:highlight>
                <a:latin typeface="Cascadia Mono" panose="020B0609020000020004" pitchFamily="49" charset="0"/>
              </a:rPr>
              <a:t>'bg-sky-200'</a:t>
            </a:r>
            <a:r>
              <a:rPr lang="pt-BR" sz="800" dirty="0">
                <a:solidFill>
                  <a:srgbClr val="000000"/>
                </a:solidFill>
                <a:highlight>
                  <a:srgbClr val="FFFFFF"/>
                </a:highlight>
                <a:latin typeface="Cascadia Mono" panose="020B0609020000020004" pitchFamily="49" charset="0"/>
              </a:rPr>
              <a:t> : </a:t>
            </a:r>
            <a:r>
              <a:rPr lang="pt-BR" sz="800" dirty="0">
                <a:solidFill>
                  <a:srgbClr val="A31515"/>
                </a:solidFill>
                <a:highlight>
                  <a:srgbClr val="FFFFFF"/>
                </a:highlight>
                <a:latin typeface="Cascadia Mono" panose="020B0609020000020004" pitchFamily="49" charset="0"/>
              </a:rPr>
              <a:t>'bg-pink-200'</a:t>
            </a:r>
            <a:r>
              <a:rPr lang="pt-BR" sz="800" dirty="0">
                <a:solidFill>
                  <a:srgbClr val="0000FF"/>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 </a:t>
            </a:r>
            <a:r>
              <a:rPr lang="pt-BR" sz="800" dirty="0" err="1">
                <a:solidFill>
                  <a:srgbClr val="A31515"/>
                </a:solidFill>
                <a:highlight>
                  <a:srgbClr val="FFFFFF"/>
                </a:highlight>
                <a:latin typeface="Cascadia Mono" panose="020B0609020000020004" pitchFamily="49" charset="0"/>
              </a:rPr>
              <a:t>rounded-md</a:t>
            </a:r>
            <a:r>
              <a:rPr lang="pt-BR" sz="800" dirty="0">
                <a:solidFill>
                  <a:srgbClr val="A31515"/>
                </a:solidFill>
                <a:highlight>
                  <a:srgbClr val="FFFFFF"/>
                </a:highlight>
                <a:latin typeface="Cascadia Mono" panose="020B0609020000020004" pitchFamily="49" charset="0"/>
              </a:rPr>
              <a:t>`</a:t>
            </a:r>
            <a:r>
              <a:rPr lang="pt-BR" sz="800" dirty="0">
                <a:solidFill>
                  <a:srgbClr val="000000"/>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{ligado</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555555"/>
                </a:solidFill>
                <a:highlight>
                  <a:srgbClr val="FFFFFF"/>
                </a:highlight>
                <a:latin typeface="Cascadia Mono" panose="020B0609020000020004" pitchFamily="49" charset="0"/>
              </a:rPr>
              <a:t> </a:t>
            </a:r>
            <a:r>
              <a:rPr lang="pt-BR" sz="800" dirty="0">
                <a:solidFill>
                  <a:srgbClr val="A31515"/>
                </a:solidFill>
                <a:highlight>
                  <a:srgbClr val="FFFFFF"/>
                </a:highlight>
                <a:latin typeface="Cascadia Mono" panose="020B0609020000020004" pitchFamily="49" charset="0"/>
              </a:rPr>
              <a:t>"Desligar"</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555555"/>
                </a:solidFill>
                <a:highlight>
                  <a:srgbClr val="FFFFFF"/>
                </a:highlight>
                <a:latin typeface="Cascadia Mono" panose="020B0609020000020004" pitchFamily="49" charset="0"/>
              </a:rPr>
              <a:t> </a:t>
            </a:r>
            <a:r>
              <a:rPr lang="pt-BR" sz="800" dirty="0">
                <a:solidFill>
                  <a:srgbClr val="A31515"/>
                </a:solidFill>
                <a:highlight>
                  <a:srgbClr val="FFFFFF"/>
                </a:highlight>
                <a:latin typeface="Cascadia Mono" panose="020B0609020000020004" pitchFamily="49" charset="0"/>
              </a:rPr>
              <a:t>"Ligar"</a:t>
            </a:r>
            <a:r>
              <a:rPr lang="pt-BR" sz="800" dirty="0">
                <a:solidFill>
                  <a:srgbClr val="000000"/>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ligado</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&amp;&amp;</a:t>
            </a:r>
            <a:endParaRPr lang="pt-BR" sz="800" dirty="0">
              <a:solidFill>
                <a:srgbClr val="555555"/>
              </a:solidFill>
              <a:highlight>
                <a:srgbClr val="FFFFFF"/>
              </a:highlight>
              <a:latin typeface="Cascadia Mono" panose="020B0609020000020004" pitchFamily="49" charset="0"/>
            </a:endParaRPr>
          </a:p>
          <a:p>
            <a:r>
              <a:rPr lang="en-US" sz="800" dirty="0">
                <a:solidFill>
                  <a:srgbClr val="555555"/>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&lt;</a:t>
            </a:r>
            <a:r>
              <a:rPr lang="en-US" sz="800" dirty="0">
                <a:solidFill>
                  <a:srgbClr val="800000"/>
                </a:solidFill>
                <a:highlight>
                  <a:srgbClr val="FFFFFF"/>
                </a:highlight>
                <a:latin typeface="Cascadia Mono" panose="020B0609020000020004" pitchFamily="49" charset="0"/>
              </a:rPr>
              <a:t>div </a:t>
            </a:r>
            <a:r>
              <a:rPr lang="en-US" sz="800" dirty="0" err="1">
                <a:solidFill>
                  <a:srgbClr val="FF0000"/>
                </a:solidFill>
                <a:highlight>
                  <a:srgbClr val="FFFFFF"/>
                </a:highlight>
                <a:latin typeface="Cascadia Mono" panose="020B0609020000020004" pitchFamily="49" charset="0"/>
              </a:rPr>
              <a:t>className</a:t>
            </a:r>
            <a:r>
              <a:rPr lang="en-US" sz="800" dirty="0">
                <a:solidFill>
                  <a:srgbClr val="000000"/>
                </a:solidFill>
                <a:highlight>
                  <a:srgbClr val="FFFFFF"/>
                </a:highlight>
                <a:latin typeface="Cascadia Mono" panose="020B0609020000020004" pitchFamily="49" charset="0"/>
              </a:rPr>
              <a:t>=</a:t>
            </a:r>
            <a:r>
              <a:rPr lang="en-US" sz="800" dirty="0">
                <a:solidFill>
                  <a:srgbClr val="A31515"/>
                </a:solidFill>
                <a:highlight>
                  <a:srgbClr val="FFFFFF"/>
                </a:highlight>
                <a:latin typeface="Cascadia Mono" panose="020B0609020000020004" pitchFamily="49" charset="0"/>
              </a:rPr>
              <a:t>"flex flex-row space-x-1 items-center"</a:t>
            </a:r>
            <a:r>
              <a:rPr lang="en-US" sz="800" dirty="0">
                <a:solidFill>
                  <a:srgbClr val="0000FF"/>
                </a:solidFill>
                <a:highlight>
                  <a:srgbClr val="FFFFFF"/>
                </a:highlight>
                <a:latin typeface="Cascadia Mono" panose="020B0609020000020004" pitchFamily="49" charset="0"/>
              </a:rPr>
              <a:t>&gt;</a:t>
            </a:r>
            <a:endParaRPr lang="en-US"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Volume atual: </a:t>
            </a:r>
            <a:r>
              <a:rPr lang="pt-BR" sz="800" dirty="0">
                <a:solidFill>
                  <a:srgbClr val="000000"/>
                </a:solidFill>
                <a:highlight>
                  <a:srgbClr val="FFFFFF"/>
                </a:highlight>
                <a:latin typeface="Cascadia Mono" panose="020B0609020000020004" pitchFamily="49" charset="0"/>
              </a:rPr>
              <a:t>{volume}</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disabled</a:t>
            </a:r>
            <a:r>
              <a:rPr lang="pt-BR" sz="800" dirty="0">
                <a:solidFill>
                  <a:srgbClr val="000000"/>
                </a:solidFill>
                <a:highlight>
                  <a:srgbClr val="FFFFFF"/>
                </a:highlight>
                <a:latin typeface="Cascadia Mono" panose="020B0609020000020004" pitchFamily="49" charset="0"/>
              </a:rPr>
              <a:t>={volume</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0}</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bg-red-600 hover:bg-red-700 active:bg-red-800 disabled:bg-red-200 </a:t>
            </a:r>
            <a:r>
              <a:rPr lang="pt-BR" sz="800" dirty="0" err="1">
                <a:solidFill>
                  <a:srgbClr val="A31515"/>
                </a:solidFill>
                <a:highlight>
                  <a:srgbClr val="FFFFFF"/>
                </a:highlight>
                <a:latin typeface="Cascadia Mono" panose="020B0609020000020004" pitchFamily="49" charset="0"/>
              </a:rPr>
              <a:t>text-white</a:t>
            </a:r>
            <a:r>
              <a:rPr lang="pt-BR" sz="800" dirty="0">
                <a:solidFill>
                  <a:srgbClr val="A31515"/>
                </a:solidFill>
                <a:highlight>
                  <a:srgbClr val="FFFFFF"/>
                </a:highlight>
                <a:latin typeface="Cascadia Mono" panose="020B0609020000020004" pitchFamily="49" charset="0"/>
              </a:rPr>
              <a:t> cursor-pointer </a:t>
            </a:r>
            <a:r>
              <a:rPr lang="pt-BR" sz="800" dirty="0" err="1">
                <a:solidFill>
                  <a:srgbClr val="A31515"/>
                </a:solidFill>
                <a:highlight>
                  <a:srgbClr val="FFFFFF"/>
                </a:highlight>
                <a:latin typeface="Cascadia Mono" panose="020B0609020000020004" pitchFamily="49" charset="0"/>
              </a:rPr>
              <a:t>disabled:cursor-not-allowed</a:t>
            </a:r>
            <a:r>
              <a:rPr lang="pt-BR" sz="800" dirty="0">
                <a:solidFill>
                  <a:srgbClr val="A31515"/>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err="1">
                <a:solidFill>
                  <a:srgbClr val="000000"/>
                </a:solidFill>
                <a:highlight>
                  <a:srgbClr val="FFFFFF"/>
                </a:highlight>
                <a:latin typeface="Cascadia Mono" panose="020B0609020000020004" pitchFamily="49" charset="0"/>
              </a:rPr>
              <a:t>handleVolumeDown</a:t>
            </a:r>
            <a:r>
              <a:rPr lang="pt-BR" sz="800" dirty="0">
                <a:solidFill>
                  <a:srgbClr val="000000"/>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disabled</a:t>
            </a:r>
            <a:r>
              <a:rPr lang="pt-BR" sz="800" dirty="0">
                <a:solidFill>
                  <a:srgbClr val="000000"/>
                </a:solidFill>
                <a:highlight>
                  <a:srgbClr val="FFFFFF"/>
                </a:highlight>
                <a:latin typeface="Cascadia Mono" panose="020B0609020000020004" pitchFamily="49" charset="0"/>
              </a:rPr>
              <a:t>={volume</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10}</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bg-green-600 hover:bg-green-700 active:bg-green-800 disabled:bg-green-200 </a:t>
            </a:r>
            <a:r>
              <a:rPr lang="pt-BR" sz="800" dirty="0" err="1">
                <a:solidFill>
                  <a:srgbClr val="A31515"/>
                </a:solidFill>
                <a:highlight>
                  <a:srgbClr val="FFFFFF"/>
                </a:highlight>
                <a:latin typeface="Cascadia Mono" panose="020B0609020000020004" pitchFamily="49" charset="0"/>
              </a:rPr>
              <a:t>text-white</a:t>
            </a:r>
            <a:r>
              <a:rPr lang="pt-BR" sz="800" dirty="0">
                <a:solidFill>
                  <a:srgbClr val="A31515"/>
                </a:solidFill>
                <a:highlight>
                  <a:srgbClr val="FFFFFF"/>
                </a:highlight>
                <a:latin typeface="Cascadia Mono" panose="020B0609020000020004" pitchFamily="49" charset="0"/>
              </a:rPr>
              <a:t> cursor-pointer </a:t>
            </a:r>
            <a:r>
              <a:rPr lang="pt-BR" sz="800" dirty="0" err="1">
                <a:solidFill>
                  <a:srgbClr val="A31515"/>
                </a:solidFill>
                <a:highlight>
                  <a:srgbClr val="FFFFFF"/>
                </a:highlight>
                <a:latin typeface="Cascadia Mono" panose="020B0609020000020004" pitchFamily="49" charset="0"/>
              </a:rPr>
              <a:t>disabled:cursor-not-allowed</a:t>
            </a:r>
            <a:r>
              <a:rPr lang="pt-BR" sz="800" dirty="0">
                <a:solidFill>
                  <a:srgbClr val="A31515"/>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err="1">
                <a:solidFill>
                  <a:srgbClr val="000000"/>
                </a:solidFill>
                <a:highlight>
                  <a:srgbClr val="FFFFFF"/>
                </a:highlight>
                <a:latin typeface="Cascadia Mono" panose="020B0609020000020004" pitchFamily="49" charset="0"/>
              </a:rPr>
              <a:t>handleVolumeUp</a:t>
            </a:r>
            <a:r>
              <a:rPr lang="pt-BR" sz="800" dirty="0">
                <a:solidFill>
                  <a:srgbClr val="000000"/>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volume</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10</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&amp;&amp;</a:t>
            </a:r>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font-bold</a:t>
            </a:r>
            <a:r>
              <a:rPr lang="pt-BR" sz="800" dirty="0">
                <a:solidFill>
                  <a:srgbClr val="A31515"/>
                </a:solidFill>
                <a:highlight>
                  <a:srgbClr val="FFFFFF"/>
                </a:highlight>
                <a:latin typeface="Cascadia Mono" panose="020B0609020000020004" pitchFamily="49" charset="0"/>
              </a:rPr>
              <a:t> text-red-600"</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Volume máximo</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volume</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0</a:t>
            </a:r>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&amp;&amp;</a:t>
            </a:r>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font-bold</a:t>
            </a:r>
            <a:r>
              <a:rPr lang="pt-BR" sz="800" dirty="0">
                <a:solidFill>
                  <a:srgbClr val="A31515"/>
                </a:solidFill>
                <a:highlight>
                  <a:srgbClr val="FFFFFF"/>
                </a:highlight>
                <a:latin typeface="Cascadia Mono" panose="020B0609020000020004" pitchFamily="49" charset="0"/>
              </a:rPr>
              <a:t> text-amber-400"</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Equipamento mudo</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endParaRPr lang="pt-BR" sz="800" dirty="0">
              <a:solidFill>
                <a:srgbClr val="555555"/>
              </a:solidFill>
              <a:highlight>
                <a:srgbClr val="FFFFFF"/>
              </a:highlight>
              <a:latin typeface="Cascadia Mono" panose="020B0609020000020004" pitchFamily="49" charset="0"/>
            </a:endParaRPr>
          </a:p>
          <a:p>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0877362" name="Título 1"/>
          <p:cNvSpPr>
            <a:spLocks noGrp="1"/>
          </p:cNvSpPr>
          <p:nvPr>
            <p:ph type="title"/>
          </p:nvPr>
        </p:nvSpPr>
        <p:spPr bwMode="auto"/>
        <p:txBody>
          <a:bodyPr/>
          <a:lstStyle/>
          <a:p>
            <a:pPr>
              <a:defRPr/>
            </a:pPr>
            <a:r>
              <a:rPr lang="pt-BR"/>
              <a:t>Exercício – Solução (2 de 2)</a:t>
            </a:r>
            <a:endParaRPr/>
          </a:p>
        </p:txBody>
      </p:sp>
      <p:sp>
        <p:nvSpPr>
          <p:cNvPr id="1595527105"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b="0" strike="noStrike" spc="-1">
                <a:solidFill>
                  <a:schemeClr val="tx1"/>
                </a:solidFill>
                <a:latin typeface="Calibri Light"/>
              </a:rPr>
              <a:t>Para fazer o controle de energia geral, vamos criar um novo componente que possui um estado indicando se ele está ligado ou não (booleano), e um botão alterando o valor deste estado. </a:t>
            </a:r>
            <a:r>
              <a:rPr lang="pt-BR" sz="3200" spc="-1">
                <a:solidFill>
                  <a:schemeClr val="tx1"/>
                </a:solidFill>
                <a:latin typeface="Calibri Light"/>
              </a:rPr>
              <a:t>Os filhos deste componente serão as entradas de áudio, e a informação geral de energia deve ser informada a esses componentes. Em cada componente, devemos verificar se ele está recebendo energia para poder funcionar.</a:t>
            </a:r>
            <a:endParaRPr lang="pt-BR" sz="3200" b="0" strike="noStrike" spc="-1">
              <a:solidFill>
                <a:schemeClr val="tx1"/>
              </a:solidFill>
              <a:latin typeface="Calibri Light"/>
            </a:endParaRPr>
          </a:p>
          <a:p>
            <a:pPr marL="514350" indent="-514350" algn="just">
              <a:spcBef>
                <a:spcPts val="1301"/>
              </a:spcBef>
              <a:buFont typeface="+mj-lt"/>
              <a:buAutoNum type="arabicPeriod"/>
              <a:tabLst>
                <a:tab pos="0" algn="l"/>
              </a:tabLst>
              <a:defRPr/>
            </a:pPr>
            <a:endParaRPr lang="pt-BR" sz="3200" b="0" strike="noStrike" spc="-1">
              <a:solidFill>
                <a:schemeClr val="tx1"/>
              </a:solidFill>
              <a:latin typeface="Calibri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8756260" name="CaixaDeTexto 5"/>
          <p:cNvSpPr txBox="1"/>
          <p:nvPr/>
        </p:nvSpPr>
        <p:spPr bwMode="auto">
          <a:xfrm>
            <a:off x="600364" y="332509"/>
            <a:ext cx="822597" cy="369332"/>
          </a:xfrm>
          <a:prstGeom prst="rect">
            <a:avLst/>
          </a:prstGeom>
          <a:noFill/>
        </p:spPr>
        <p:txBody>
          <a:bodyPr wrap="none" lIns="91440" tIns="45720" rIns="91440" bIns="45720" rtlCol="0" anchor="t">
            <a:spAutoFit/>
          </a:bodyPr>
          <a:lstStyle/>
          <a:p>
            <a:pPr>
              <a:defRPr/>
            </a:pPr>
            <a:r>
              <a:rPr lang="pt-BR" b="1"/>
              <a:t>page.js</a:t>
            </a:r>
            <a:endParaRPr/>
          </a:p>
        </p:txBody>
      </p:sp>
      <p:sp>
        <p:nvSpPr>
          <p:cNvPr id="853275181" name="CaixaDeTexto 1"/>
          <p:cNvSpPr txBox="1"/>
          <p:nvPr/>
        </p:nvSpPr>
        <p:spPr bwMode="auto">
          <a:xfrm>
            <a:off x="602254" y="987845"/>
            <a:ext cx="7407365"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800" dirty="0" err="1">
                <a:solidFill>
                  <a:srgbClr val="0000FF"/>
                </a:solidFill>
                <a:highlight>
                  <a:srgbClr val="FFFFFF"/>
                </a:highlight>
                <a:latin typeface="Cascadia Mono" panose="020B0609020000020004" pitchFamily="49" charset="0"/>
              </a:rPr>
              <a:t>import</a:t>
            </a:r>
            <a:r>
              <a:rPr lang="pt-BR" sz="1800" dirty="0">
                <a:solidFill>
                  <a:srgbClr val="000000"/>
                </a:solidFill>
                <a:highlight>
                  <a:srgbClr val="FFFFFF"/>
                </a:highlight>
                <a:latin typeface="Cascadia Mono" panose="020B0609020000020004" pitchFamily="49" charset="0"/>
              </a:rPr>
              <a:t> </a:t>
            </a:r>
            <a:r>
              <a:rPr lang="pt-BR" sz="1800" dirty="0" err="1">
                <a:solidFill>
                  <a:srgbClr val="000000"/>
                </a:solidFill>
                <a:highlight>
                  <a:srgbClr val="FFFFFF"/>
                </a:highlight>
                <a:latin typeface="Cascadia Mono" panose="020B0609020000020004" pitchFamily="49" charset="0"/>
              </a:rPr>
              <a:t>MesaSom</a:t>
            </a:r>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from</a:t>
            </a:r>
            <a:r>
              <a:rPr lang="pt-BR" sz="1800" dirty="0">
                <a:solidFill>
                  <a:srgbClr val="000000"/>
                </a:solidFill>
                <a:highlight>
                  <a:srgbClr val="FFFFFF"/>
                </a:highlight>
                <a:latin typeface="Cascadia Mono" panose="020B0609020000020004" pitchFamily="49" charset="0"/>
              </a:rPr>
              <a:t> </a:t>
            </a:r>
            <a:r>
              <a:rPr lang="pt-BR" sz="1800" dirty="0">
                <a:solidFill>
                  <a:srgbClr val="A31515"/>
                </a:solidFill>
                <a:highlight>
                  <a:srgbClr val="FFFFFF"/>
                </a:highlight>
                <a:latin typeface="Cascadia Mono" panose="020B0609020000020004" pitchFamily="49" charset="0"/>
              </a:rPr>
              <a:t>"./mesa"</a:t>
            </a:r>
            <a:r>
              <a:rPr lang="pt-BR" sz="1800" dirty="0">
                <a:solidFill>
                  <a:srgbClr val="000000"/>
                </a:solidFill>
                <a:highlight>
                  <a:srgbClr val="FFFFFF"/>
                </a:highlight>
                <a:latin typeface="Cascadia Mono" panose="020B0609020000020004" pitchFamily="49" charset="0"/>
              </a:rPr>
              <a:t>;</a:t>
            </a: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export</a:t>
            </a:r>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default</a:t>
            </a:r>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function</a:t>
            </a:r>
            <a:r>
              <a:rPr lang="pt-BR" sz="1800" dirty="0">
                <a:solidFill>
                  <a:srgbClr val="000000"/>
                </a:solidFill>
                <a:highlight>
                  <a:srgbClr val="FFFFFF"/>
                </a:highlight>
                <a:latin typeface="Cascadia Mono" panose="020B0609020000020004" pitchFamily="49" charset="0"/>
              </a:rPr>
              <a:t> Home() {</a:t>
            </a:r>
          </a:p>
          <a:p>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return</a:t>
            </a:r>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err="1">
                <a:solidFill>
                  <a:srgbClr val="2B91AF"/>
                </a:solidFill>
                <a:highlight>
                  <a:srgbClr val="FFFFFF"/>
                </a:highlight>
                <a:latin typeface="Cascadia Mono" panose="020B0609020000020004" pitchFamily="49" charset="0"/>
              </a:rPr>
              <a:t>MesaSom</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a:t>
            </a:r>
          </a:p>
          <a:p>
            <a:pPr>
              <a:defRPr/>
            </a:pPr>
            <a:endParaRPr lang="en-US" sz="2400" dirty="0">
              <a:solidFill>
                <a:srgbClr val="3B3B3B"/>
              </a:solidFill>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6894737" name="CaixaDeTexto 5"/>
          <p:cNvSpPr txBox="1"/>
          <p:nvPr/>
        </p:nvSpPr>
        <p:spPr bwMode="auto">
          <a:xfrm>
            <a:off x="600363" y="332508"/>
            <a:ext cx="870284" cy="366119"/>
          </a:xfrm>
          <a:prstGeom prst="rect">
            <a:avLst/>
          </a:prstGeom>
          <a:noFill/>
        </p:spPr>
        <p:txBody>
          <a:bodyPr wrap="none" rtlCol="0">
            <a:spAutoFit/>
          </a:bodyPr>
          <a:lstStyle/>
          <a:p>
            <a:pPr>
              <a:defRPr/>
            </a:pPr>
            <a:r>
              <a:rPr lang="pt-BR" b="1"/>
              <a:t>mesa.js</a:t>
            </a:r>
            <a:endParaRPr/>
          </a:p>
        </p:txBody>
      </p:sp>
      <p:sp>
        <p:nvSpPr>
          <p:cNvPr id="457204951" name="CaixaDeTexto 1"/>
          <p:cNvSpPr txBox="1"/>
          <p:nvPr/>
        </p:nvSpPr>
        <p:spPr bwMode="auto">
          <a:xfrm>
            <a:off x="115677" y="703242"/>
            <a:ext cx="11988546"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400" dirty="0">
                <a:solidFill>
                  <a:srgbClr val="A31515"/>
                </a:solidFill>
                <a:highlight>
                  <a:srgbClr val="FFFFFF"/>
                </a:highlight>
                <a:latin typeface="Cascadia Mono" panose="020B0609020000020004" pitchFamily="49" charset="0"/>
              </a:rPr>
              <a:t>'use </a:t>
            </a:r>
            <a:r>
              <a:rPr lang="pt-BR" sz="1400" dirty="0" err="1">
                <a:solidFill>
                  <a:srgbClr val="A31515"/>
                </a:solidFill>
                <a:highlight>
                  <a:srgbClr val="FFFFFF"/>
                </a:highlight>
                <a:latin typeface="Cascadia Mono" panose="020B0609020000020004" pitchFamily="49" charset="0"/>
              </a:rPr>
              <a:t>client</a:t>
            </a:r>
            <a:r>
              <a:rPr lang="pt-BR" sz="1400" dirty="0">
                <a:solidFill>
                  <a:srgbClr val="A31515"/>
                </a:solidFill>
                <a:highlight>
                  <a:srgbClr val="FFFFFF"/>
                </a:highlight>
                <a:latin typeface="Cascadia Mono" panose="020B0609020000020004" pitchFamily="49" charset="0"/>
              </a:rPr>
              <a:t>'</a:t>
            </a:r>
            <a:endParaRPr lang="pt-BR" sz="1400" dirty="0">
              <a:solidFill>
                <a:srgbClr val="000000"/>
              </a:solidFill>
              <a:highlight>
                <a:srgbClr val="FFFFFF"/>
              </a:highlight>
              <a:latin typeface="Cascadia Mono" panose="020B0609020000020004" pitchFamily="49" charset="0"/>
            </a:endParaRPr>
          </a:p>
          <a:p>
            <a:endParaRPr lang="pt-BR" sz="1400" dirty="0">
              <a:solidFill>
                <a:srgbClr val="000000"/>
              </a:solidFill>
              <a:highlight>
                <a:srgbClr val="FFFFFF"/>
              </a:highlight>
              <a:latin typeface="Cascadia Mono" panose="020B0609020000020004" pitchFamily="49" charset="0"/>
            </a:endParaRPr>
          </a:p>
          <a:p>
            <a:r>
              <a:rPr lang="pt-BR" sz="1400" dirty="0" err="1">
                <a:solidFill>
                  <a:srgbClr val="0000FF"/>
                </a:solidFill>
                <a:highlight>
                  <a:srgbClr val="FFFFFF"/>
                </a:highlight>
                <a:latin typeface="Cascadia Mono" panose="020B0609020000020004" pitchFamily="49" charset="0"/>
              </a:rPr>
              <a:t>import</a:t>
            </a:r>
            <a:r>
              <a:rPr lang="pt-BR" sz="1400" dirty="0">
                <a:solidFill>
                  <a:srgbClr val="000000"/>
                </a:solidFill>
                <a:highlight>
                  <a:srgbClr val="FFFFFF"/>
                </a:highlight>
                <a:latin typeface="Cascadia Mono" panose="020B0609020000020004" pitchFamily="49" charset="0"/>
              </a:rPr>
              <a:t> { </a:t>
            </a:r>
            <a:r>
              <a:rPr lang="pt-BR" sz="1400" dirty="0" err="1">
                <a:solidFill>
                  <a:srgbClr val="000000"/>
                </a:solidFill>
                <a:highlight>
                  <a:srgbClr val="FFFFFF"/>
                </a:highlight>
                <a:latin typeface="Cascadia Mono" panose="020B0609020000020004" pitchFamily="49" charset="0"/>
              </a:rPr>
              <a:t>useState</a:t>
            </a:r>
            <a:r>
              <a:rPr lang="pt-BR" sz="1400" dirty="0">
                <a:solidFill>
                  <a:srgbClr val="000000"/>
                </a:solidFill>
                <a:highlight>
                  <a:srgbClr val="FFFFFF"/>
                </a:highlight>
                <a:latin typeface="Cascadia Mono" panose="020B0609020000020004" pitchFamily="49" charset="0"/>
              </a:rPr>
              <a:t> } </a:t>
            </a:r>
            <a:r>
              <a:rPr lang="pt-BR" sz="1400" dirty="0" err="1">
                <a:solidFill>
                  <a:srgbClr val="0000FF"/>
                </a:solidFill>
                <a:highlight>
                  <a:srgbClr val="FFFFFF"/>
                </a:highlight>
                <a:latin typeface="Cascadia Mono" panose="020B0609020000020004" pitchFamily="49" charset="0"/>
              </a:rPr>
              <a:t>from</a:t>
            </a:r>
            <a:r>
              <a:rPr lang="pt-BR" sz="1400" dirty="0">
                <a:solidFill>
                  <a:srgbClr val="000000"/>
                </a:solidFill>
                <a:highlight>
                  <a:srgbClr val="FFFFFF"/>
                </a:highlight>
                <a:latin typeface="Cascadia Mono" panose="020B0609020000020004" pitchFamily="49" charset="0"/>
              </a:rPr>
              <a:t> </a:t>
            </a:r>
            <a:r>
              <a:rPr lang="pt-BR" sz="1400" dirty="0">
                <a:solidFill>
                  <a:srgbClr val="A31515"/>
                </a:solidFill>
                <a:highlight>
                  <a:srgbClr val="FFFFFF"/>
                </a:highlight>
                <a:latin typeface="Cascadia Mono" panose="020B0609020000020004" pitchFamily="49" charset="0"/>
              </a:rPr>
              <a:t>"</a:t>
            </a:r>
            <a:r>
              <a:rPr lang="pt-BR" sz="1400" dirty="0" err="1">
                <a:solidFill>
                  <a:srgbClr val="A31515"/>
                </a:solidFill>
                <a:highlight>
                  <a:srgbClr val="FFFFFF"/>
                </a:highlight>
                <a:latin typeface="Cascadia Mono" panose="020B0609020000020004" pitchFamily="49" charset="0"/>
              </a:rPr>
              <a:t>react</a:t>
            </a:r>
            <a:r>
              <a:rPr lang="pt-BR" sz="1400" dirty="0">
                <a:solidFill>
                  <a:srgbClr val="A31515"/>
                </a:solidFill>
                <a:highlight>
                  <a:srgbClr val="FFFFFF"/>
                </a:highlight>
                <a:latin typeface="Cascadia Mono" panose="020B0609020000020004" pitchFamily="49" charset="0"/>
              </a:rPr>
              <a:t>"</a:t>
            </a:r>
            <a:r>
              <a:rPr lang="pt-BR" sz="1400" dirty="0">
                <a:solidFill>
                  <a:srgbClr val="000000"/>
                </a:solidFill>
                <a:highlight>
                  <a:srgbClr val="FFFFFF"/>
                </a:highlight>
                <a:latin typeface="Cascadia Mono" panose="020B0609020000020004" pitchFamily="49" charset="0"/>
              </a:rPr>
              <a:t>;</a:t>
            </a:r>
          </a:p>
          <a:p>
            <a:r>
              <a:rPr lang="pt-BR" sz="1400" dirty="0" err="1">
                <a:solidFill>
                  <a:srgbClr val="0000FF"/>
                </a:solidFill>
                <a:highlight>
                  <a:srgbClr val="FFFFFF"/>
                </a:highlight>
                <a:latin typeface="Cascadia Mono" panose="020B0609020000020004" pitchFamily="49" charset="0"/>
              </a:rPr>
              <a:t>import</a:t>
            </a:r>
            <a:r>
              <a:rPr lang="pt-BR" sz="1400" dirty="0">
                <a:solidFill>
                  <a:srgbClr val="000000"/>
                </a:solidFill>
                <a:highlight>
                  <a:srgbClr val="FFFFFF"/>
                </a:highlight>
                <a:latin typeface="Cascadia Mono" panose="020B0609020000020004" pitchFamily="49" charset="0"/>
              </a:rPr>
              <a:t> Equipamento </a:t>
            </a:r>
            <a:r>
              <a:rPr lang="pt-BR" sz="1400" dirty="0" err="1">
                <a:solidFill>
                  <a:srgbClr val="0000FF"/>
                </a:solidFill>
                <a:highlight>
                  <a:srgbClr val="FFFFFF"/>
                </a:highlight>
                <a:latin typeface="Cascadia Mono" panose="020B0609020000020004" pitchFamily="49" charset="0"/>
              </a:rPr>
              <a:t>from</a:t>
            </a:r>
            <a:r>
              <a:rPr lang="pt-BR" sz="1400" dirty="0">
                <a:solidFill>
                  <a:srgbClr val="000000"/>
                </a:solidFill>
                <a:highlight>
                  <a:srgbClr val="FFFFFF"/>
                </a:highlight>
                <a:latin typeface="Cascadia Mono" panose="020B0609020000020004" pitchFamily="49" charset="0"/>
              </a:rPr>
              <a:t> </a:t>
            </a:r>
            <a:r>
              <a:rPr lang="pt-BR" sz="1400" dirty="0">
                <a:solidFill>
                  <a:srgbClr val="A31515"/>
                </a:solidFill>
                <a:highlight>
                  <a:srgbClr val="FFFFFF"/>
                </a:highlight>
                <a:latin typeface="Cascadia Mono" panose="020B0609020000020004" pitchFamily="49" charset="0"/>
              </a:rPr>
              <a:t>"./equipamento"</a:t>
            </a:r>
            <a:r>
              <a:rPr lang="pt-BR" sz="1400" dirty="0">
                <a:solidFill>
                  <a:srgbClr val="000000"/>
                </a:solidFill>
                <a:highlight>
                  <a:srgbClr val="FFFFFF"/>
                </a:highlight>
                <a:latin typeface="Cascadia Mono" panose="020B0609020000020004" pitchFamily="49" charset="0"/>
              </a:rPr>
              <a:t>;</a:t>
            </a:r>
          </a:p>
          <a:p>
            <a:endParaRPr lang="pt-BR" sz="1400" dirty="0">
              <a:solidFill>
                <a:srgbClr val="000000"/>
              </a:solidFill>
              <a:highlight>
                <a:srgbClr val="FFFFFF"/>
              </a:highlight>
              <a:latin typeface="Cascadia Mono" panose="020B0609020000020004" pitchFamily="49" charset="0"/>
            </a:endParaRPr>
          </a:p>
          <a:p>
            <a:r>
              <a:rPr lang="pt-BR" sz="1400" dirty="0" err="1">
                <a:solidFill>
                  <a:srgbClr val="0000FF"/>
                </a:solidFill>
                <a:highlight>
                  <a:srgbClr val="FFFFFF"/>
                </a:highlight>
                <a:latin typeface="Cascadia Mono" panose="020B0609020000020004" pitchFamily="49" charset="0"/>
              </a:rPr>
              <a:t>export</a:t>
            </a:r>
            <a:r>
              <a:rPr lang="pt-BR" sz="1400" dirty="0">
                <a:solidFill>
                  <a:srgbClr val="0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default</a:t>
            </a:r>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function</a:t>
            </a:r>
            <a:r>
              <a:rPr lang="pt-BR" sz="1400" dirty="0">
                <a:solidFill>
                  <a:srgbClr val="000000"/>
                </a:solidFill>
                <a:highlight>
                  <a:srgbClr val="FFFFFF"/>
                </a:highlight>
                <a:latin typeface="Cascadia Mono" panose="020B0609020000020004" pitchFamily="49" charset="0"/>
              </a:rPr>
              <a:t> </a:t>
            </a:r>
            <a:r>
              <a:rPr lang="pt-BR" sz="1400" dirty="0" err="1">
                <a:solidFill>
                  <a:srgbClr val="000000"/>
                </a:solidFill>
                <a:highlight>
                  <a:srgbClr val="FFFFFF"/>
                </a:highlight>
                <a:latin typeface="Cascadia Mono" panose="020B0609020000020004" pitchFamily="49" charset="0"/>
              </a:rPr>
              <a:t>MesaSom</a:t>
            </a:r>
            <a:r>
              <a:rPr lang="pt-BR" sz="1400" dirty="0">
                <a:solidFill>
                  <a:srgbClr val="000000"/>
                </a:solidFill>
                <a:highlight>
                  <a:srgbClr val="FFFFFF"/>
                </a:highlight>
                <a:latin typeface="Cascadia Mono" panose="020B0609020000020004" pitchFamily="49" charset="0"/>
              </a:rPr>
              <a:t>() {</a:t>
            </a:r>
          </a:p>
          <a:p>
            <a:endParaRPr lang="pt-BR" sz="1400" dirty="0">
              <a:solidFill>
                <a:srgbClr val="000000"/>
              </a:solidFill>
              <a:highlight>
                <a:srgbClr val="FFFFFF"/>
              </a:highlight>
              <a:latin typeface="Cascadia Mono" panose="020B0609020000020004" pitchFamily="49" charset="0"/>
            </a:endParaRPr>
          </a:p>
          <a:p>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const</a:t>
            </a:r>
            <a:r>
              <a:rPr lang="pt-BR" sz="1400" dirty="0">
                <a:solidFill>
                  <a:srgbClr val="000000"/>
                </a:solidFill>
                <a:highlight>
                  <a:srgbClr val="FFFFFF"/>
                </a:highlight>
                <a:latin typeface="Cascadia Mono" panose="020B0609020000020004" pitchFamily="49" charset="0"/>
              </a:rPr>
              <a:t> [energia, </a:t>
            </a:r>
            <a:r>
              <a:rPr lang="pt-BR" sz="1400" dirty="0" err="1">
                <a:solidFill>
                  <a:srgbClr val="000000"/>
                </a:solidFill>
                <a:highlight>
                  <a:srgbClr val="FFFFFF"/>
                </a:highlight>
                <a:latin typeface="Cascadia Mono" panose="020B0609020000020004" pitchFamily="49" charset="0"/>
              </a:rPr>
              <a:t>setEnergia</a:t>
            </a:r>
            <a:r>
              <a:rPr lang="pt-BR" sz="1400" dirty="0">
                <a:solidFill>
                  <a:srgbClr val="000000"/>
                </a:solidFill>
                <a:highlight>
                  <a:srgbClr val="FFFFFF"/>
                </a:highlight>
                <a:latin typeface="Cascadia Mono" panose="020B0609020000020004" pitchFamily="49" charset="0"/>
              </a:rPr>
              <a:t>] = </a:t>
            </a:r>
            <a:r>
              <a:rPr lang="pt-BR" sz="1400" dirty="0" err="1">
                <a:solidFill>
                  <a:srgbClr val="000000"/>
                </a:solidFill>
                <a:highlight>
                  <a:srgbClr val="FFFFFF"/>
                </a:highlight>
                <a:latin typeface="Cascadia Mono" panose="020B0609020000020004" pitchFamily="49" charset="0"/>
              </a:rPr>
              <a:t>useState</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false</a:t>
            </a:r>
            <a:r>
              <a:rPr lang="pt-BR" sz="1400" dirty="0">
                <a:solidFill>
                  <a:srgbClr val="000000"/>
                </a:solidFill>
                <a:highlight>
                  <a:srgbClr val="FFFFFF"/>
                </a:highlight>
                <a:latin typeface="Cascadia Mono" panose="020B0609020000020004" pitchFamily="49" charset="0"/>
              </a:rPr>
              <a:t>);</a:t>
            </a:r>
          </a:p>
          <a:p>
            <a:endParaRPr lang="pt-BR" sz="1400" dirty="0">
              <a:solidFill>
                <a:srgbClr val="000000"/>
              </a:solidFill>
              <a:highlight>
                <a:srgbClr val="FFFFFF"/>
              </a:highlight>
              <a:latin typeface="Cascadia Mono" panose="020B0609020000020004" pitchFamily="49" charset="0"/>
            </a:endParaRPr>
          </a:p>
          <a:p>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return</a:t>
            </a:r>
            <a:r>
              <a:rPr lang="pt-BR" sz="1400" dirty="0">
                <a:solidFill>
                  <a:srgbClr val="000000"/>
                </a:solidFill>
                <a:highlight>
                  <a:srgbClr val="FFFFFF"/>
                </a:highlight>
                <a:latin typeface="Cascadia Mono" panose="020B0609020000020004" pitchFamily="49" charset="0"/>
              </a:rPr>
              <a:t> (</a:t>
            </a:r>
          </a:p>
          <a:p>
            <a:r>
              <a:rPr lang="pt-BR" sz="1400" dirty="0">
                <a:solidFill>
                  <a:srgbClr val="0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div</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className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a:t>
            </a:r>
            <a:r>
              <a:rPr lang="pt-BR" sz="1400" dirty="0" err="1">
                <a:solidFill>
                  <a:srgbClr val="A31515"/>
                </a:solidFill>
                <a:highlight>
                  <a:srgbClr val="FFFFFF"/>
                </a:highlight>
                <a:latin typeface="Cascadia Mono" panose="020B0609020000020004" pitchFamily="49" charset="0"/>
              </a:rPr>
              <a:t>flex</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flex-row</a:t>
            </a:r>
            <a:r>
              <a:rPr lang="pt-BR" sz="1400" dirty="0">
                <a:solidFill>
                  <a:srgbClr val="A3151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a:t>
            </a:r>
            <a:r>
              <a:rPr lang="pt-BR" sz="1400" dirty="0">
                <a:solidFill>
                  <a:srgbClr val="000000"/>
                </a:solidFill>
                <a:highlight>
                  <a:srgbClr val="FFFFFF"/>
                </a:highlight>
                <a:latin typeface="Cascadia Mono" panose="020B0609020000020004" pitchFamily="49" charset="0"/>
              </a:rPr>
              <a:t>energia ? </a:t>
            </a:r>
            <a:r>
              <a:rPr lang="pt-BR" sz="1400" dirty="0">
                <a:solidFill>
                  <a:srgbClr val="A31515"/>
                </a:solidFill>
                <a:highlight>
                  <a:srgbClr val="FFFFFF"/>
                </a:highlight>
                <a:latin typeface="Cascadia Mono" panose="020B0609020000020004" pitchFamily="49" charset="0"/>
              </a:rPr>
              <a:t>'bg-emerald-100'</a:t>
            </a:r>
            <a:r>
              <a:rPr lang="pt-BR" sz="1400" dirty="0">
                <a:solidFill>
                  <a:srgbClr val="000000"/>
                </a:solidFill>
                <a:highlight>
                  <a:srgbClr val="FFFFFF"/>
                </a:highlight>
                <a:latin typeface="Cascadia Mono" panose="020B0609020000020004" pitchFamily="49" charset="0"/>
              </a:rPr>
              <a:t> : </a:t>
            </a:r>
            <a:r>
              <a:rPr lang="pt-BR" sz="1400" dirty="0">
                <a:solidFill>
                  <a:srgbClr val="A31515"/>
                </a:solidFill>
                <a:highlight>
                  <a:srgbClr val="FFFFFF"/>
                </a:highlight>
                <a:latin typeface="Cascadia Mono" panose="020B0609020000020004" pitchFamily="49" charset="0"/>
              </a:rPr>
              <a:t>'bg-purple-100'</a:t>
            </a:r>
            <a:r>
              <a:rPr lang="pt-BR" sz="1400" dirty="0">
                <a:solidFill>
                  <a:srgbClr val="0000FF"/>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justify-between</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items</a:t>
            </a:r>
            <a:r>
              <a:rPr lang="pt-BR" sz="1400" dirty="0">
                <a:solidFill>
                  <a:srgbClr val="A31515"/>
                </a:solidFill>
                <a:highlight>
                  <a:srgbClr val="FFFFFF"/>
                </a:highlight>
                <a:latin typeface="Cascadia Mono" panose="020B0609020000020004" pitchFamily="49" charset="0"/>
              </a:rPr>
              <a:t>-center mb-2 p-2`</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energia</a:t>
            </a:r>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Mesa ligada</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Mesa desligada</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button</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className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"py-1 px-2 bg-neutral-700 </a:t>
            </a:r>
            <a:r>
              <a:rPr lang="pt-BR" sz="1400" dirty="0" err="1">
                <a:solidFill>
                  <a:srgbClr val="A31515"/>
                </a:solidFill>
                <a:highlight>
                  <a:srgbClr val="FFFFFF"/>
                </a:highlight>
                <a:latin typeface="Cascadia Mono" panose="020B0609020000020004" pitchFamily="49" charset="0"/>
              </a:rPr>
              <a:t>text-white</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rounded-md</a:t>
            </a:r>
            <a:r>
              <a:rPr lang="pt-BR" sz="1400" dirty="0">
                <a:solidFill>
                  <a:srgbClr val="A31515"/>
                </a:solidFill>
                <a:highlight>
                  <a:srgbClr val="FFFFFF"/>
                </a:highlight>
                <a:latin typeface="Cascadia Mono" panose="020B0609020000020004" pitchFamily="49" charset="0"/>
              </a:rPr>
              <a:t>"</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onClick</a:t>
            </a:r>
            <a:r>
              <a:rPr lang="pt-BR" sz="1400" dirty="0">
                <a:solidFill>
                  <a:srgbClr val="000000"/>
                </a:solidFill>
                <a:highlight>
                  <a:srgbClr val="FFFFFF"/>
                </a:highlight>
                <a:latin typeface="Cascadia Mono" panose="020B0609020000020004" pitchFamily="49" charset="0"/>
              </a:rPr>
              <a:t>={()</a:t>
            </a:r>
            <a:r>
              <a:rPr lang="pt-BR" sz="1400" dirty="0">
                <a:solidFill>
                  <a:srgbClr val="800000"/>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=&gt;</a:t>
            </a:r>
            <a:r>
              <a:rPr lang="pt-BR" sz="1400" dirty="0">
                <a:solidFill>
                  <a:srgbClr val="800000"/>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800000"/>
                </a:solidFill>
                <a:highlight>
                  <a:srgbClr val="FFFFFF"/>
                </a:highlight>
                <a:latin typeface="Cascadia Mono" panose="020B0609020000020004" pitchFamily="49" charset="0"/>
              </a:rPr>
              <a:t> </a:t>
            </a:r>
            <a:r>
              <a:rPr lang="pt-BR" sz="1400" dirty="0" err="1">
                <a:solidFill>
                  <a:srgbClr val="000000"/>
                </a:solidFill>
                <a:highlight>
                  <a:srgbClr val="FFFFFF"/>
                </a:highlight>
                <a:latin typeface="Cascadia Mono" panose="020B0609020000020004" pitchFamily="49" charset="0"/>
              </a:rPr>
              <a:t>setEnergia</a:t>
            </a:r>
            <a:r>
              <a:rPr lang="pt-BR" sz="1400" dirty="0">
                <a:solidFill>
                  <a:srgbClr val="000000"/>
                </a:solidFill>
                <a:highlight>
                  <a:srgbClr val="FFFFFF"/>
                </a:highlight>
                <a:latin typeface="Cascadia Mono" panose="020B0609020000020004" pitchFamily="49" charset="0"/>
              </a:rPr>
              <a:t>(!energia)</a:t>
            </a:r>
            <a:r>
              <a:rPr lang="pt-BR" sz="1400" dirty="0">
                <a:solidFill>
                  <a:srgbClr val="800000"/>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Energia da Mesa</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button</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div</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2B91AF"/>
                </a:solidFill>
                <a:highlight>
                  <a:srgbClr val="FFFFFF"/>
                </a:highlight>
                <a:latin typeface="Cascadia Mono" panose="020B0609020000020004" pitchFamily="49" charset="0"/>
              </a:rPr>
              <a:t>Equipamento</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nome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"Microfone"</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energia</a:t>
            </a:r>
            <a:r>
              <a:rPr lang="pt-BR" sz="1400" dirty="0">
                <a:solidFill>
                  <a:srgbClr val="000000"/>
                </a:solidFill>
                <a:highlight>
                  <a:srgbClr val="FFFFFF"/>
                </a:highlight>
                <a:latin typeface="Cascadia Mono" panose="020B0609020000020004" pitchFamily="49" charset="0"/>
              </a:rPr>
              <a:t>={energia}</a:t>
            </a:r>
            <a:r>
              <a:rPr lang="pt-BR" sz="1400" dirty="0">
                <a:solidFill>
                  <a:srgbClr val="8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2B91AF"/>
                </a:solidFill>
                <a:highlight>
                  <a:srgbClr val="FFFFFF"/>
                </a:highlight>
                <a:latin typeface="Cascadia Mono" panose="020B0609020000020004" pitchFamily="49" charset="0"/>
              </a:rPr>
              <a:t>Equipamento</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nome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"Guitarra"</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energia</a:t>
            </a:r>
            <a:r>
              <a:rPr lang="pt-BR" sz="1400" dirty="0">
                <a:solidFill>
                  <a:srgbClr val="000000"/>
                </a:solidFill>
                <a:highlight>
                  <a:srgbClr val="FFFFFF"/>
                </a:highlight>
                <a:latin typeface="Cascadia Mono" panose="020B0609020000020004" pitchFamily="49" charset="0"/>
              </a:rPr>
              <a:t>={energia}</a:t>
            </a:r>
            <a:r>
              <a:rPr lang="pt-BR" sz="1400" dirty="0">
                <a:solidFill>
                  <a:srgbClr val="8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2B91AF"/>
                </a:solidFill>
                <a:highlight>
                  <a:srgbClr val="FFFFFF"/>
                </a:highlight>
                <a:latin typeface="Cascadia Mono" panose="020B0609020000020004" pitchFamily="49" charset="0"/>
              </a:rPr>
              <a:t>Equipamento</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nome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"Baixo"</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energia</a:t>
            </a:r>
            <a:r>
              <a:rPr lang="pt-BR" sz="1400" dirty="0">
                <a:solidFill>
                  <a:srgbClr val="000000"/>
                </a:solidFill>
                <a:highlight>
                  <a:srgbClr val="FFFFFF"/>
                </a:highlight>
                <a:latin typeface="Cascadia Mono" panose="020B0609020000020004" pitchFamily="49" charset="0"/>
              </a:rPr>
              <a:t>={energia}</a:t>
            </a:r>
            <a:r>
              <a:rPr lang="pt-BR" sz="1400" dirty="0">
                <a:solidFill>
                  <a:srgbClr val="8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2B91AF"/>
                </a:solidFill>
                <a:highlight>
                  <a:srgbClr val="FFFFFF"/>
                </a:highlight>
                <a:latin typeface="Cascadia Mono" panose="020B0609020000020004" pitchFamily="49" charset="0"/>
              </a:rPr>
              <a:t>Equipamento</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nome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"Bateria"</a:t>
            </a:r>
            <a:r>
              <a:rPr lang="pt-BR" sz="1400" dirty="0">
                <a:solidFill>
                  <a:srgbClr val="800000"/>
                </a:solidFill>
                <a:highlight>
                  <a:srgbClr val="FFFFFF"/>
                </a:highlight>
                <a:latin typeface="Cascadia Mono" panose="020B0609020000020004" pitchFamily="49" charset="0"/>
              </a:rPr>
              <a:t> </a:t>
            </a:r>
            <a:r>
              <a:rPr lang="pt-BR" sz="1400" dirty="0">
                <a:solidFill>
                  <a:srgbClr val="FF0000"/>
                </a:solidFill>
                <a:highlight>
                  <a:srgbClr val="FFFFFF"/>
                </a:highlight>
                <a:latin typeface="Cascadia Mono" panose="020B0609020000020004" pitchFamily="49" charset="0"/>
              </a:rPr>
              <a:t>energia</a:t>
            </a:r>
            <a:r>
              <a:rPr lang="pt-BR" sz="1400" dirty="0">
                <a:solidFill>
                  <a:srgbClr val="000000"/>
                </a:solidFill>
                <a:highlight>
                  <a:srgbClr val="FFFFFF"/>
                </a:highlight>
                <a:latin typeface="Cascadia Mono" panose="020B0609020000020004" pitchFamily="49" charset="0"/>
              </a:rPr>
              <a:t>={energia}</a:t>
            </a:r>
            <a:r>
              <a:rPr lang="pt-BR" sz="1400" dirty="0">
                <a:solidFill>
                  <a:srgbClr val="8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&lt;/&gt;</a:t>
            </a:r>
            <a:endParaRPr lang="pt-BR" sz="1400" dirty="0">
              <a:solidFill>
                <a:srgbClr val="000000"/>
              </a:solidFill>
              <a:highlight>
                <a:srgbClr val="FFFFFF"/>
              </a:highlight>
              <a:latin typeface="Cascadia Mono" panose="020B0609020000020004" pitchFamily="49" charset="0"/>
            </a:endParaRPr>
          </a:p>
          <a:p>
            <a:r>
              <a:rPr lang="pt-BR" sz="1400" dirty="0">
                <a:solidFill>
                  <a:srgbClr val="000000"/>
                </a:solidFill>
                <a:highlight>
                  <a:srgbClr val="FFFFFF"/>
                </a:highlight>
                <a:latin typeface="Cascadia Mono" panose="020B0609020000020004" pitchFamily="49" charset="0"/>
              </a:rPr>
              <a:t>    )</a:t>
            </a:r>
          </a:p>
          <a:p>
            <a:r>
              <a:rPr lang="pt-BR" sz="1400" dirty="0">
                <a:solidFill>
                  <a:srgbClr val="000000"/>
                </a:solidFill>
                <a:highlight>
                  <a:srgbClr val="FFFFFF"/>
                </a:highlight>
                <a:latin typeface="Cascadia Mono" panose="020B0609020000020004" pitchFamily="49"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61467015" name="CaixaDeTexto 5"/>
          <p:cNvSpPr txBox="1"/>
          <p:nvPr/>
        </p:nvSpPr>
        <p:spPr bwMode="auto">
          <a:xfrm>
            <a:off x="600363" y="332508"/>
            <a:ext cx="1614681" cy="366119"/>
          </a:xfrm>
          <a:prstGeom prst="rect">
            <a:avLst/>
          </a:prstGeom>
          <a:noFill/>
        </p:spPr>
        <p:txBody>
          <a:bodyPr wrap="none" lIns="91440" tIns="45720" rIns="91440" bIns="45720" rtlCol="0" anchor="t">
            <a:spAutoFit/>
          </a:bodyPr>
          <a:lstStyle/>
          <a:p>
            <a:pPr>
              <a:defRPr/>
            </a:pPr>
            <a:r>
              <a:rPr lang="pt-BR" b="1"/>
              <a:t>equipamento.js</a:t>
            </a:r>
            <a:endParaRPr/>
          </a:p>
        </p:txBody>
      </p:sp>
      <p:sp>
        <p:nvSpPr>
          <p:cNvPr id="1906726203" name="CaixaDeTexto 1"/>
          <p:cNvSpPr txBox="1"/>
          <p:nvPr/>
        </p:nvSpPr>
        <p:spPr bwMode="auto">
          <a:xfrm>
            <a:off x="134038" y="703242"/>
            <a:ext cx="11988906" cy="55861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700" dirty="0">
                <a:solidFill>
                  <a:srgbClr val="A31515"/>
                </a:solidFill>
                <a:highlight>
                  <a:srgbClr val="FFFFFF"/>
                </a:highlight>
                <a:latin typeface="Cascadia Mono" panose="020B0609020000020004" pitchFamily="49" charset="0"/>
              </a:rPr>
              <a:t>'use </a:t>
            </a:r>
            <a:r>
              <a:rPr lang="pt-BR" sz="700" dirty="0" err="1">
                <a:solidFill>
                  <a:srgbClr val="A31515"/>
                </a:solidFill>
                <a:highlight>
                  <a:srgbClr val="FFFFFF"/>
                </a:highlight>
                <a:latin typeface="Cascadia Mono" panose="020B0609020000020004" pitchFamily="49" charset="0"/>
              </a:rPr>
              <a:t>client</a:t>
            </a:r>
            <a:r>
              <a:rPr lang="pt-BR" sz="700" dirty="0">
                <a:solidFill>
                  <a:srgbClr val="A31515"/>
                </a:solidFill>
                <a:highlight>
                  <a:srgbClr val="FFFFFF"/>
                </a:highlight>
                <a:latin typeface="Cascadia Mono" panose="020B0609020000020004" pitchFamily="49" charset="0"/>
              </a:rPr>
              <a:t>'</a:t>
            </a:r>
            <a:endParaRPr lang="pt-BR" sz="700" dirty="0">
              <a:solidFill>
                <a:srgbClr val="000000"/>
              </a:solidFill>
              <a:highlight>
                <a:srgbClr val="FFFFFF"/>
              </a:highlight>
              <a:latin typeface="Cascadia Mono" panose="020B0609020000020004" pitchFamily="49" charset="0"/>
            </a:endParaRPr>
          </a:p>
          <a:p>
            <a:endParaRPr lang="pt-BR" sz="700" dirty="0">
              <a:solidFill>
                <a:srgbClr val="000000"/>
              </a:solidFill>
              <a:highlight>
                <a:srgbClr val="FFFFFF"/>
              </a:highlight>
              <a:latin typeface="Cascadia Mono" panose="020B0609020000020004" pitchFamily="49" charset="0"/>
            </a:endParaRPr>
          </a:p>
          <a:p>
            <a:r>
              <a:rPr lang="pt-BR" sz="700" dirty="0" err="1">
                <a:solidFill>
                  <a:srgbClr val="0000FF"/>
                </a:solidFill>
                <a:highlight>
                  <a:srgbClr val="FFFFFF"/>
                </a:highlight>
                <a:latin typeface="Cascadia Mono" panose="020B0609020000020004" pitchFamily="49" charset="0"/>
              </a:rPr>
              <a:t>import</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 } </a:t>
            </a:r>
            <a:r>
              <a:rPr lang="pt-BR" sz="700" dirty="0" err="1">
                <a:solidFill>
                  <a:srgbClr val="0000FF"/>
                </a:solidFill>
                <a:highlight>
                  <a:srgbClr val="FFFFFF"/>
                </a:highlight>
                <a:latin typeface="Cascadia Mono" panose="020B0609020000020004" pitchFamily="49" charset="0"/>
              </a:rPr>
              <a:t>from</a:t>
            </a:r>
            <a:r>
              <a:rPr lang="pt-BR" sz="700" dirty="0">
                <a:solidFill>
                  <a:srgbClr val="000000"/>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react</a:t>
            </a:r>
            <a:r>
              <a:rPr lang="pt-BR" sz="700" dirty="0">
                <a:solidFill>
                  <a:srgbClr val="A31515"/>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err="1">
                <a:solidFill>
                  <a:srgbClr val="0000FF"/>
                </a:solidFill>
                <a:highlight>
                  <a:srgbClr val="FFFFFF"/>
                </a:highlight>
                <a:latin typeface="Cascadia Mono" panose="020B0609020000020004" pitchFamily="49" charset="0"/>
              </a:rPr>
              <a:t>export</a:t>
            </a:r>
            <a:r>
              <a:rPr lang="pt-BR" sz="700" dirty="0">
                <a:solidFill>
                  <a:srgbClr val="000000"/>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default</a:t>
            </a:r>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function</a:t>
            </a:r>
            <a:r>
              <a:rPr lang="pt-BR" sz="700" dirty="0">
                <a:solidFill>
                  <a:srgbClr val="000000"/>
                </a:solidFill>
                <a:highlight>
                  <a:srgbClr val="FFFFFF"/>
                </a:highlight>
                <a:latin typeface="Cascadia Mono" panose="020B0609020000020004" pitchFamily="49" charset="0"/>
              </a:rPr>
              <a:t> Equipamento({ nome, energia })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[volume,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[ligado, </a:t>
            </a:r>
            <a:r>
              <a:rPr lang="pt-BR" sz="700" dirty="0" err="1">
                <a:solidFill>
                  <a:srgbClr val="000000"/>
                </a:solidFill>
                <a:highlight>
                  <a:srgbClr val="FFFFFF"/>
                </a:highlight>
                <a:latin typeface="Cascadia Mono" panose="020B0609020000020004" pitchFamily="49" charset="0"/>
              </a:rPr>
              <a:t>setLigado</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false</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handleVolumeDown</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(volume &gt; 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(volume - 1);</a:t>
            </a:r>
          </a:p>
          <a:p>
            <a:r>
              <a:rPr lang="pt-BR" sz="700" dirty="0">
                <a:solidFill>
                  <a:srgbClr val="000000"/>
                </a:solidFill>
                <a:highlight>
                  <a:srgbClr val="FFFFFF"/>
                </a:highlight>
                <a:latin typeface="Cascadia Mono" panose="020B0609020000020004" pitchFamily="49" charset="0"/>
              </a:rPr>
              <a: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handleVolumeUp</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(volume &lt; 10)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(volume + 1);</a:t>
            </a:r>
          </a:p>
          <a:p>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handleLigar</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setLigado</a:t>
            </a:r>
            <a:r>
              <a:rPr lang="pt-BR" sz="700" dirty="0">
                <a:solidFill>
                  <a:srgbClr val="000000"/>
                </a:solidFill>
                <a:highlight>
                  <a:srgbClr val="FFFFFF"/>
                </a:highlight>
                <a:latin typeface="Cascadia Mono" panose="020B0609020000020004" pitchFamily="49" charset="0"/>
              </a:rPr>
              <a:t>(!ligado);</a:t>
            </a:r>
          </a:p>
          <a:p>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return</a:t>
            </a:r>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flex</a:t>
            </a:r>
            <a:r>
              <a:rPr lang="pt-BR" sz="700" dirty="0">
                <a:solidFill>
                  <a:srgbClr val="A31515"/>
                </a:solidFill>
                <a:highlight>
                  <a:srgbClr val="FFFFFF"/>
                </a:highlight>
                <a:latin typeface="Cascadia Mono" panose="020B0609020000020004" pitchFamily="49" charset="0"/>
              </a:rPr>
              <a:t> </a:t>
            </a:r>
            <a:r>
              <a:rPr lang="pt-BR" sz="700" dirty="0" err="1">
                <a:solidFill>
                  <a:srgbClr val="A31515"/>
                </a:solidFill>
                <a:highlight>
                  <a:srgbClr val="FFFFFF"/>
                </a:highlight>
                <a:latin typeface="Cascadia Mono" panose="020B0609020000020004" pitchFamily="49" charset="0"/>
              </a:rPr>
              <a:t>flex-col</a:t>
            </a:r>
            <a:r>
              <a:rPr lang="pt-BR" sz="700" dirty="0">
                <a:solidFill>
                  <a:srgbClr val="A31515"/>
                </a:solidFill>
                <a:highlight>
                  <a:srgbClr val="FFFFFF"/>
                </a:highlight>
                <a:latin typeface="Cascadia Mono" panose="020B0609020000020004" pitchFamily="49" charset="0"/>
              </a:rPr>
              <a:t> my-2 py-2 px-2 </a:t>
            </a:r>
            <a:r>
              <a:rPr lang="pt-BR" sz="700" dirty="0" err="1">
                <a:solidFill>
                  <a:srgbClr val="A31515"/>
                </a:solidFill>
                <a:highlight>
                  <a:srgbClr val="FFFFFF"/>
                </a:highlight>
                <a:latin typeface="Cascadia Mono" panose="020B0609020000020004" pitchFamily="49" charset="0"/>
              </a:rPr>
              <a:t>font</a:t>
            </a:r>
            <a:r>
              <a:rPr lang="pt-BR" sz="700" dirty="0">
                <a:solidFill>
                  <a:srgbClr val="A31515"/>
                </a:solidFill>
                <a:highlight>
                  <a:srgbClr val="FFFFFF"/>
                </a:highlight>
                <a:latin typeface="Cascadia Mono" panose="020B0609020000020004" pitchFamily="49" charset="0"/>
              </a:rPr>
              <a:t>-mono"</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en-US" sz="700" dirty="0">
                <a:solidFill>
                  <a:srgbClr val="555555"/>
                </a:solidFill>
                <a:highlight>
                  <a:srgbClr val="FFFFFF"/>
                </a:highlight>
                <a:latin typeface="Cascadia Mono" panose="020B0609020000020004" pitchFamily="49" charset="0"/>
              </a:rPr>
              <a:t>            </a:t>
            </a:r>
            <a:r>
              <a:rPr lang="en-US" sz="700" dirty="0">
                <a:solidFill>
                  <a:srgbClr val="0000FF"/>
                </a:solidFill>
                <a:highlight>
                  <a:srgbClr val="FFFFFF"/>
                </a:highlight>
                <a:latin typeface="Cascadia Mono" panose="020B0609020000020004" pitchFamily="49" charset="0"/>
              </a:rPr>
              <a:t>&lt;</a:t>
            </a:r>
            <a:r>
              <a:rPr lang="en-US" sz="700" dirty="0">
                <a:solidFill>
                  <a:srgbClr val="800000"/>
                </a:solidFill>
                <a:highlight>
                  <a:srgbClr val="FFFFFF"/>
                </a:highlight>
                <a:latin typeface="Cascadia Mono" panose="020B0609020000020004" pitchFamily="49" charset="0"/>
              </a:rPr>
              <a:t>div </a:t>
            </a:r>
            <a:r>
              <a:rPr lang="en-US" sz="700" dirty="0" err="1">
                <a:solidFill>
                  <a:srgbClr val="FF0000"/>
                </a:solidFill>
                <a:highlight>
                  <a:srgbClr val="FFFFFF"/>
                </a:highlight>
                <a:latin typeface="Cascadia Mono" panose="020B0609020000020004" pitchFamily="49" charset="0"/>
              </a:rPr>
              <a:t>className</a:t>
            </a:r>
            <a:r>
              <a:rPr lang="en-US" sz="700" dirty="0">
                <a:solidFill>
                  <a:srgbClr val="000000"/>
                </a:solidFill>
                <a:highlight>
                  <a:srgbClr val="FFFFFF"/>
                </a:highlight>
                <a:latin typeface="Cascadia Mono" panose="020B0609020000020004" pitchFamily="49" charset="0"/>
              </a:rPr>
              <a:t>=</a:t>
            </a:r>
            <a:r>
              <a:rPr lang="en-US" sz="700" dirty="0">
                <a:solidFill>
                  <a:srgbClr val="A31515"/>
                </a:solidFill>
                <a:highlight>
                  <a:srgbClr val="FFFFFF"/>
                </a:highlight>
                <a:latin typeface="Cascadia Mono" panose="020B0609020000020004" pitchFamily="49" charset="0"/>
              </a:rPr>
              <a:t>"flex flex-row gap-2 mb-4"</a:t>
            </a:r>
            <a:r>
              <a:rPr lang="en-US" sz="700" dirty="0">
                <a:solidFill>
                  <a:srgbClr val="0000FF"/>
                </a:solidFill>
                <a:highlight>
                  <a:srgbClr val="FFFFFF"/>
                </a:highlight>
                <a:latin typeface="Cascadia Mono" panose="020B0609020000020004" pitchFamily="49" charset="0"/>
              </a:rPr>
              <a:t>&gt;</a:t>
            </a:r>
            <a:endParaRPr lang="en-US"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r>
              <a:rPr lang="pt-BR" sz="700" dirty="0">
                <a:solidFill>
                  <a:srgbClr val="000000"/>
                </a:solidFill>
                <a:highlight>
                  <a:srgbClr val="FFFFFF"/>
                </a:highlight>
                <a:latin typeface="Cascadia Mono" panose="020B0609020000020004" pitchFamily="49" charset="0"/>
              </a:rPr>
              <a:t>{nome}</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handleLigar</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`py-0 px-2 </a:t>
            </a:r>
            <a:r>
              <a:rPr lang="pt-BR" sz="700" dirty="0">
                <a:solidFill>
                  <a:srgbClr val="0000FF"/>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ligado ? </a:t>
            </a:r>
            <a:r>
              <a:rPr lang="pt-BR" sz="700" dirty="0">
                <a:solidFill>
                  <a:srgbClr val="A31515"/>
                </a:solidFill>
                <a:highlight>
                  <a:srgbClr val="FFFFFF"/>
                </a:highlight>
                <a:latin typeface="Cascadia Mono" panose="020B0609020000020004" pitchFamily="49" charset="0"/>
              </a:rPr>
              <a:t>'bg-sky-200'</a:t>
            </a:r>
            <a:r>
              <a:rPr lang="pt-BR" sz="700" dirty="0">
                <a:solidFill>
                  <a:srgbClr val="000000"/>
                </a:solidFill>
                <a:highlight>
                  <a:srgbClr val="FFFFFF"/>
                </a:highlight>
                <a:latin typeface="Cascadia Mono" panose="020B0609020000020004" pitchFamily="49" charset="0"/>
              </a:rPr>
              <a:t> : </a:t>
            </a:r>
            <a:r>
              <a:rPr lang="pt-BR" sz="700" dirty="0">
                <a:solidFill>
                  <a:srgbClr val="A31515"/>
                </a:solidFill>
                <a:highlight>
                  <a:srgbClr val="FFFFFF"/>
                </a:highlight>
                <a:latin typeface="Cascadia Mono" panose="020B0609020000020004" pitchFamily="49" charset="0"/>
              </a:rPr>
              <a:t>'bg-pink-200'</a:t>
            </a:r>
            <a:r>
              <a:rPr lang="pt-BR" sz="700" dirty="0">
                <a:solidFill>
                  <a:srgbClr val="0000FF"/>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 </a:t>
            </a:r>
            <a:r>
              <a:rPr lang="pt-BR" sz="700" dirty="0" err="1">
                <a:solidFill>
                  <a:srgbClr val="A31515"/>
                </a:solidFill>
                <a:highlight>
                  <a:srgbClr val="FFFFFF"/>
                </a:highlight>
                <a:latin typeface="Cascadia Mono" panose="020B0609020000020004" pitchFamily="49" charset="0"/>
              </a:rPr>
              <a:t>rounded-md</a:t>
            </a:r>
            <a:r>
              <a:rPr lang="pt-BR" sz="700" dirty="0">
                <a:solidFill>
                  <a:srgbClr val="A31515"/>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{ligado</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"Desligar"</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"Ligar"</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energia</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ligado</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endParaRPr lang="pt-BR" sz="700" dirty="0">
              <a:solidFill>
                <a:srgbClr val="555555"/>
              </a:solidFill>
              <a:highlight>
                <a:srgbClr val="FFFFFF"/>
              </a:highlight>
              <a:latin typeface="Cascadia Mono" panose="020B0609020000020004" pitchFamily="49" charset="0"/>
            </a:endParaRPr>
          </a:p>
          <a:p>
            <a:r>
              <a:rPr lang="en-US" sz="700" dirty="0">
                <a:solidFill>
                  <a:srgbClr val="555555"/>
                </a:solidFill>
                <a:highlight>
                  <a:srgbClr val="FFFFFF"/>
                </a:highlight>
                <a:latin typeface="Cascadia Mono" panose="020B0609020000020004" pitchFamily="49" charset="0"/>
              </a:rPr>
              <a:t>                </a:t>
            </a:r>
            <a:r>
              <a:rPr lang="en-US" sz="700" dirty="0">
                <a:solidFill>
                  <a:srgbClr val="0000FF"/>
                </a:solidFill>
                <a:highlight>
                  <a:srgbClr val="FFFFFF"/>
                </a:highlight>
                <a:latin typeface="Cascadia Mono" panose="020B0609020000020004" pitchFamily="49" charset="0"/>
              </a:rPr>
              <a:t>&lt;</a:t>
            </a:r>
            <a:r>
              <a:rPr lang="en-US" sz="700" dirty="0">
                <a:solidFill>
                  <a:srgbClr val="800000"/>
                </a:solidFill>
                <a:highlight>
                  <a:srgbClr val="FFFFFF"/>
                </a:highlight>
                <a:latin typeface="Cascadia Mono" panose="020B0609020000020004" pitchFamily="49" charset="0"/>
              </a:rPr>
              <a:t>div </a:t>
            </a:r>
            <a:r>
              <a:rPr lang="en-US" sz="700" dirty="0" err="1">
                <a:solidFill>
                  <a:srgbClr val="FF0000"/>
                </a:solidFill>
                <a:highlight>
                  <a:srgbClr val="FFFFFF"/>
                </a:highlight>
                <a:latin typeface="Cascadia Mono" panose="020B0609020000020004" pitchFamily="49" charset="0"/>
              </a:rPr>
              <a:t>className</a:t>
            </a:r>
            <a:r>
              <a:rPr lang="en-US" sz="700" dirty="0">
                <a:solidFill>
                  <a:srgbClr val="000000"/>
                </a:solidFill>
                <a:highlight>
                  <a:srgbClr val="FFFFFF"/>
                </a:highlight>
                <a:latin typeface="Cascadia Mono" panose="020B0609020000020004" pitchFamily="49" charset="0"/>
              </a:rPr>
              <a:t>=</a:t>
            </a:r>
            <a:r>
              <a:rPr lang="en-US" sz="700" dirty="0">
                <a:solidFill>
                  <a:srgbClr val="A31515"/>
                </a:solidFill>
                <a:highlight>
                  <a:srgbClr val="FFFFFF"/>
                </a:highlight>
                <a:latin typeface="Cascadia Mono" panose="020B0609020000020004" pitchFamily="49" charset="0"/>
              </a:rPr>
              <a:t>"flex flex-row space-x-1 items-center"</a:t>
            </a:r>
            <a:r>
              <a:rPr lang="en-US" sz="700" dirty="0">
                <a:solidFill>
                  <a:srgbClr val="0000FF"/>
                </a:solidFill>
                <a:highlight>
                  <a:srgbClr val="FFFFFF"/>
                </a:highlight>
                <a:latin typeface="Cascadia Mono" panose="020B0609020000020004" pitchFamily="49" charset="0"/>
              </a:rPr>
              <a:t>&gt;</a:t>
            </a:r>
            <a:endParaRPr lang="en-US"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Volume atual: </a:t>
            </a:r>
            <a:r>
              <a:rPr lang="pt-BR" sz="700" dirty="0">
                <a:solidFill>
                  <a:srgbClr val="000000"/>
                </a:solidFill>
                <a:highlight>
                  <a:srgbClr val="FFFFFF"/>
                </a:highlight>
                <a:latin typeface="Cascadia Mono" panose="020B0609020000020004" pitchFamily="49" charset="0"/>
              </a:rPr>
              <a:t>{volume}</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disabled</a:t>
            </a:r>
            <a:r>
              <a:rPr lang="pt-BR" sz="700" dirty="0">
                <a:solidFill>
                  <a:srgbClr val="000000"/>
                </a:solidFill>
                <a:highlight>
                  <a:srgbClr val="FFFFFF"/>
                </a:highlight>
                <a:latin typeface="Cascadia Mono" panose="020B0609020000020004" pitchFamily="49" charset="0"/>
              </a:rPr>
              <a:t>={volume</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0}</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"px-4 py-2 bg-red-600 hover:bg-red-700 active:bg-red-800 disabled:bg-red-200 </a:t>
            </a:r>
            <a:r>
              <a:rPr lang="pt-BR" sz="700" dirty="0" err="1">
                <a:solidFill>
                  <a:srgbClr val="A31515"/>
                </a:solidFill>
                <a:highlight>
                  <a:srgbClr val="FFFFFF"/>
                </a:highlight>
                <a:latin typeface="Cascadia Mono" panose="020B0609020000020004" pitchFamily="49" charset="0"/>
              </a:rPr>
              <a:t>text-white</a:t>
            </a:r>
            <a:r>
              <a:rPr lang="pt-BR" sz="700" dirty="0">
                <a:solidFill>
                  <a:srgbClr val="A31515"/>
                </a:solidFill>
                <a:highlight>
                  <a:srgbClr val="FFFFFF"/>
                </a:highlight>
                <a:latin typeface="Cascadia Mono" panose="020B0609020000020004" pitchFamily="49" charset="0"/>
              </a:rPr>
              <a:t> cursor-pointer </a:t>
            </a:r>
            <a:r>
              <a:rPr lang="pt-BR" sz="700" dirty="0" err="1">
                <a:solidFill>
                  <a:srgbClr val="A31515"/>
                </a:solidFill>
                <a:highlight>
                  <a:srgbClr val="FFFFFF"/>
                </a:highlight>
                <a:latin typeface="Cascadia Mono" panose="020B0609020000020004" pitchFamily="49" charset="0"/>
              </a:rPr>
              <a:t>disabled:cursor-not-allowed</a:t>
            </a:r>
            <a:r>
              <a:rPr lang="pt-BR" sz="700" dirty="0">
                <a:solidFill>
                  <a:srgbClr val="A31515"/>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handleVolumeDown</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disabled</a:t>
            </a:r>
            <a:r>
              <a:rPr lang="pt-BR" sz="700" dirty="0">
                <a:solidFill>
                  <a:srgbClr val="000000"/>
                </a:solidFill>
                <a:highlight>
                  <a:srgbClr val="FFFFFF"/>
                </a:highlight>
                <a:latin typeface="Cascadia Mono" panose="020B0609020000020004" pitchFamily="49" charset="0"/>
              </a:rPr>
              <a:t>={volume</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10}</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"px-4 py-2 bg-green-600 hover:bg-green-700 active:bg-green-800 disabled:bg-green-200 </a:t>
            </a:r>
            <a:r>
              <a:rPr lang="pt-BR" sz="700" dirty="0" err="1">
                <a:solidFill>
                  <a:srgbClr val="A31515"/>
                </a:solidFill>
                <a:highlight>
                  <a:srgbClr val="FFFFFF"/>
                </a:highlight>
                <a:latin typeface="Cascadia Mono" panose="020B0609020000020004" pitchFamily="49" charset="0"/>
              </a:rPr>
              <a:t>text-white</a:t>
            </a:r>
            <a:r>
              <a:rPr lang="pt-BR" sz="700" dirty="0">
                <a:solidFill>
                  <a:srgbClr val="A31515"/>
                </a:solidFill>
                <a:highlight>
                  <a:srgbClr val="FFFFFF"/>
                </a:highlight>
                <a:latin typeface="Cascadia Mono" panose="020B0609020000020004" pitchFamily="49" charset="0"/>
              </a:rPr>
              <a:t> cursor-pointer </a:t>
            </a:r>
            <a:r>
              <a:rPr lang="pt-BR" sz="700" dirty="0" err="1">
                <a:solidFill>
                  <a:srgbClr val="A31515"/>
                </a:solidFill>
                <a:highlight>
                  <a:srgbClr val="FFFFFF"/>
                </a:highlight>
                <a:latin typeface="Cascadia Mono" panose="020B0609020000020004" pitchFamily="49" charset="0"/>
              </a:rPr>
              <a:t>disabled:cursor-not-allowed</a:t>
            </a:r>
            <a:r>
              <a:rPr lang="pt-BR" sz="700" dirty="0">
                <a:solidFill>
                  <a:srgbClr val="A31515"/>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handleVolumeUp</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volume</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10</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font-bold</a:t>
            </a:r>
            <a:r>
              <a:rPr lang="pt-BR" sz="700" dirty="0">
                <a:solidFill>
                  <a:srgbClr val="A31515"/>
                </a:solidFill>
                <a:highlight>
                  <a:srgbClr val="FFFFFF"/>
                </a:highlight>
                <a:latin typeface="Cascadia Mono" panose="020B0609020000020004" pitchFamily="49" charset="0"/>
              </a:rPr>
              <a:t> text-red-600"</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Volume máximo</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volume</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0</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font-bold</a:t>
            </a:r>
            <a:r>
              <a:rPr lang="pt-BR" sz="700" dirty="0">
                <a:solidFill>
                  <a:srgbClr val="A31515"/>
                </a:solidFill>
                <a:highlight>
                  <a:srgbClr val="FFFFFF"/>
                </a:highlight>
                <a:latin typeface="Cascadia Mono" panose="020B0609020000020004" pitchFamily="49" charset="0"/>
              </a:rPr>
              <a:t> text-amber-400"</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Equipamento mudo</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p>
          <a:p>
            <a:r>
              <a:rPr lang="pt-BR" sz="700" dirty="0">
                <a:solidFill>
                  <a:srgbClr val="000000"/>
                </a:solidFill>
                <a:highlight>
                  <a:srgbClr val="FFFFFF"/>
                </a:highlight>
                <a:latin typeface="Cascadia Mono" panose="020B0609020000020004" pitchFamily="49"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50421916" name="Título 1"/>
          <p:cNvSpPr>
            <a:spLocks noGrp="1"/>
          </p:cNvSpPr>
          <p:nvPr>
            <p:ph type="title"/>
          </p:nvPr>
        </p:nvSpPr>
        <p:spPr bwMode="auto"/>
        <p:txBody>
          <a:bodyPr/>
          <a:lstStyle/>
          <a:p>
            <a:pPr>
              <a:defRPr/>
            </a:pPr>
            <a:r>
              <a:rPr lang="pt-BR"/>
              <a:t>Introdução</a:t>
            </a:r>
            <a:endParaRPr/>
          </a:p>
        </p:txBody>
      </p:sp>
      <p:sp>
        <p:nvSpPr>
          <p:cNvPr id="1824985988"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b="0" strike="noStrike" spc="-1">
                <a:solidFill>
                  <a:schemeClr val="tx1"/>
                </a:solidFill>
                <a:latin typeface="Calibri Light"/>
              </a:rPr>
              <a:t>Como vimos no exer</a:t>
            </a:r>
            <a:r>
              <a:rPr lang="pt-BR" sz="3200" spc="-1">
                <a:solidFill>
                  <a:schemeClr val="tx1"/>
                </a:solidFill>
                <a:latin typeface="Calibri Light"/>
              </a:rPr>
              <a:t>cício anterior, devemos passar o valor da energia do componente MesaSom para o componente Equipamento, de forma que este possa conhecer o valor informado.</a:t>
            </a:r>
            <a:endParaRPr/>
          </a:p>
          <a:p>
            <a:pPr marL="0" indent="0" algn="just">
              <a:spcBef>
                <a:spcPts val="1301"/>
              </a:spcBef>
              <a:buNone/>
              <a:tabLst>
                <a:tab pos="0" algn="l"/>
              </a:tabLst>
              <a:defRPr/>
            </a:pPr>
            <a:r>
              <a:rPr lang="pt-BR" sz="3200" spc="-1">
                <a:solidFill>
                  <a:schemeClr val="tx1"/>
                </a:solidFill>
                <a:latin typeface="Calibri Light"/>
              </a:rPr>
              <a:t>Podemos ver uma representação do que está acontecendo na árvore a seguir.</a:t>
            </a:r>
            <a:endParaRPr lang="pt-BR" sz="3200" b="0" strike="noStrike" spc="-1">
              <a:solidFill>
                <a:schemeClr val="tx1"/>
              </a:solidFill>
              <a:latin typeface="Calibri Light"/>
            </a:endParaRPr>
          </a:p>
          <a:p>
            <a:pPr marL="514350" indent="-514350" algn="just">
              <a:spcBef>
                <a:spcPts val="1301"/>
              </a:spcBef>
              <a:buFont typeface="+mj-lt"/>
              <a:buAutoNum type="arabicPeriod"/>
              <a:tabLst>
                <a:tab pos="0" algn="l"/>
              </a:tabLst>
              <a:defRPr/>
            </a:pPr>
            <a:endParaRPr lang="pt-BR" sz="3200" b="0" strike="noStrike" spc="-1">
              <a:solidFill>
                <a:schemeClr val="tx1"/>
              </a:solidFill>
              <a:latin typeface="Calibri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7698257" name="Retângulo: Cantos Arredondados 3"/>
          <p:cNvSpPr/>
          <p:nvPr/>
        </p:nvSpPr>
        <p:spPr bwMode="auto">
          <a:xfrm>
            <a:off x="4904509" y="1483476"/>
            <a:ext cx="1385454"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a:t>Home</a:t>
            </a:r>
            <a:endParaRPr/>
          </a:p>
        </p:txBody>
      </p:sp>
      <p:sp>
        <p:nvSpPr>
          <p:cNvPr id="813170750" name="Retângulo: Cantos Arredondados 4"/>
          <p:cNvSpPr/>
          <p:nvPr/>
        </p:nvSpPr>
        <p:spPr bwMode="auto">
          <a:xfrm>
            <a:off x="4904509" y="2832045"/>
            <a:ext cx="1385454"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MesaSom</a:t>
            </a:r>
          </a:p>
        </p:txBody>
      </p:sp>
      <p:sp>
        <p:nvSpPr>
          <p:cNvPr id="463554221" name="Retângulo: Cantos Arredondados 5"/>
          <p:cNvSpPr/>
          <p:nvPr/>
        </p:nvSpPr>
        <p:spPr bwMode="auto">
          <a:xfrm>
            <a:off x="1199416" y="5519946"/>
            <a:ext cx="1504803" cy="68343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p>
        </p:txBody>
      </p:sp>
      <p:sp>
        <p:nvSpPr>
          <p:cNvPr id="1738516719" name="Retângulo: Cantos Arredondados 6"/>
          <p:cNvSpPr/>
          <p:nvPr/>
        </p:nvSpPr>
        <p:spPr bwMode="auto">
          <a:xfrm>
            <a:off x="4064000" y="5519945"/>
            <a:ext cx="1504803" cy="68343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endParaRPr/>
          </a:p>
        </p:txBody>
      </p:sp>
      <p:sp>
        <p:nvSpPr>
          <p:cNvPr id="2147405954" name="Retângulo: Cantos Arredondados 7"/>
          <p:cNvSpPr/>
          <p:nvPr/>
        </p:nvSpPr>
        <p:spPr bwMode="auto">
          <a:xfrm>
            <a:off x="6930801" y="5528096"/>
            <a:ext cx="1504803"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endParaRPr/>
          </a:p>
        </p:txBody>
      </p:sp>
      <p:sp>
        <p:nvSpPr>
          <p:cNvPr id="295733034" name="Retângulo: Cantos Arredondados 8"/>
          <p:cNvSpPr/>
          <p:nvPr/>
        </p:nvSpPr>
        <p:spPr bwMode="auto">
          <a:xfrm>
            <a:off x="9795385" y="5528096"/>
            <a:ext cx="1504803"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endParaRPr/>
          </a:p>
        </p:txBody>
      </p:sp>
      <p:cxnSp>
        <p:nvCxnSpPr>
          <p:cNvPr id="1056786549" name="Conector de Seta Reta 10"/>
          <p:cNvCxnSpPr>
            <a:stCxn id="1287698257" idx="2"/>
            <a:endCxn id="813170750" idx="0"/>
          </p:cNvCxnSpPr>
          <p:nvPr/>
        </p:nvCxnSpPr>
        <p:spPr bwMode="auto">
          <a:xfrm>
            <a:off x="5597236" y="2157731"/>
            <a:ext cx="0" cy="6743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7506245" name="Conector de Seta Reta 13"/>
          <p:cNvCxnSpPr>
            <a:stCxn id="813170750" idx="2"/>
            <a:endCxn id="463554221" idx="0"/>
          </p:cNvCxnSpPr>
          <p:nvPr/>
        </p:nvCxnSpPr>
        <p:spPr bwMode="auto">
          <a:xfrm rot="5400000">
            <a:off x="2767704" y="2690414"/>
            <a:ext cx="2013646" cy="3645418"/>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4548330" name="Conector de Seta Reta 15"/>
          <p:cNvCxnSpPr>
            <a:stCxn id="813170750" idx="2"/>
            <a:endCxn id="1738516719" idx="0"/>
          </p:cNvCxnSpPr>
          <p:nvPr/>
        </p:nvCxnSpPr>
        <p:spPr bwMode="auto">
          <a:xfrm rot="5400000">
            <a:off x="4199997" y="4122705"/>
            <a:ext cx="2013645" cy="780834"/>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1120995" name="Conector de Seta Reta 17"/>
          <p:cNvCxnSpPr>
            <a:stCxn id="813170750" idx="2"/>
            <a:endCxn id="2147405954" idx="0"/>
          </p:cNvCxnSpPr>
          <p:nvPr/>
        </p:nvCxnSpPr>
        <p:spPr bwMode="auto">
          <a:xfrm rot="16199999" flipH="1">
            <a:off x="5629321" y="3474214"/>
            <a:ext cx="2021796" cy="2085967"/>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384667" name="Conector de Seta Reta 19"/>
          <p:cNvCxnSpPr>
            <a:stCxn id="813170750" idx="2"/>
            <a:endCxn id="295733034" idx="0"/>
          </p:cNvCxnSpPr>
          <p:nvPr/>
        </p:nvCxnSpPr>
        <p:spPr bwMode="auto">
          <a:xfrm rot="16199999" flipH="1">
            <a:off x="7061613" y="2041922"/>
            <a:ext cx="2021797" cy="495055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3222261" name="CaixaDeTexto 22"/>
          <p:cNvSpPr txBox="1"/>
          <p:nvPr/>
        </p:nvSpPr>
        <p:spPr bwMode="auto">
          <a:xfrm>
            <a:off x="8101" y="4512735"/>
            <a:ext cx="1957571"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"Microfone”</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1870161219" name="CaixaDeTexto 23"/>
          <p:cNvSpPr txBox="1"/>
          <p:nvPr/>
        </p:nvSpPr>
        <p:spPr bwMode="auto">
          <a:xfrm>
            <a:off x="2863228" y="4512735"/>
            <a:ext cx="1884125"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“Guitarra”</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974229866" name="CaixaDeTexto 24"/>
          <p:cNvSpPr txBox="1"/>
          <p:nvPr/>
        </p:nvSpPr>
        <p:spPr bwMode="auto">
          <a:xfrm>
            <a:off x="5883380" y="4520644"/>
            <a:ext cx="1884125"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“Baixo”</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184814693" name="CaixaDeTexto 25"/>
          <p:cNvSpPr txBox="1"/>
          <p:nvPr/>
        </p:nvSpPr>
        <p:spPr bwMode="auto">
          <a:xfrm>
            <a:off x="8631529" y="4520644"/>
            <a:ext cx="1911667"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“Bateria”</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1491034263" name="CaixaDeTexto 16"/>
          <p:cNvSpPr txBox="1"/>
          <p:nvPr/>
        </p:nvSpPr>
        <p:spPr bwMode="auto">
          <a:xfrm>
            <a:off x="6292006" y="2832043"/>
            <a:ext cx="5890684" cy="738664"/>
          </a:xfrm>
          <a:prstGeom prst="rect">
            <a:avLst/>
          </a:prstGeom>
          <a:noFill/>
        </p:spPr>
        <p:txBody>
          <a:bodyPr wrap="square" lIns="91440" tIns="45720" rIns="91440" bIns="45720" anchor="t">
            <a:spAutoFit/>
          </a:bodyPr>
          <a:lstStyle/>
          <a:p>
            <a:pPr>
              <a:defRPr/>
            </a:pPr>
            <a:r>
              <a:rPr lang="pt-BR" sz="1400" b="0">
                <a:solidFill>
                  <a:srgbClr val="800000"/>
                </a:solidFill>
                <a:latin typeface="Consolas"/>
              </a:rPr>
              <a:t>&lt;button</a:t>
            </a:r>
            <a:r>
              <a:rPr lang="pt-BR" sz="1400" b="0">
                <a:solidFill>
                  <a:srgbClr val="3B3B3B"/>
                </a:solidFill>
                <a:latin typeface="Consolas"/>
              </a:rPr>
              <a:t> </a:t>
            </a:r>
            <a:r>
              <a:rPr lang="pt-BR" sz="1400" b="0">
                <a:solidFill>
                  <a:srgbClr val="E50000"/>
                </a:solidFill>
                <a:latin typeface="Consolas"/>
              </a:rPr>
              <a:t>onClick</a:t>
            </a:r>
            <a:r>
              <a:rPr lang="pt-BR" sz="1400" b="0">
                <a:solidFill>
                  <a:srgbClr val="000000"/>
                </a:solidFill>
                <a:latin typeface="Consolas"/>
              </a:rPr>
              <a:t>=</a:t>
            </a:r>
            <a:r>
              <a:rPr lang="pt-BR" sz="1400" b="0">
                <a:solidFill>
                  <a:srgbClr val="0000FF"/>
                </a:solidFill>
                <a:latin typeface="Consolas"/>
              </a:rPr>
              <a:t>{</a:t>
            </a:r>
            <a:r>
              <a:rPr lang="pt-BR" sz="1400" b="0">
                <a:solidFill>
                  <a:srgbClr val="000000"/>
                </a:solidFill>
                <a:latin typeface="Consolas"/>
              </a:rPr>
              <a:t>() </a:t>
            </a:r>
            <a:r>
              <a:rPr lang="pt-BR" sz="1400" b="0">
                <a:solidFill>
                  <a:srgbClr val="0000FF"/>
                </a:solidFill>
                <a:latin typeface="Consolas"/>
              </a:rPr>
              <a:t>=&gt;</a:t>
            </a:r>
            <a:r>
              <a:rPr lang="pt-BR" sz="1400" b="0">
                <a:solidFill>
                  <a:srgbClr val="000000"/>
                </a:solidFill>
                <a:latin typeface="Consolas"/>
              </a:rPr>
              <a:t> {</a:t>
            </a:r>
            <a:r>
              <a:rPr lang="pt-BR" sz="1400">
                <a:solidFill>
                  <a:srgbClr val="000000"/>
                </a:solidFill>
                <a:latin typeface="Consolas"/>
              </a:rPr>
              <a:t> </a:t>
            </a:r>
            <a:r>
              <a:rPr lang="pt-BR" sz="1400">
                <a:solidFill>
                  <a:srgbClr val="795E26"/>
                </a:solidFill>
                <a:latin typeface="Consolas"/>
              </a:rPr>
              <a:t>setEnergia</a:t>
            </a:r>
            <a:r>
              <a:rPr lang="pt-BR" sz="1400" b="0">
                <a:solidFill>
                  <a:srgbClr val="000000"/>
                </a:solidFill>
                <a:latin typeface="Consolas"/>
              </a:rPr>
              <a:t>(!</a:t>
            </a:r>
            <a:r>
              <a:rPr lang="pt-BR" sz="1400">
                <a:solidFill>
                  <a:srgbClr val="0070C1"/>
                </a:solidFill>
                <a:latin typeface="Consolas"/>
              </a:rPr>
              <a:t>energia</a:t>
            </a:r>
            <a:r>
              <a:rPr lang="pt-BR" sz="1400" b="0">
                <a:solidFill>
                  <a:srgbClr val="000000"/>
                </a:solidFill>
                <a:latin typeface="Consolas"/>
              </a:rPr>
              <a:t>) </a:t>
            </a:r>
            <a:r>
              <a:rPr lang="pt-BR" sz="1400">
                <a:solidFill>
                  <a:srgbClr val="000000"/>
                </a:solidFill>
                <a:latin typeface="Consolas"/>
              </a:rPr>
              <a:t>}</a:t>
            </a:r>
            <a:r>
              <a:rPr lang="pt-BR" sz="1400">
                <a:solidFill>
                  <a:srgbClr val="0000FF"/>
                </a:solidFill>
                <a:latin typeface="Consolas"/>
              </a:rPr>
              <a:t>}</a:t>
            </a:r>
            <a:r>
              <a:rPr lang="pt-BR" sz="1400">
                <a:solidFill>
                  <a:srgbClr val="800000"/>
                </a:solidFill>
                <a:latin typeface="Consolas"/>
              </a:rPr>
              <a:t>&gt;</a:t>
            </a:r>
            <a:endParaRPr lang="pt-BR"/>
          </a:p>
          <a:p>
            <a:pPr>
              <a:defRPr/>
            </a:pPr>
            <a:r>
              <a:rPr lang="pt-BR" sz="1400">
                <a:solidFill>
                  <a:srgbClr val="800000"/>
                </a:solidFill>
                <a:latin typeface="Consolas"/>
              </a:rPr>
              <a:t>     Energia da Mesa</a:t>
            </a:r>
            <a:endParaRPr lang="pt-BR" sz="1400" b="0">
              <a:solidFill>
                <a:srgbClr val="3B3B3B"/>
              </a:solidFill>
              <a:latin typeface="Consolas"/>
            </a:endParaRPr>
          </a:p>
          <a:p>
            <a:pPr>
              <a:defRPr/>
            </a:pPr>
            <a:r>
              <a:rPr lang="pt-BR" sz="1400" b="0">
                <a:solidFill>
                  <a:srgbClr val="800000"/>
                </a:solidFill>
                <a:latin typeface="Consolas"/>
              </a:rPr>
              <a:t>&lt;/button&gt;</a:t>
            </a:r>
            <a:endParaRPr lang="pt-BR" sz="1400" b="0">
              <a:solidFill>
                <a:srgbClr val="3B3B3B"/>
              </a:solidFill>
              <a:latin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4786482" name="Título 1"/>
          <p:cNvSpPr>
            <a:spLocks noGrp="1"/>
          </p:cNvSpPr>
          <p:nvPr>
            <p:ph type="title"/>
          </p:nvPr>
        </p:nvSpPr>
        <p:spPr bwMode="auto"/>
        <p:txBody>
          <a:bodyPr/>
          <a:lstStyle/>
          <a:p>
            <a:pPr>
              <a:defRPr/>
            </a:pPr>
            <a:r>
              <a:rPr lang="pt-BR"/>
              <a:t>Problema</a:t>
            </a:r>
            <a:endParaRPr/>
          </a:p>
        </p:txBody>
      </p:sp>
      <p:sp>
        <p:nvSpPr>
          <p:cNvPr id="797065612"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b="0" strike="noStrike" spc="-1">
                <a:solidFill>
                  <a:schemeClr val="tx1"/>
                </a:solidFill>
                <a:latin typeface="Calibri Light"/>
              </a:rPr>
              <a:t>Suponha que exista um componente entre os componentes </a:t>
            </a:r>
            <a:r>
              <a:rPr lang="pt-BR" sz="3200" spc="-1">
                <a:solidFill>
                  <a:schemeClr val="tx1"/>
                </a:solidFill>
                <a:latin typeface="Calibri Light"/>
              </a:rPr>
              <a:t>MesaSom</a:t>
            </a:r>
            <a:r>
              <a:rPr lang="pt-BR" sz="3200" b="0" strike="noStrike" spc="-1">
                <a:solidFill>
                  <a:schemeClr val="tx1"/>
                </a:solidFill>
                <a:latin typeface="Calibri Light"/>
              </a:rPr>
              <a:t> e </a:t>
            </a:r>
            <a:r>
              <a:rPr lang="pt-BR" sz="3200" spc="-1">
                <a:solidFill>
                  <a:schemeClr val="tx1"/>
                </a:solidFill>
                <a:latin typeface="Calibri Light"/>
              </a:rPr>
              <a:t>Equipamento</a:t>
            </a:r>
            <a:r>
              <a:rPr lang="pt-BR" sz="3200" b="0" strike="noStrike" spc="-1">
                <a:solidFill>
                  <a:schemeClr val="tx1"/>
                </a:solidFill>
                <a:latin typeface="Calibri Light"/>
              </a:rPr>
              <a:t>. Como a informação de energia da mesa deveria ser informada aos </a:t>
            </a:r>
            <a:r>
              <a:rPr lang="pt-BR" sz="3200" spc="-1">
                <a:solidFill>
                  <a:schemeClr val="tx1"/>
                </a:solidFill>
                <a:latin typeface="Calibri Light"/>
              </a:rPr>
              <a:t>demais componentes</a:t>
            </a:r>
            <a:r>
              <a:rPr lang="pt-BR" sz="3200" b="0" strike="noStrike" spc="-1">
                <a:solidFill>
                  <a:schemeClr val="tx1"/>
                </a:solidFill>
                <a:latin typeface="Calibri Light"/>
              </a:rPr>
              <a:t>?</a:t>
            </a:r>
            <a:endParaRPr/>
          </a:p>
          <a:p>
            <a:pPr marL="514350" indent="-514350" algn="just">
              <a:spcBef>
                <a:spcPts val="1301"/>
              </a:spcBef>
              <a:buFont typeface="+mj-lt"/>
              <a:buAutoNum type="arabicPeriod"/>
              <a:tabLst>
                <a:tab pos="0" algn="l"/>
              </a:tabLst>
              <a:defRPr/>
            </a:pPr>
            <a:endParaRPr lang="pt-BR" sz="3200" b="0" strike="noStrike" spc="-1">
              <a:solidFill>
                <a:schemeClr val="tx1"/>
              </a:solidFill>
              <a:latin typeface="Calibri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8001444" name="Retângulo: Cantos Arredondados 3"/>
          <p:cNvSpPr/>
          <p:nvPr/>
        </p:nvSpPr>
        <p:spPr bwMode="auto">
          <a:xfrm>
            <a:off x="5236556" y="190385"/>
            <a:ext cx="1385454"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a:t>Home</a:t>
            </a:r>
            <a:endParaRPr/>
          </a:p>
        </p:txBody>
      </p:sp>
      <p:sp>
        <p:nvSpPr>
          <p:cNvPr id="334026796" name="Retângulo: Cantos Arredondados 4"/>
          <p:cNvSpPr/>
          <p:nvPr/>
        </p:nvSpPr>
        <p:spPr bwMode="auto">
          <a:xfrm>
            <a:off x="5236555" y="1406235"/>
            <a:ext cx="1385454"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MesaSom</a:t>
            </a:r>
          </a:p>
        </p:txBody>
      </p:sp>
      <p:cxnSp>
        <p:nvCxnSpPr>
          <p:cNvPr id="256683578" name="Conector de Seta Reta 10"/>
          <p:cNvCxnSpPr>
            <a:stCxn id="1108001444" idx="2"/>
            <a:endCxn id="334026796" idx="0"/>
          </p:cNvCxnSpPr>
          <p:nvPr/>
        </p:nvCxnSpPr>
        <p:spPr bwMode="auto">
          <a:xfrm flipH="1">
            <a:off x="5929282" y="864640"/>
            <a:ext cx="1" cy="5415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7089936" name="Retângulo: Cantos Arredondados 12"/>
          <p:cNvSpPr/>
          <p:nvPr/>
        </p:nvSpPr>
        <p:spPr bwMode="auto">
          <a:xfrm>
            <a:off x="5236556" y="2754745"/>
            <a:ext cx="1385454" cy="674255"/>
          </a:xfrm>
          <a:prstGeom prst="roundRect">
            <a:avLst>
              <a:gd name="adj"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a:solidFill>
                  <a:schemeClr val="tx1"/>
                </a:solidFill>
              </a:rPr>
              <a:t>Grupo</a:t>
            </a:r>
            <a:endParaRPr/>
          </a:p>
        </p:txBody>
      </p:sp>
      <p:cxnSp>
        <p:nvCxnSpPr>
          <p:cNvPr id="2023745627" name="Conector de Seta Reta 18"/>
          <p:cNvCxnSpPr>
            <a:stCxn id="334026796" idx="2"/>
            <a:endCxn id="1227089936" idx="0"/>
          </p:cNvCxnSpPr>
          <p:nvPr/>
        </p:nvCxnSpPr>
        <p:spPr bwMode="auto">
          <a:xfrm>
            <a:off x="5929282" y="2080490"/>
            <a:ext cx="1" cy="6742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4009507" name="CaixaDeTexto 40"/>
          <p:cNvSpPr txBox="1"/>
          <p:nvPr/>
        </p:nvSpPr>
        <p:spPr bwMode="auto">
          <a:xfrm>
            <a:off x="6044110" y="2305130"/>
            <a:ext cx="2272145" cy="338554"/>
          </a:xfrm>
          <a:prstGeom prst="rect">
            <a:avLst/>
          </a:prstGeom>
          <a:noFill/>
        </p:spPr>
        <p:txBody>
          <a:bodyPr wrap="square" lIns="91440" tIns="45720" rIns="91440" bIns="45720" anchor="t">
            <a:spAutoFit/>
          </a:bodyPr>
          <a:lstStyle/>
          <a:p>
            <a:pPr>
              <a:defRPr/>
            </a:pPr>
            <a:r>
              <a:rPr lang="pt-BR" sz="1600" b="0">
                <a:solidFill>
                  <a:srgbClr val="E50000"/>
                </a:solidFill>
                <a:latin typeface="Consolas"/>
              </a:rPr>
              <a:t>energia</a:t>
            </a:r>
            <a:r>
              <a:rPr lang="pt-BR" sz="1600" b="0">
                <a:solidFill>
                  <a:srgbClr val="000000"/>
                </a:solidFill>
                <a:latin typeface="Consolas"/>
              </a:rPr>
              <a:t>=</a:t>
            </a:r>
            <a:r>
              <a:rPr lang="pt-BR" sz="1600" b="0">
                <a:solidFill>
                  <a:srgbClr val="0000FF"/>
                </a:solidFill>
                <a:latin typeface="Consolas"/>
              </a:rPr>
              <a:t>{</a:t>
            </a:r>
            <a:r>
              <a:rPr lang="pt-BR" sz="1600">
                <a:solidFill>
                  <a:srgbClr val="0070C1"/>
                </a:solidFill>
                <a:latin typeface="Consolas"/>
              </a:rPr>
              <a:t>energia</a:t>
            </a:r>
            <a:r>
              <a:rPr lang="pt-BR" sz="1600" b="0">
                <a:solidFill>
                  <a:srgbClr val="0000FF"/>
                </a:solidFill>
                <a:latin typeface="Consolas"/>
              </a:rPr>
              <a:t>}</a:t>
            </a:r>
            <a:endParaRPr lang="pt-BR" sz="1600" b="0">
              <a:solidFill>
                <a:srgbClr val="3B3B3B"/>
              </a:solidFill>
              <a:latin typeface="Consolas"/>
            </a:endParaRPr>
          </a:p>
        </p:txBody>
      </p:sp>
      <p:sp>
        <p:nvSpPr>
          <p:cNvPr id="908259453" name="CaixaDeTexto 41"/>
          <p:cNvSpPr txBox="1"/>
          <p:nvPr/>
        </p:nvSpPr>
        <p:spPr bwMode="auto">
          <a:xfrm>
            <a:off x="0" y="109752"/>
            <a:ext cx="5052291" cy="3416320"/>
          </a:xfrm>
          <a:prstGeom prst="rect">
            <a:avLst/>
          </a:prstGeom>
          <a:noFill/>
        </p:spPr>
        <p:txBody>
          <a:bodyPr wrap="square" lIns="91440" tIns="45720" rIns="91440" bIns="45720" rtlCol="0" anchor="t">
            <a:spAutoFit/>
          </a:bodyPr>
          <a:lstStyle/>
          <a:p>
            <a:pPr>
              <a:defRPr/>
            </a:pPr>
            <a:r>
              <a:rPr lang="pt-BR" sz="2400"/>
              <a:t>Como o componente detentor da informação é o componente MesaSom, e ele não possui acesso direto aos componentes Equipamento, ele deve passar a informação sobre a energia para o componente Grupo, e o componente Grupo deve replicar a informação para os componentes Equipamento.</a:t>
            </a:r>
            <a:endParaRPr/>
          </a:p>
        </p:txBody>
      </p:sp>
      <p:sp>
        <p:nvSpPr>
          <p:cNvPr id="240995607" name="CaixaDeTexto 2"/>
          <p:cNvSpPr txBox="1"/>
          <p:nvPr/>
        </p:nvSpPr>
        <p:spPr bwMode="auto">
          <a:xfrm>
            <a:off x="6743190" y="766623"/>
            <a:ext cx="5890684" cy="738664"/>
          </a:xfrm>
          <a:prstGeom prst="rect">
            <a:avLst/>
          </a:prstGeom>
          <a:noFill/>
        </p:spPr>
        <p:txBody>
          <a:bodyPr wrap="square" lIns="91440" tIns="45720" rIns="91440" bIns="45720" anchor="t">
            <a:spAutoFit/>
          </a:bodyPr>
          <a:lstStyle/>
          <a:p>
            <a:pPr>
              <a:defRPr/>
            </a:pPr>
            <a:r>
              <a:rPr lang="pt-BR" sz="1400" b="0">
                <a:solidFill>
                  <a:srgbClr val="800000"/>
                </a:solidFill>
                <a:latin typeface="Consolas"/>
              </a:rPr>
              <a:t>&lt;button</a:t>
            </a:r>
            <a:r>
              <a:rPr lang="pt-BR" sz="1400" b="0">
                <a:solidFill>
                  <a:srgbClr val="3B3B3B"/>
                </a:solidFill>
                <a:latin typeface="Consolas"/>
              </a:rPr>
              <a:t> </a:t>
            </a:r>
            <a:r>
              <a:rPr lang="pt-BR" sz="1400" b="0">
                <a:solidFill>
                  <a:srgbClr val="E50000"/>
                </a:solidFill>
                <a:latin typeface="Consolas"/>
              </a:rPr>
              <a:t>onClick</a:t>
            </a:r>
            <a:r>
              <a:rPr lang="pt-BR" sz="1400" b="0">
                <a:solidFill>
                  <a:srgbClr val="000000"/>
                </a:solidFill>
                <a:latin typeface="Consolas"/>
              </a:rPr>
              <a:t>=</a:t>
            </a:r>
            <a:r>
              <a:rPr lang="pt-BR" sz="1400" b="0">
                <a:solidFill>
                  <a:srgbClr val="0000FF"/>
                </a:solidFill>
                <a:latin typeface="Consolas"/>
              </a:rPr>
              <a:t>{</a:t>
            </a:r>
            <a:r>
              <a:rPr lang="pt-BR" sz="1400" b="0">
                <a:solidFill>
                  <a:srgbClr val="000000"/>
                </a:solidFill>
                <a:latin typeface="Consolas"/>
              </a:rPr>
              <a:t>() </a:t>
            </a:r>
            <a:r>
              <a:rPr lang="pt-BR" sz="1400" b="0">
                <a:solidFill>
                  <a:srgbClr val="0000FF"/>
                </a:solidFill>
                <a:latin typeface="Consolas"/>
              </a:rPr>
              <a:t>=&gt;</a:t>
            </a:r>
            <a:r>
              <a:rPr lang="pt-BR" sz="1400" b="0">
                <a:solidFill>
                  <a:srgbClr val="000000"/>
                </a:solidFill>
                <a:latin typeface="Consolas"/>
              </a:rPr>
              <a:t> {</a:t>
            </a:r>
            <a:r>
              <a:rPr lang="pt-BR" sz="1400">
                <a:solidFill>
                  <a:srgbClr val="000000"/>
                </a:solidFill>
                <a:latin typeface="Consolas"/>
              </a:rPr>
              <a:t> </a:t>
            </a:r>
            <a:r>
              <a:rPr lang="pt-BR" sz="1400">
                <a:solidFill>
                  <a:srgbClr val="795E26"/>
                </a:solidFill>
                <a:latin typeface="Consolas"/>
              </a:rPr>
              <a:t>setEnergia</a:t>
            </a:r>
            <a:r>
              <a:rPr lang="pt-BR" sz="1400" b="0">
                <a:solidFill>
                  <a:srgbClr val="000000"/>
                </a:solidFill>
                <a:latin typeface="Consolas"/>
              </a:rPr>
              <a:t>(!</a:t>
            </a:r>
            <a:r>
              <a:rPr lang="pt-BR" sz="1400">
                <a:solidFill>
                  <a:srgbClr val="0070C1"/>
                </a:solidFill>
                <a:latin typeface="Consolas"/>
              </a:rPr>
              <a:t>energia</a:t>
            </a:r>
            <a:r>
              <a:rPr lang="pt-BR" sz="1400" b="0">
                <a:solidFill>
                  <a:srgbClr val="000000"/>
                </a:solidFill>
                <a:latin typeface="Consolas"/>
              </a:rPr>
              <a:t>) </a:t>
            </a:r>
            <a:r>
              <a:rPr lang="pt-BR" sz="1400">
                <a:solidFill>
                  <a:srgbClr val="000000"/>
                </a:solidFill>
                <a:latin typeface="Consolas"/>
              </a:rPr>
              <a:t>}</a:t>
            </a:r>
            <a:r>
              <a:rPr lang="pt-BR" sz="1400">
                <a:solidFill>
                  <a:srgbClr val="0000FF"/>
                </a:solidFill>
                <a:latin typeface="Consolas"/>
              </a:rPr>
              <a:t>}</a:t>
            </a:r>
            <a:r>
              <a:rPr lang="pt-BR" sz="1400">
                <a:solidFill>
                  <a:srgbClr val="800000"/>
                </a:solidFill>
                <a:latin typeface="Consolas"/>
              </a:rPr>
              <a:t>&gt;</a:t>
            </a:r>
            <a:endParaRPr lang="pt-BR"/>
          </a:p>
          <a:p>
            <a:pPr>
              <a:defRPr/>
            </a:pPr>
            <a:r>
              <a:rPr lang="pt-BR" sz="1400">
                <a:solidFill>
                  <a:srgbClr val="800000"/>
                </a:solidFill>
                <a:latin typeface="Consolas"/>
              </a:rPr>
              <a:t>     Energia da Mesa</a:t>
            </a:r>
            <a:endParaRPr lang="pt-BR" sz="1400" b="0">
              <a:solidFill>
                <a:srgbClr val="3B3B3B"/>
              </a:solidFill>
              <a:latin typeface="Consolas"/>
            </a:endParaRPr>
          </a:p>
          <a:p>
            <a:pPr>
              <a:defRPr/>
            </a:pPr>
            <a:r>
              <a:rPr lang="pt-BR" sz="1400" b="0">
                <a:solidFill>
                  <a:srgbClr val="800000"/>
                </a:solidFill>
                <a:latin typeface="Consolas"/>
              </a:rPr>
              <a:t>&lt;/button&gt;</a:t>
            </a:r>
            <a:endParaRPr lang="pt-BR" sz="1400" b="0">
              <a:solidFill>
                <a:srgbClr val="3B3B3B"/>
              </a:solidFill>
              <a:latin typeface="Consolas"/>
            </a:endParaRPr>
          </a:p>
        </p:txBody>
      </p:sp>
      <p:sp>
        <p:nvSpPr>
          <p:cNvPr id="379674288" name="Retângulo: Cantos Arredondados 11"/>
          <p:cNvSpPr/>
          <p:nvPr/>
        </p:nvSpPr>
        <p:spPr bwMode="auto">
          <a:xfrm>
            <a:off x="1520258" y="5449762"/>
            <a:ext cx="1504803" cy="68343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p>
        </p:txBody>
      </p:sp>
      <p:sp>
        <p:nvSpPr>
          <p:cNvPr id="274621093" name="Retângulo: Cantos Arredondados 14"/>
          <p:cNvSpPr/>
          <p:nvPr/>
        </p:nvSpPr>
        <p:spPr bwMode="auto">
          <a:xfrm>
            <a:off x="4384842" y="5449761"/>
            <a:ext cx="1504803" cy="68343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endParaRPr/>
          </a:p>
        </p:txBody>
      </p:sp>
      <p:sp>
        <p:nvSpPr>
          <p:cNvPr id="2013650562" name="Retângulo: Cantos Arredondados 17"/>
          <p:cNvSpPr/>
          <p:nvPr/>
        </p:nvSpPr>
        <p:spPr bwMode="auto">
          <a:xfrm>
            <a:off x="7251643" y="5457912"/>
            <a:ext cx="1504803"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endParaRPr/>
          </a:p>
        </p:txBody>
      </p:sp>
      <p:sp>
        <p:nvSpPr>
          <p:cNvPr id="172600295" name="Retângulo: Cantos Arredondados 20"/>
          <p:cNvSpPr/>
          <p:nvPr/>
        </p:nvSpPr>
        <p:spPr bwMode="auto">
          <a:xfrm>
            <a:off x="10116227" y="5457913"/>
            <a:ext cx="1504803" cy="674255"/>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pt-BR"/>
              <a:t>Equipamento</a:t>
            </a:r>
            <a:endParaRPr/>
          </a:p>
        </p:txBody>
      </p:sp>
      <p:cxnSp>
        <p:nvCxnSpPr>
          <p:cNvPr id="345637034" name="Conector de Seta Reta 13"/>
          <p:cNvCxnSpPr/>
          <p:nvPr/>
        </p:nvCxnSpPr>
        <p:spPr bwMode="auto">
          <a:xfrm rot="5400000">
            <a:off x="3088546" y="2620230"/>
            <a:ext cx="2013646" cy="3645418"/>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398056" name="Conector de Seta Reta 15"/>
          <p:cNvCxnSpPr/>
          <p:nvPr/>
        </p:nvCxnSpPr>
        <p:spPr bwMode="auto">
          <a:xfrm rot="5400000">
            <a:off x="4520839" y="4052521"/>
            <a:ext cx="2013645" cy="780834"/>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4287491" name="Conector de Seta Reta 17"/>
          <p:cNvCxnSpPr/>
          <p:nvPr/>
        </p:nvCxnSpPr>
        <p:spPr bwMode="auto">
          <a:xfrm rot="16199999" flipH="1">
            <a:off x="5950163" y="3404030"/>
            <a:ext cx="2021796" cy="2085967"/>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8703295" name="Conector de Seta Reta 19"/>
          <p:cNvCxnSpPr/>
          <p:nvPr/>
        </p:nvCxnSpPr>
        <p:spPr bwMode="auto">
          <a:xfrm rot="16199999" flipH="1">
            <a:off x="7382455" y="1971738"/>
            <a:ext cx="2021797" cy="495055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8179984" name="CaixaDeTexto 38"/>
          <p:cNvSpPr txBox="1"/>
          <p:nvPr/>
        </p:nvSpPr>
        <p:spPr bwMode="auto">
          <a:xfrm>
            <a:off x="328943" y="4442551"/>
            <a:ext cx="1957571"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"Microfone”</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1730205285" name="CaixaDeTexto 42"/>
          <p:cNvSpPr txBox="1"/>
          <p:nvPr/>
        </p:nvSpPr>
        <p:spPr bwMode="auto">
          <a:xfrm>
            <a:off x="3184070" y="4442551"/>
            <a:ext cx="1884125"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“Guitarra”</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777375247" name="CaixaDeTexto 44"/>
          <p:cNvSpPr txBox="1"/>
          <p:nvPr/>
        </p:nvSpPr>
        <p:spPr bwMode="auto">
          <a:xfrm>
            <a:off x="6204221" y="4450460"/>
            <a:ext cx="1884125"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“Baixo”</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
        <p:nvSpPr>
          <p:cNvPr id="1389601218" name="CaixaDeTexto 46"/>
          <p:cNvSpPr txBox="1"/>
          <p:nvPr/>
        </p:nvSpPr>
        <p:spPr bwMode="auto">
          <a:xfrm>
            <a:off x="8952371" y="4450460"/>
            <a:ext cx="1911667" cy="523220"/>
          </a:xfrm>
          <a:prstGeom prst="rect">
            <a:avLst/>
          </a:prstGeom>
          <a:noFill/>
        </p:spPr>
        <p:txBody>
          <a:bodyPr wrap="square" lIns="91440" tIns="45720" rIns="91440" bIns="45720" anchor="t">
            <a:spAutoFit/>
          </a:bodyPr>
          <a:lstStyle/>
          <a:p>
            <a:pPr>
              <a:defRPr/>
            </a:pPr>
            <a:r>
              <a:rPr lang="pt-BR" sz="1400" b="0">
                <a:solidFill>
                  <a:srgbClr val="E50000"/>
                </a:solidFill>
                <a:latin typeface="Consolas"/>
              </a:rPr>
              <a:t>nome</a:t>
            </a:r>
            <a:r>
              <a:rPr lang="pt-BR" sz="1400" b="0">
                <a:solidFill>
                  <a:srgbClr val="000000"/>
                </a:solidFill>
                <a:latin typeface="Consolas"/>
              </a:rPr>
              <a:t>=</a:t>
            </a:r>
            <a:r>
              <a:rPr lang="pt-BR" sz="1400" b="0">
                <a:solidFill>
                  <a:srgbClr val="A31515"/>
                </a:solidFill>
                <a:latin typeface="Consolas"/>
              </a:rPr>
              <a:t>“Bateria”</a:t>
            </a:r>
            <a:endParaRPr/>
          </a:p>
          <a:p>
            <a:pPr>
              <a:defRPr/>
            </a:pPr>
            <a:r>
              <a:rPr lang="pt-BR" sz="1400" b="0">
                <a:solidFill>
                  <a:srgbClr val="E50000"/>
                </a:solidFill>
                <a:latin typeface="Consolas"/>
              </a:rPr>
              <a:t>energia</a:t>
            </a:r>
            <a:r>
              <a:rPr lang="pt-BR" sz="1400" b="0">
                <a:solidFill>
                  <a:srgbClr val="000000"/>
                </a:solidFill>
                <a:latin typeface="Consolas"/>
              </a:rPr>
              <a:t>=</a:t>
            </a:r>
            <a:r>
              <a:rPr lang="pt-BR" sz="1400" b="0">
                <a:solidFill>
                  <a:srgbClr val="0000FF"/>
                </a:solidFill>
                <a:latin typeface="Consolas"/>
              </a:rPr>
              <a:t>{</a:t>
            </a:r>
            <a:r>
              <a:rPr lang="pt-BR" sz="1400">
                <a:solidFill>
                  <a:srgbClr val="0070C1"/>
                </a:solidFill>
                <a:latin typeface="Consolas"/>
              </a:rPr>
              <a:t>energia</a:t>
            </a:r>
            <a:r>
              <a:rPr lang="pt-BR" sz="1400" b="0">
                <a:solidFill>
                  <a:srgbClr val="0000FF"/>
                </a:solidFill>
                <a:latin typeface="Consolas"/>
              </a:rPr>
              <a:t>}</a:t>
            </a:r>
            <a:endParaRPr lang="pt-BR" sz="1400" b="0">
              <a:solidFill>
                <a:srgbClr val="3B3B3B"/>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8259453"/>
                                        </p:tgtEl>
                                        <p:attrNameLst>
                                          <p:attrName>style.visibility</p:attrName>
                                        </p:attrNameLst>
                                      </p:cBhvr>
                                      <p:to>
                                        <p:strVal val="visible"/>
                                      </p:to>
                                    </p:set>
                                    <p:animEffect transition="in" filter="fade">
                                      <p:cBhvr>
                                        <p:cTn id="7" dur="500"/>
                                        <p:tgtEl>
                                          <p:spTgt spid="908259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825945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2428713" name="CaixaDeTexto 3"/>
          <p:cNvSpPr txBox="1"/>
          <p:nvPr/>
        </p:nvSpPr>
        <p:spPr bwMode="auto">
          <a:xfrm>
            <a:off x="371397" y="268398"/>
            <a:ext cx="923190" cy="366119"/>
          </a:xfrm>
          <a:prstGeom prst="rect">
            <a:avLst/>
          </a:prstGeom>
          <a:noFill/>
        </p:spPr>
        <p:txBody>
          <a:bodyPr wrap="none" rtlCol="0">
            <a:spAutoFit/>
          </a:bodyPr>
          <a:lstStyle/>
          <a:p>
            <a:pPr>
              <a:defRPr/>
            </a:pPr>
            <a:r>
              <a:rPr lang="pt-BR" b="1"/>
              <a:t>grupo.js</a:t>
            </a:r>
            <a:endParaRPr/>
          </a:p>
        </p:txBody>
      </p:sp>
      <p:sp>
        <p:nvSpPr>
          <p:cNvPr id="680342674" name="CaixaDeTexto 1"/>
          <p:cNvSpPr txBox="1"/>
          <p:nvPr/>
        </p:nvSpPr>
        <p:spPr bwMode="auto">
          <a:xfrm>
            <a:off x="302794" y="794083"/>
            <a:ext cx="11526611"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800" dirty="0" err="1">
                <a:solidFill>
                  <a:srgbClr val="0000FF"/>
                </a:solidFill>
                <a:highlight>
                  <a:srgbClr val="FFFFFF"/>
                </a:highlight>
                <a:latin typeface="Cascadia Mono" panose="020B0609020000020004" pitchFamily="49" charset="0"/>
              </a:rPr>
              <a:t>import</a:t>
            </a:r>
            <a:r>
              <a:rPr lang="pt-BR" sz="1800" dirty="0">
                <a:solidFill>
                  <a:srgbClr val="000000"/>
                </a:solidFill>
                <a:highlight>
                  <a:srgbClr val="FFFFFF"/>
                </a:highlight>
                <a:latin typeface="Cascadia Mono" panose="020B0609020000020004" pitchFamily="49" charset="0"/>
              </a:rPr>
              <a:t> Equipamento </a:t>
            </a:r>
            <a:r>
              <a:rPr lang="pt-BR" sz="1800" dirty="0" err="1">
                <a:solidFill>
                  <a:srgbClr val="0000FF"/>
                </a:solidFill>
                <a:highlight>
                  <a:srgbClr val="FFFFFF"/>
                </a:highlight>
                <a:latin typeface="Cascadia Mono" panose="020B0609020000020004" pitchFamily="49" charset="0"/>
              </a:rPr>
              <a:t>from</a:t>
            </a:r>
            <a:r>
              <a:rPr lang="pt-BR" sz="1800" dirty="0">
                <a:solidFill>
                  <a:srgbClr val="000000"/>
                </a:solidFill>
                <a:highlight>
                  <a:srgbClr val="FFFFFF"/>
                </a:highlight>
                <a:latin typeface="Cascadia Mono" panose="020B0609020000020004" pitchFamily="49" charset="0"/>
              </a:rPr>
              <a:t> </a:t>
            </a:r>
            <a:r>
              <a:rPr lang="pt-BR" sz="1800" dirty="0">
                <a:solidFill>
                  <a:srgbClr val="A31515"/>
                </a:solidFill>
                <a:highlight>
                  <a:srgbClr val="FFFFFF"/>
                </a:highlight>
                <a:latin typeface="Cascadia Mono" panose="020B0609020000020004" pitchFamily="49" charset="0"/>
              </a:rPr>
              <a:t>"./equipamento"</a:t>
            </a:r>
            <a:r>
              <a:rPr lang="pt-BR" sz="1800" dirty="0">
                <a:solidFill>
                  <a:srgbClr val="000000"/>
                </a:solidFill>
                <a:highlight>
                  <a:srgbClr val="FFFFFF"/>
                </a:highlight>
                <a:latin typeface="Cascadia Mono" panose="020B0609020000020004" pitchFamily="49" charset="0"/>
              </a:rPr>
              <a:t>;</a:t>
            </a: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export</a:t>
            </a:r>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default</a:t>
            </a:r>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function</a:t>
            </a:r>
            <a:r>
              <a:rPr lang="pt-BR" sz="1800" dirty="0">
                <a:solidFill>
                  <a:srgbClr val="000000"/>
                </a:solidFill>
                <a:highlight>
                  <a:srgbClr val="FFFFFF"/>
                </a:highlight>
                <a:latin typeface="Cascadia Mono" panose="020B0609020000020004" pitchFamily="49" charset="0"/>
              </a:rPr>
              <a:t> Grupo({ energia }) {</a:t>
            </a:r>
          </a:p>
          <a:p>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return</a:t>
            </a:r>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800000"/>
                </a:solidFill>
                <a:highlight>
                  <a:srgbClr val="FFFFFF"/>
                </a:highlight>
                <a:latin typeface="Cascadia Mono" panose="020B0609020000020004" pitchFamily="49" charset="0"/>
              </a:rPr>
              <a:t>p </a:t>
            </a:r>
            <a:r>
              <a:rPr lang="pt-BR" sz="1800" dirty="0" err="1">
                <a:solidFill>
                  <a:srgbClr val="FF0000"/>
                </a:solidFill>
                <a:highlight>
                  <a:srgbClr val="FFFFFF"/>
                </a:highlight>
                <a:latin typeface="Cascadia Mono" panose="020B0609020000020004" pitchFamily="49" charset="0"/>
              </a:rPr>
              <a:t>className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"text-2xl"</a:t>
            </a:r>
            <a:r>
              <a:rPr lang="pt-BR" sz="1800" dirty="0">
                <a:solidFill>
                  <a:srgbClr val="0000FF"/>
                </a:solidFill>
                <a:highlight>
                  <a:srgbClr val="FFFFFF"/>
                </a:highlight>
                <a:latin typeface="Cascadia Mono" panose="020B0609020000020004" pitchFamily="49" charset="0"/>
              </a:rPr>
              <a:t>&gt;</a:t>
            </a:r>
            <a:r>
              <a:rPr lang="pt-BR" sz="1800" dirty="0">
                <a:solidFill>
                  <a:srgbClr val="555555"/>
                </a:solidFill>
                <a:highlight>
                  <a:srgbClr val="FFFFFF"/>
                </a:highlight>
                <a:latin typeface="Cascadia Mono" panose="020B0609020000020004" pitchFamily="49" charset="0"/>
              </a:rPr>
              <a:t>Grupo</a:t>
            </a:r>
            <a:r>
              <a:rPr lang="pt-BR" sz="1800" dirty="0">
                <a:solidFill>
                  <a:srgbClr val="0000FF"/>
                </a:solidFill>
                <a:highlight>
                  <a:srgbClr val="FFFFFF"/>
                </a:highlight>
                <a:latin typeface="Cascadia Mono" panose="020B0609020000020004" pitchFamily="49" charset="0"/>
              </a:rPr>
              <a:t>&lt;/</a:t>
            </a:r>
            <a:r>
              <a:rPr lang="pt-BR" sz="1800" dirty="0">
                <a:solidFill>
                  <a:srgbClr val="800000"/>
                </a:solidFill>
                <a:highlight>
                  <a:srgbClr val="FFFFFF"/>
                </a:highlight>
                <a:latin typeface="Cascadia Mono" panose="020B0609020000020004" pitchFamily="49" charset="0"/>
              </a:rPr>
              <a:t>p</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"Microfone"</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energia</a:t>
            </a:r>
            <a:r>
              <a:rPr lang="pt-BR" sz="1800" dirty="0">
                <a:solidFill>
                  <a:srgbClr val="000000"/>
                </a:solidFill>
                <a:highlight>
                  <a:srgbClr val="FFFFFF"/>
                </a:highlight>
                <a:latin typeface="Cascadia Mono" panose="020B0609020000020004" pitchFamily="49" charset="0"/>
              </a:rPr>
              <a:t>={energia}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"Guitarra"</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energia</a:t>
            </a:r>
            <a:r>
              <a:rPr lang="pt-BR" sz="1800" dirty="0">
                <a:solidFill>
                  <a:srgbClr val="000000"/>
                </a:solidFill>
                <a:highlight>
                  <a:srgbClr val="FFFFFF"/>
                </a:highlight>
                <a:latin typeface="Cascadia Mono" panose="020B0609020000020004" pitchFamily="49" charset="0"/>
              </a:rPr>
              <a:t>={energia}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"Baixo"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energia</a:t>
            </a:r>
            <a:r>
              <a:rPr lang="pt-BR" sz="1800" dirty="0">
                <a:solidFill>
                  <a:srgbClr val="000000"/>
                </a:solidFill>
                <a:highlight>
                  <a:srgbClr val="FFFFFF"/>
                </a:highlight>
                <a:latin typeface="Cascadia Mono" panose="020B0609020000020004" pitchFamily="49" charset="0"/>
              </a:rPr>
              <a:t>={energia}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"Bateria"</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energia</a:t>
            </a:r>
            <a:r>
              <a:rPr lang="pt-BR" sz="1800" dirty="0">
                <a:solidFill>
                  <a:srgbClr val="000000"/>
                </a:solidFill>
                <a:highlight>
                  <a:srgbClr val="FFFFFF"/>
                </a:highlight>
                <a:latin typeface="Cascadia Mono" panose="020B0609020000020004" pitchFamily="49" charset="0"/>
              </a:rPr>
              <a:t>={energia}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a:t>
            </a:r>
          </a:p>
          <a:p>
            <a:pPr>
              <a:defRPr/>
            </a:pPr>
            <a:endParaRPr lang="en-US" sz="2400" dirty="0">
              <a:solidFill>
                <a:srgbClr val="3B3B3B"/>
              </a:solidFill>
              <a:latin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28692205" name="CaixaDeTexto 3"/>
          <p:cNvSpPr txBox="1"/>
          <p:nvPr/>
        </p:nvSpPr>
        <p:spPr bwMode="auto">
          <a:xfrm>
            <a:off x="130998" y="94383"/>
            <a:ext cx="870284" cy="366119"/>
          </a:xfrm>
          <a:prstGeom prst="rect">
            <a:avLst/>
          </a:prstGeom>
          <a:noFill/>
        </p:spPr>
        <p:txBody>
          <a:bodyPr wrap="none" rtlCol="0">
            <a:spAutoFit/>
          </a:bodyPr>
          <a:lstStyle/>
          <a:p>
            <a:pPr>
              <a:defRPr/>
            </a:pPr>
            <a:r>
              <a:rPr lang="pt-BR" b="1"/>
              <a:t>mesa.js</a:t>
            </a:r>
            <a:endParaRPr/>
          </a:p>
        </p:txBody>
      </p:sp>
      <p:sp>
        <p:nvSpPr>
          <p:cNvPr id="1539090835" name="CaixaDeTexto 1"/>
          <p:cNvSpPr txBox="1"/>
          <p:nvPr/>
        </p:nvSpPr>
        <p:spPr bwMode="auto">
          <a:xfrm>
            <a:off x="130998" y="584784"/>
            <a:ext cx="11717831"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dirty="0">
                <a:solidFill>
                  <a:srgbClr val="A31515"/>
                </a:solidFill>
                <a:highlight>
                  <a:srgbClr val="FFFFFF"/>
                </a:highlight>
                <a:latin typeface="Cascadia Mono" panose="020B0609020000020004" pitchFamily="49" charset="0"/>
              </a:rPr>
              <a:t>'use </a:t>
            </a:r>
            <a:r>
              <a:rPr lang="pt-BR" sz="1600" dirty="0" err="1">
                <a:solidFill>
                  <a:srgbClr val="A31515"/>
                </a:solidFill>
                <a:highlight>
                  <a:srgbClr val="FFFFFF"/>
                </a:highlight>
                <a:latin typeface="Cascadia Mono" panose="020B0609020000020004" pitchFamily="49" charset="0"/>
              </a:rPr>
              <a:t>client</a:t>
            </a:r>
            <a:r>
              <a:rPr lang="pt-BR" sz="1600" dirty="0">
                <a:solidFill>
                  <a:srgbClr val="A31515"/>
                </a:solidFill>
                <a:highlight>
                  <a:srgbClr val="FFFFFF"/>
                </a:highlight>
                <a:latin typeface="Cascadia Mono" panose="020B0609020000020004" pitchFamily="49" charset="0"/>
              </a:rPr>
              <a:t>'</a:t>
            </a:r>
            <a:endParaRPr lang="pt-BR" sz="1600" dirty="0">
              <a:solidFill>
                <a:srgbClr val="000000"/>
              </a:solidFill>
              <a:highlight>
                <a:srgbClr val="FFFFFF"/>
              </a:highlight>
              <a:latin typeface="Cascadia Mono" panose="020B0609020000020004" pitchFamily="49" charset="0"/>
            </a:endParaRPr>
          </a:p>
          <a:p>
            <a:endParaRPr lang="pt-BR" sz="1600" dirty="0">
              <a:solidFill>
                <a:srgbClr val="000000"/>
              </a:solidFill>
              <a:highlight>
                <a:srgbClr val="FFFFFF"/>
              </a:highlight>
              <a:latin typeface="Cascadia Mono" panose="020B0609020000020004" pitchFamily="49" charset="0"/>
            </a:endParaRPr>
          </a:p>
          <a:p>
            <a:r>
              <a:rPr lang="pt-BR" sz="1600" dirty="0" err="1">
                <a:solidFill>
                  <a:srgbClr val="0000FF"/>
                </a:solidFill>
                <a:highlight>
                  <a:srgbClr val="FFFFFF"/>
                </a:highlight>
                <a:latin typeface="Cascadia Mono" panose="020B0609020000020004" pitchFamily="49" charset="0"/>
              </a:rPr>
              <a:t>import</a:t>
            </a:r>
            <a:r>
              <a:rPr lang="pt-BR" sz="1600" dirty="0">
                <a:solidFill>
                  <a:srgbClr val="000000"/>
                </a:solidFill>
                <a:highlight>
                  <a:srgbClr val="FFFFFF"/>
                </a:highlight>
                <a:latin typeface="Cascadia Mono" panose="020B0609020000020004" pitchFamily="49" charset="0"/>
              </a:rPr>
              <a:t> { </a:t>
            </a:r>
            <a:r>
              <a:rPr lang="pt-BR" sz="1600" dirty="0" err="1">
                <a:solidFill>
                  <a:srgbClr val="000000"/>
                </a:solidFill>
                <a:highlight>
                  <a:srgbClr val="FFFFFF"/>
                </a:highlight>
                <a:latin typeface="Cascadia Mono" panose="020B0609020000020004" pitchFamily="49" charset="0"/>
              </a:rPr>
              <a:t>useState</a:t>
            </a:r>
            <a:r>
              <a:rPr lang="pt-BR" sz="1600" dirty="0">
                <a:solidFill>
                  <a:srgbClr val="000000"/>
                </a:solidFill>
                <a:highlight>
                  <a:srgbClr val="FFFFFF"/>
                </a:highlight>
                <a:latin typeface="Cascadia Mono" panose="020B0609020000020004" pitchFamily="49" charset="0"/>
              </a:rPr>
              <a:t> } </a:t>
            </a:r>
            <a:r>
              <a:rPr lang="pt-BR" sz="1600" dirty="0" err="1">
                <a:solidFill>
                  <a:srgbClr val="0000FF"/>
                </a:solidFill>
                <a:highlight>
                  <a:srgbClr val="FFFFFF"/>
                </a:highlight>
                <a:latin typeface="Cascadia Mono" panose="020B0609020000020004" pitchFamily="49" charset="0"/>
              </a:rPr>
              <a:t>from</a:t>
            </a:r>
            <a:r>
              <a:rPr lang="pt-BR" sz="1600" dirty="0">
                <a:solidFill>
                  <a:srgbClr val="000000"/>
                </a:solidFill>
                <a:highlight>
                  <a:srgbClr val="FFFFFF"/>
                </a:highlight>
                <a:latin typeface="Cascadia Mono" panose="020B0609020000020004" pitchFamily="49" charset="0"/>
              </a:rPr>
              <a:t> </a:t>
            </a:r>
            <a:r>
              <a:rPr lang="pt-BR" sz="1600" dirty="0">
                <a:solidFill>
                  <a:srgbClr val="A31515"/>
                </a:solidFill>
                <a:highlight>
                  <a:srgbClr val="FFFFFF"/>
                </a:highlight>
                <a:latin typeface="Cascadia Mono" panose="020B0609020000020004" pitchFamily="49" charset="0"/>
              </a:rPr>
              <a:t>"</a:t>
            </a:r>
            <a:r>
              <a:rPr lang="pt-BR" sz="1600" dirty="0" err="1">
                <a:solidFill>
                  <a:srgbClr val="A31515"/>
                </a:solidFill>
                <a:highlight>
                  <a:srgbClr val="FFFFFF"/>
                </a:highlight>
                <a:latin typeface="Cascadia Mono" panose="020B0609020000020004" pitchFamily="49" charset="0"/>
              </a:rPr>
              <a:t>react</a:t>
            </a:r>
            <a:r>
              <a:rPr lang="pt-BR" sz="1600" dirty="0">
                <a:solidFill>
                  <a:srgbClr val="A31515"/>
                </a:solidFill>
                <a:highlight>
                  <a:srgbClr val="FFFFFF"/>
                </a:highlight>
                <a:latin typeface="Cascadia Mono" panose="020B0609020000020004" pitchFamily="49" charset="0"/>
              </a:rPr>
              <a:t>"</a:t>
            </a:r>
            <a:r>
              <a:rPr lang="pt-BR" sz="1600" dirty="0">
                <a:solidFill>
                  <a:srgbClr val="000000"/>
                </a:solidFill>
                <a:highlight>
                  <a:srgbClr val="FFFFFF"/>
                </a:highlight>
                <a:latin typeface="Cascadia Mono" panose="020B0609020000020004" pitchFamily="49" charset="0"/>
              </a:rPr>
              <a:t>;</a:t>
            </a:r>
          </a:p>
          <a:p>
            <a:r>
              <a:rPr lang="pt-BR" sz="1600" dirty="0" err="1">
                <a:solidFill>
                  <a:srgbClr val="0000FF"/>
                </a:solidFill>
                <a:highlight>
                  <a:srgbClr val="FFFFFF"/>
                </a:highlight>
                <a:latin typeface="Cascadia Mono" panose="020B0609020000020004" pitchFamily="49" charset="0"/>
              </a:rPr>
              <a:t>import</a:t>
            </a:r>
            <a:r>
              <a:rPr lang="pt-BR" sz="1600" dirty="0">
                <a:solidFill>
                  <a:srgbClr val="000000"/>
                </a:solidFill>
                <a:highlight>
                  <a:srgbClr val="FFFFFF"/>
                </a:highlight>
                <a:latin typeface="Cascadia Mono" panose="020B0609020000020004" pitchFamily="49" charset="0"/>
              </a:rPr>
              <a:t> Grupo </a:t>
            </a:r>
            <a:r>
              <a:rPr lang="pt-BR" sz="1600" dirty="0" err="1">
                <a:solidFill>
                  <a:srgbClr val="0000FF"/>
                </a:solidFill>
                <a:highlight>
                  <a:srgbClr val="FFFFFF"/>
                </a:highlight>
                <a:latin typeface="Cascadia Mono" panose="020B0609020000020004" pitchFamily="49" charset="0"/>
              </a:rPr>
              <a:t>from</a:t>
            </a:r>
            <a:r>
              <a:rPr lang="pt-BR" sz="1600" dirty="0">
                <a:solidFill>
                  <a:srgbClr val="000000"/>
                </a:solidFill>
                <a:highlight>
                  <a:srgbClr val="FFFFFF"/>
                </a:highlight>
                <a:latin typeface="Cascadia Mono" panose="020B0609020000020004" pitchFamily="49" charset="0"/>
              </a:rPr>
              <a:t> </a:t>
            </a:r>
            <a:r>
              <a:rPr lang="pt-BR" sz="1600" dirty="0">
                <a:solidFill>
                  <a:srgbClr val="A31515"/>
                </a:solidFill>
                <a:highlight>
                  <a:srgbClr val="FFFFFF"/>
                </a:highlight>
                <a:latin typeface="Cascadia Mono" panose="020B0609020000020004" pitchFamily="49" charset="0"/>
              </a:rPr>
              <a:t>"./grupo"</a:t>
            </a:r>
            <a:r>
              <a:rPr lang="pt-BR" sz="1600" dirty="0">
                <a:solidFill>
                  <a:srgbClr val="000000"/>
                </a:solidFill>
                <a:highlight>
                  <a:srgbClr val="FFFFFF"/>
                </a:highlight>
                <a:latin typeface="Cascadia Mono" panose="020B0609020000020004" pitchFamily="49" charset="0"/>
              </a:rPr>
              <a:t>;</a:t>
            </a:r>
          </a:p>
          <a:p>
            <a:endParaRPr lang="pt-BR" sz="1600" dirty="0">
              <a:solidFill>
                <a:srgbClr val="000000"/>
              </a:solidFill>
              <a:highlight>
                <a:srgbClr val="FFFFFF"/>
              </a:highlight>
              <a:latin typeface="Cascadia Mono" panose="020B0609020000020004" pitchFamily="49" charset="0"/>
            </a:endParaRPr>
          </a:p>
          <a:p>
            <a:r>
              <a:rPr lang="pt-BR" sz="1600" dirty="0" err="1">
                <a:solidFill>
                  <a:srgbClr val="0000FF"/>
                </a:solidFill>
                <a:highlight>
                  <a:srgbClr val="FFFFFF"/>
                </a:highlight>
                <a:latin typeface="Cascadia Mono" panose="020B0609020000020004" pitchFamily="49" charset="0"/>
              </a:rPr>
              <a:t>export</a:t>
            </a:r>
            <a:r>
              <a:rPr lang="pt-BR" sz="1600" dirty="0">
                <a:solidFill>
                  <a:srgbClr val="0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default</a:t>
            </a:r>
            <a:r>
              <a:rPr lang="pt-BR" sz="1600" dirty="0">
                <a:solidFill>
                  <a:srgbClr val="000000"/>
                </a:solidFill>
                <a:highlight>
                  <a:srgbClr val="FFFFFF"/>
                </a:highlight>
                <a:latin typeface="Cascadia Mono" panose="020B0609020000020004" pitchFamily="49" charset="0"/>
              </a:rPr>
              <a:t> </a:t>
            </a:r>
            <a:r>
              <a:rPr lang="pt-BR" sz="1600" dirty="0" err="1">
                <a:solidFill>
                  <a:srgbClr val="0000FF"/>
                </a:solidFill>
                <a:highlight>
                  <a:srgbClr val="FFFFFF"/>
                </a:highlight>
                <a:latin typeface="Cascadia Mono" panose="020B0609020000020004" pitchFamily="49" charset="0"/>
              </a:rPr>
              <a:t>function</a:t>
            </a:r>
            <a:r>
              <a:rPr lang="pt-BR" sz="1600" dirty="0">
                <a:solidFill>
                  <a:srgbClr val="000000"/>
                </a:solidFill>
                <a:highlight>
                  <a:srgbClr val="FFFFFF"/>
                </a:highlight>
                <a:latin typeface="Cascadia Mono" panose="020B0609020000020004" pitchFamily="49" charset="0"/>
              </a:rPr>
              <a:t> </a:t>
            </a:r>
            <a:r>
              <a:rPr lang="pt-BR" sz="1600" dirty="0" err="1">
                <a:solidFill>
                  <a:srgbClr val="000000"/>
                </a:solidFill>
                <a:highlight>
                  <a:srgbClr val="FFFFFF"/>
                </a:highlight>
                <a:latin typeface="Cascadia Mono" panose="020B0609020000020004" pitchFamily="49" charset="0"/>
              </a:rPr>
              <a:t>MesaSom</a:t>
            </a:r>
            <a:r>
              <a:rPr lang="pt-BR" sz="1600" dirty="0">
                <a:solidFill>
                  <a:srgbClr val="000000"/>
                </a:solidFill>
                <a:highlight>
                  <a:srgbClr val="FFFFFF"/>
                </a:highlight>
                <a:latin typeface="Cascadia Mono" panose="020B0609020000020004" pitchFamily="49" charset="0"/>
              </a:rPr>
              <a:t>() {</a:t>
            </a:r>
          </a:p>
          <a:p>
            <a:endParaRPr lang="pt-BR" sz="1600" dirty="0">
              <a:solidFill>
                <a:srgbClr val="000000"/>
              </a:solidFill>
              <a:highlight>
                <a:srgbClr val="FFFFFF"/>
              </a:highlight>
              <a:latin typeface="Cascadia Mono" panose="020B0609020000020004" pitchFamily="49" charset="0"/>
            </a:endParaRPr>
          </a:p>
          <a:p>
            <a:r>
              <a:rPr lang="pt-BR" sz="1600" dirty="0">
                <a:solidFill>
                  <a:srgbClr val="000000"/>
                </a:solidFill>
                <a:highlight>
                  <a:srgbClr val="FFFFFF"/>
                </a:highlight>
                <a:latin typeface="Cascadia Mono" panose="020B0609020000020004" pitchFamily="49" charset="0"/>
              </a:rPr>
              <a:t>    </a:t>
            </a:r>
            <a:r>
              <a:rPr lang="pt-BR" sz="1600" dirty="0" err="1">
                <a:solidFill>
                  <a:srgbClr val="0000FF"/>
                </a:solidFill>
                <a:highlight>
                  <a:srgbClr val="FFFFFF"/>
                </a:highlight>
                <a:latin typeface="Cascadia Mono" panose="020B0609020000020004" pitchFamily="49" charset="0"/>
              </a:rPr>
              <a:t>const</a:t>
            </a:r>
            <a:r>
              <a:rPr lang="pt-BR" sz="1600" dirty="0">
                <a:solidFill>
                  <a:srgbClr val="000000"/>
                </a:solidFill>
                <a:highlight>
                  <a:srgbClr val="FFFFFF"/>
                </a:highlight>
                <a:latin typeface="Cascadia Mono" panose="020B0609020000020004" pitchFamily="49" charset="0"/>
              </a:rPr>
              <a:t> [energia, </a:t>
            </a:r>
            <a:r>
              <a:rPr lang="pt-BR" sz="1600" dirty="0" err="1">
                <a:solidFill>
                  <a:srgbClr val="000000"/>
                </a:solidFill>
                <a:highlight>
                  <a:srgbClr val="FFFFFF"/>
                </a:highlight>
                <a:latin typeface="Cascadia Mono" panose="020B0609020000020004" pitchFamily="49" charset="0"/>
              </a:rPr>
              <a:t>setEnergia</a:t>
            </a:r>
            <a:r>
              <a:rPr lang="pt-BR" sz="1600" dirty="0">
                <a:solidFill>
                  <a:srgbClr val="000000"/>
                </a:solidFill>
                <a:highlight>
                  <a:srgbClr val="FFFFFF"/>
                </a:highlight>
                <a:latin typeface="Cascadia Mono" panose="020B0609020000020004" pitchFamily="49" charset="0"/>
              </a:rPr>
              <a:t>] = </a:t>
            </a:r>
            <a:r>
              <a:rPr lang="pt-BR" sz="1600" dirty="0" err="1">
                <a:solidFill>
                  <a:srgbClr val="000000"/>
                </a:solidFill>
                <a:highlight>
                  <a:srgbClr val="FFFFFF"/>
                </a:highlight>
                <a:latin typeface="Cascadia Mono" panose="020B0609020000020004" pitchFamily="49" charset="0"/>
              </a:rPr>
              <a:t>useState</a:t>
            </a:r>
            <a:r>
              <a:rPr lang="pt-BR" sz="1600" dirty="0">
                <a:solidFill>
                  <a:srgbClr val="000000"/>
                </a:solidFill>
                <a:highlight>
                  <a:srgbClr val="FFFFFF"/>
                </a:highlight>
                <a:latin typeface="Cascadia Mono" panose="020B0609020000020004" pitchFamily="49" charset="0"/>
              </a:rPr>
              <a:t>(</a:t>
            </a:r>
            <a:r>
              <a:rPr lang="pt-BR" sz="1600" dirty="0">
                <a:solidFill>
                  <a:srgbClr val="0000FF"/>
                </a:solidFill>
                <a:highlight>
                  <a:srgbClr val="FFFFFF"/>
                </a:highlight>
                <a:latin typeface="Cascadia Mono" panose="020B0609020000020004" pitchFamily="49" charset="0"/>
              </a:rPr>
              <a:t>false</a:t>
            </a:r>
            <a:r>
              <a:rPr lang="pt-BR" sz="1600" dirty="0">
                <a:solidFill>
                  <a:srgbClr val="000000"/>
                </a:solidFill>
                <a:highlight>
                  <a:srgbClr val="FFFFFF"/>
                </a:highlight>
                <a:latin typeface="Cascadia Mono" panose="020B0609020000020004" pitchFamily="49" charset="0"/>
              </a:rPr>
              <a:t>);</a:t>
            </a:r>
          </a:p>
          <a:p>
            <a:endParaRPr lang="pt-BR" sz="1600" dirty="0">
              <a:solidFill>
                <a:srgbClr val="000000"/>
              </a:solidFill>
              <a:highlight>
                <a:srgbClr val="FFFFFF"/>
              </a:highlight>
              <a:latin typeface="Cascadia Mono" panose="020B0609020000020004" pitchFamily="49" charset="0"/>
            </a:endParaRPr>
          </a:p>
          <a:p>
            <a:r>
              <a:rPr lang="pt-BR" sz="1600" dirty="0">
                <a:solidFill>
                  <a:srgbClr val="000000"/>
                </a:solidFill>
                <a:highlight>
                  <a:srgbClr val="FFFFFF"/>
                </a:highlight>
                <a:latin typeface="Cascadia Mono" panose="020B0609020000020004" pitchFamily="49" charset="0"/>
              </a:rPr>
              <a:t>    </a:t>
            </a:r>
            <a:r>
              <a:rPr lang="pt-BR" sz="1600" dirty="0" err="1">
                <a:solidFill>
                  <a:srgbClr val="0000FF"/>
                </a:solidFill>
                <a:highlight>
                  <a:srgbClr val="FFFFFF"/>
                </a:highlight>
                <a:latin typeface="Cascadia Mono" panose="020B0609020000020004" pitchFamily="49" charset="0"/>
              </a:rPr>
              <a:t>return</a:t>
            </a:r>
            <a:r>
              <a:rPr lang="pt-BR" sz="1600" dirty="0">
                <a:solidFill>
                  <a:srgbClr val="000000"/>
                </a:solidFill>
                <a:highlight>
                  <a:srgbClr val="FFFFFF"/>
                </a:highlight>
                <a:latin typeface="Cascadia Mono" panose="020B0609020000020004" pitchFamily="49" charset="0"/>
              </a:rPr>
              <a:t> (</a:t>
            </a:r>
          </a:p>
          <a:p>
            <a:r>
              <a:rPr lang="pt-BR" sz="1600" dirty="0">
                <a:solidFill>
                  <a:srgbClr val="0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err="1">
                <a:solidFill>
                  <a:srgbClr val="800000"/>
                </a:solidFill>
                <a:highlight>
                  <a:srgbClr val="FFFFFF"/>
                </a:highlight>
                <a:latin typeface="Cascadia Mono" panose="020B0609020000020004" pitchFamily="49" charset="0"/>
              </a:rPr>
              <a:t>div</a:t>
            </a:r>
            <a:r>
              <a:rPr lang="pt-BR" sz="1600" dirty="0">
                <a:solidFill>
                  <a:srgbClr val="800000"/>
                </a:solidFill>
                <a:highlight>
                  <a:srgbClr val="FFFFFF"/>
                </a:highlight>
                <a:latin typeface="Cascadia Mono" panose="020B0609020000020004" pitchFamily="49" charset="0"/>
              </a:rPr>
              <a:t> </a:t>
            </a:r>
            <a:r>
              <a:rPr lang="pt-BR" sz="1600" dirty="0" err="1">
                <a:solidFill>
                  <a:srgbClr val="FF0000"/>
                </a:solidFill>
                <a:highlight>
                  <a:srgbClr val="FFFFFF"/>
                </a:highlight>
                <a:latin typeface="Cascadia Mono" panose="020B0609020000020004" pitchFamily="49" charset="0"/>
              </a:rPr>
              <a:t>className</a:t>
            </a:r>
            <a:r>
              <a:rPr lang="pt-BR" sz="1600" dirty="0">
                <a:solidFill>
                  <a:srgbClr val="000000"/>
                </a:solidFill>
                <a:highlight>
                  <a:srgbClr val="FFFFFF"/>
                </a:highlight>
                <a:latin typeface="Cascadia Mono" panose="020B0609020000020004" pitchFamily="49" charset="0"/>
              </a:rPr>
              <a:t>={</a:t>
            </a:r>
            <a:r>
              <a:rPr lang="pt-BR" sz="1600" dirty="0">
                <a:solidFill>
                  <a:srgbClr val="A31515"/>
                </a:solidFill>
                <a:highlight>
                  <a:srgbClr val="FFFFFF"/>
                </a:highlight>
                <a:latin typeface="Cascadia Mono" panose="020B0609020000020004" pitchFamily="49" charset="0"/>
              </a:rPr>
              <a:t>`</a:t>
            </a:r>
            <a:r>
              <a:rPr lang="pt-BR" sz="1600" dirty="0" err="1">
                <a:solidFill>
                  <a:srgbClr val="A31515"/>
                </a:solidFill>
                <a:highlight>
                  <a:srgbClr val="FFFFFF"/>
                </a:highlight>
                <a:latin typeface="Cascadia Mono" panose="020B0609020000020004" pitchFamily="49" charset="0"/>
              </a:rPr>
              <a:t>flex</a:t>
            </a:r>
            <a:r>
              <a:rPr lang="pt-BR" sz="1600" dirty="0">
                <a:solidFill>
                  <a:srgbClr val="A31515"/>
                </a:solidFill>
                <a:highlight>
                  <a:srgbClr val="FFFFFF"/>
                </a:highlight>
                <a:latin typeface="Cascadia Mono" panose="020B0609020000020004" pitchFamily="49" charset="0"/>
              </a:rPr>
              <a:t> </a:t>
            </a:r>
            <a:r>
              <a:rPr lang="pt-BR" sz="1600" dirty="0" err="1">
                <a:solidFill>
                  <a:srgbClr val="A31515"/>
                </a:solidFill>
                <a:highlight>
                  <a:srgbClr val="FFFFFF"/>
                </a:highlight>
                <a:latin typeface="Cascadia Mono" panose="020B0609020000020004" pitchFamily="49" charset="0"/>
              </a:rPr>
              <a:t>flex-row</a:t>
            </a:r>
            <a:r>
              <a:rPr lang="pt-BR" sz="1600" dirty="0">
                <a:solidFill>
                  <a:srgbClr val="A3151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a:t>
            </a:r>
            <a:r>
              <a:rPr lang="pt-BR" sz="1600" dirty="0">
                <a:solidFill>
                  <a:srgbClr val="000000"/>
                </a:solidFill>
                <a:highlight>
                  <a:srgbClr val="FFFFFF"/>
                </a:highlight>
                <a:latin typeface="Cascadia Mono" panose="020B0609020000020004" pitchFamily="49" charset="0"/>
              </a:rPr>
              <a:t>energia ? </a:t>
            </a:r>
            <a:r>
              <a:rPr lang="pt-BR" sz="1600" dirty="0">
                <a:solidFill>
                  <a:srgbClr val="A31515"/>
                </a:solidFill>
                <a:highlight>
                  <a:srgbClr val="FFFFFF"/>
                </a:highlight>
                <a:latin typeface="Cascadia Mono" panose="020B0609020000020004" pitchFamily="49" charset="0"/>
              </a:rPr>
              <a:t>'bg-emerald-100'</a:t>
            </a:r>
            <a:r>
              <a:rPr lang="pt-BR" sz="1600" dirty="0">
                <a:solidFill>
                  <a:srgbClr val="000000"/>
                </a:solidFill>
                <a:highlight>
                  <a:srgbClr val="FFFFFF"/>
                </a:highlight>
                <a:latin typeface="Cascadia Mono" panose="020B0609020000020004" pitchFamily="49" charset="0"/>
              </a:rPr>
              <a:t> : </a:t>
            </a:r>
            <a:r>
              <a:rPr lang="pt-BR" sz="1600" dirty="0">
                <a:solidFill>
                  <a:srgbClr val="A31515"/>
                </a:solidFill>
                <a:highlight>
                  <a:srgbClr val="FFFFFF"/>
                </a:highlight>
                <a:latin typeface="Cascadia Mono" panose="020B0609020000020004" pitchFamily="49" charset="0"/>
              </a:rPr>
              <a:t>'bg-purple-100'</a:t>
            </a:r>
            <a:r>
              <a:rPr lang="pt-BR" sz="1600" dirty="0">
                <a:solidFill>
                  <a:srgbClr val="0000FF"/>
                </a:solidFill>
                <a:highlight>
                  <a:srgbClr val="FFFFFF"/>
                </a:highlight>
                <a:latin typeface="Cascadia Mono" panose="020B0609020000020004" pitchFamily="49" charset="0"/>
              </a:rPr>
              <a:t>}</a:t>
            </a:r>
            <a:r>
              <a:rPr lang="pt-BR" sz="1600" dirty="0">
                <a:solidFill>
                  <a:srgbClr val="A31515"/>
                </a:solidFill>
                <a:highlight>
                  <a:srgbClr val="FFFFFF"/>
                </a:highlight>
                <a:latin typeface="Cascadia Mono" panose="020B0609020000020004" pitchFamily="49" charset="0"/>
              </a:rPr>
              <a:t> </a:t>
            </a:r>
            <a:r>
              <a:rPr lang="pt-BR" sz="1600" dirty="0" err="1">
                <a:solidFill>
                  <a:srgbClr val="A31515"/>
                </a:solidFill>
                <a:highlight>
                  <a:srgbClr val="FFFFFF"/>
                </a:highlight>
                <a:latin typeface="Cascadia Mono" panose="020B0609020000020004" pitchFamily="49" charset="0"/>
              </a:rPr>
              <a:t>justify-between</a:t>
            </a:r>
            <a:r>
              <a:rPr lang="pt-BR" sz="1600" dirty="0">
                <a:solidFill>
                  <a:srgbClr val="A31515"/>
                </a:solidFill>
                <a:highlight>
                  <a:srgbClr val="FFFFFF"/>
                </a:highlight>
                <a:latin typeface="Cascadia Mono" panose="020B0609020000020004" pitchFamily="49" charset="0"/>
              </a:rPr>
              <a:t> </a:t>
            </a:r>
            <a:r>
              <a:rPr lang="pt-BR" sz="1600" dirty="0" err="1">
                <a:solidFill>
                  <a:srgbClr val="A31515"/>
                </a:solidFill>
                <a:highlight>
                  <a:srgbClr val="FFFFFF"/>
                </a:highlight>
                <a:latin typeface="Cascadia Mono" panose="020B0609020000020004" pitchFamily="49" charset="0"/>
              </a:rPr>
              <a:t>items</a:t>
            </a:r>
            <a:r>
              <a:rPr lang="pt-BR" sz="1600" dirty="0">
                <a:solidFill>
                  <a:srgbClr val="A31515"/>
                </a:solidFill>
                <a:highlight>
                  <a:srgbClr val="FFFFFF"/>
                </a:highlight>
                <a:latin typeface="Cascadia Mono" panose="020B0609020000020004" pitchFamily="49" charset="0"/>
              </a:rPr>
              <a:t>-center mb-2 p-2`</a:t>
            </a:r>
            <a:r>
              <a:rPr lang="pt-BR" sz="1600" dirty="0">
                <a:solidFill>
                  <a:srgbClr val="000000"/>
                </a:solidFill>
                <a:highlight>
                  <a:srgbClr val="FFFFFF"/>
                </a:highlight>
                <a:latin typeface="Cascadia Mono" panose="020B0609020000020004" pitchFamily="49" charset="0"/>
              </a:rPr>
              <a:t>}</a:t>
            </a:r>
            <a:r>
              <a:rPr lang="pt-BR" sz="1600" dirty="0">
                <a:solidFill>
                  <a:srgbClr val="0000FF"/>
                </a:solidFill>
                <a:highlight>
                  <a:srgbClr val="FFFFFF"/>
                </a:highlight>
                <a:latin typeface="Cascadia Mono" panose="020B0609020000020004" pitchFamily="49" charset="0"/>
              </a:rPr>
              <a: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energia</a:t>
            </a:r>
            <a:r>
              <a:rPr lang="pt-BR" sz="1600" dirty="0">
                <a:solidFill>
                  <a:srgbClr val="555555"/>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a:t>
            </a:r>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a:solidFill>
                  <a:srgbClr val="800000"/>
                </a:solidFill>
                <a:highlight>
                  <a:srgbClr val="FFFFFF"/>
                </a:highlight>
                <a:latin typeface="Cascadia Mono" panose="020B0609020000020004" pitchFamily="49" charset="0"/>
              </a:rPr>
              <a:t>p</a:t>
            </a:r>
            <a:r>
              <a:rPr lang="pt-BR" sz="1600" dirty="0">
                <a:solidFill>
                  <a:srgbClr val="0000FF"/>
                </a:solidFill>
                <a:highlight>
                  <a:srgbClr val="FFFFFF"/>
                </a:highlight>
                <a:latin typeface="Cascadia Mono" panose="020B0609020000020004" pitchFamily="49" charset="0"/>
              </a:rPr>
              <a:t>&gt;</a:t>
            </a:r>
            <a:r>
              <a:rPr lang="pt-BR" sz="1600" dirty="0">
                <a:solidFill>
                  <a:srgbClr val="555555"/>
                </a:solidFill>
                <a:highlight>
                  <a:srgbClr val="FFFFFF"/>
                </a:highlight>
                <a:latin typeface="Cascadia Mono" panose="020B0609020000020004" pitchFamily="49" charset="0"/>
              </a:rPr>
              <a:t>Mesa ligada</a:t>
            </a:r>
            <a:r>
              <a:rPr lang="pt-BR" sz="1600" dirty="0">
                <a:solidFill>
                  <a:srgbClr val="0000FF"/>
                </a:solidFill>
                <a:highlight>
                  <a:srgbClr val="FFFFFF"/>
                </a:highlight>
                <a:latin typeface="Cascadia Mono" panose="020B0609020000020004" pitchFamily="49" charset="0"/>
              </a:rPr>
              <a:t>&lt;/</a:t>
            </a:r>
            <a:r>
              <a:rPr lang="pt-BR" sz="1600" dirty="0">
                <a:solidFill>
                  <a:srgbClr val="800000"/>
                </a:solidFill>
                <a:highlight>
                  <a:srgbClr val="FFFFFF"/>
                </a:highlight>
                <a:latin typeface="Cascadia Mono" panose="020B0609020000020004" pitchFamily="49" charset="0"/>
              </a:rPr>
              <a:t>p</a:t>
            </a:r>
            <a:r>
              <a:rPr lang="pt-BR" sz="1600" dirty="0">
                <a:solidFill>
                  <a:srgbClr val="0000FF"/>
                </a:solidFill>
                <a:highlight>
                  <a:srgbClr val="FFFFFF"/>
                </a:highlight>
                <a:latin typeface="Cascadia Mono" panose="020B0609020000020004" pitchFamily="49" charset="0"/>
              </a:rPr>
              <a:t>&gt;</a:t>
            </a:r>
            <a:r>
              <a:rPr lang="pt-BR" sz="1600" dirty="0">
                <a:solidFill>
                  <a:srgbClr val="555555"/>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a:t>
            </a:r>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a:solidFill>
                  <a:srgbClr val="800000"/>
                </a:solidFill>
                <a:highlight>
                  <a:srgbClr val="FFFFFF"/>
                </a:highlight>
                <a:latin typeface="Cascadia Mono" panose="020B0609020000020004" pitchFamily="49" charset="0"/>
              </a:rPr>
              <a:t>p</a:t>
            </a:r>
            <a:r>
              <a:rPr lang="pt-BR" sz="1600" dirty="0">
                <a:solidFill>
                  <a:srgbClr val="0000FF"/>
                </a:solidFill>
                <a:highlight>
                  <a:srgbClr val="FFFFFF"/>
                </a:highlight>
                <a:latin typeface="Cascadia Mono" panose="020B0609020000020004" pitchFamily="49" charset="0"/>
              </a:rPr>
              <a:t>&gt;</a:t>
            </a:r>
            <a:r>
              <a:rPr lang="pt-BR" sz="1600" dirty="0">
                <a:solidFill>
                  <a:srgbClr val="555555"/>
                </a:solidFill>
                <a:highlight>
                  <a:srgbClr val="FFFFFF"/>
                </a:highlight>
                <a:latin typeface="Cascadia Mono" panose="020B0609020000020004" pitchFamily="49" charset="0"/>
              </a:rPr>
              <a:t>Mesa desligada</a:t>
            </a:r>
            <a:r>
              <a:rPr lang="pt-BR" sz="1600" dirty="0">
                <a:solidFill>
                  <a:srgbClr val="0000FF"/>
                </a:solidFill>
                <a:highlight>
                  <a:srgbClr val="FFFFFF"/>
                </a:highlight>
                <a:latin typeface="Cascadia Mono" panose="020B0609020000020004" pitchFamily="49" charset="0"/>
              </a:rPr>
              <a:t>&lt;/</a:t>
            </a:r>
            <a:r>
              <a:rPr lang="pt-BR" sz="1600" dirty="0">
                <a:solidFill>
                  <a:srgbClr val="800000"/>
                </a:solidFill>
                <a:highlight>
                  <a:srgbClr val="FFFFFF"/>
                </a:highlight>
                <a:latin typeface="Cascadia Mono" panose="020B0609020000020004" pitchFamily="49" charset="0"/>
              </a:rPr>
              <a:t>p</a:t>
            </a:r>
            <a:r>
              <a:rPr lang="pt-BR" sz="1600" dirty="0">
                <a:solidFill>
                  <a:srgbClr val="0000FF"/>
                </a:solidFill>
                <a:highlight>
                  <a:srgbClr val="FFFFFF"/>
                </a:highlight>
                <a:latin typeface="Cascadia Mono" panose="020B0609020000020004" pitchFamily="49" charset="0"/>
              </a:rPr>
              <a: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err="1">
                <a:solidFill>
                  <a:srgbClr val="800000"/>
                </a:solidFill>
                <a:highlight>
                  <a:srgbClr val="FFFFFF"/>
                </a:highlight>
                <a:latin typeface="Cascadia Mono" panose="020B0609020000020004" pitchFamily="49" charset="0"/>
              </a:rPr>
              <a:t>button</a:t>
            </a:r>
            <a:r>
              <a:rPr lang="pt-BR" sz="1600" dirty="0">
                <a:solidFill>
                  <a:srgbClr val="800000"/>
                </a:solidFill>
                <a:highlight>
                  <a:srgbClr val="FFFFFF"/>
                </a:highlight>
                <a:latin typeface="Cascadia Mono" panose="020B0609020000020004" pitchFamily="49" charset="0"/>
              </a:rPr>
              <a:t> </a:t>
            </a:r>
            <a:r>
              <a:rPr lang="pt-BR" sz="1600" dirty="0" err="1">
                <a:solidFill>
                  <a:srgbClr val="FF0000"/>
                </a:solidFill>
                <a:highlight>
                  <a:srgbClr val="FFFFFF"/>
                </a:highlight>
                <a:latin typeface="Cascadia Mono" panose="020B0609020000020004" pitchFamily="49" charset="0"/>
              </a:rPr>
              <a:t>className</a:t>
            </a:r>
            <a:r>
              <a:rPr lang="pt-BR" sz="1600" dirty="0">
                <a:solidFill>
                  <a:srgbClr val="000000"/>
                </a:solidFill>
                <a:highlight>
                  <a:srgbClr val="FFFFFF"/>
                </a:highlight>
                <a:latin typeface="Cascadia Mono" panose="020B0609020000020004" pitchFamily="49" charset="0"/>
              </a:rPr>
              <a:t>=</a:t>
            </a:r>
            <a:r>
              <a:rPr lang="pt-BR" sz="1600" dirty="0">
                <a:solidFill>
                  <a:srgbClr val="A31515"/>
                </a:solidFill>
                <a:highlight>
                  <a:srgbClr val="FFFFFF"/>
                </a:highlight>
                <a:latin typeface="Cascadia Mono" panose="020B0609020000020004" pitchFamily="49" charset="0"/>
              </a:rPr>
              <a:t>"py-1 px-2 bg-neutral-700 </a:t>
            </a:r>
            <a:r>
              <a:rPr lang="pt-BR" sz="1600" dirty="0" err="1">
                <a:solidFill>
                  <a:srgbClr val="A31515"/>
                </a:solidFill>
                <a:highlight>
                  <a:srgbClr val="FFFFFF"/>
                </a:highlight>
                <a:latin typeface="Cascadia Mono" panose="020B0609020000020004" pitchFamily="49" charset="0"/>
              </a:rPr>
              <a:t>text-white</a:t>
            </a:r>
            <a:r>
              <a:rPr lang="pt-BR" sz="1600" dirty="0">
                <a:solidFill>
                  <a:srgbClr val="A31515"/>
                </a:solidFill>
                <a:highlight>
                  <a:srgbClr val="FFFFFF"/>
                </a:highlight>
                <a:latin typeface="Cascadia Mono" panose="020B0609020000020004" pitchFamily="49" charset="0"/>
              </a:rPr>
              <a:t> </a:t>
            </a:r>
            <a:r>
              <a:rPr lang="pt-BR" sz="1600" dirty="0" err="1">
                <a:solidFill>
                  <a:srgbClr val="A31515"/>
                </a:solidFill>
                <a:highlight>
                  <a:srgbClr val="FFFFFF"/>
                </a:highlight>
                <a:latin typeface="Cascadia Mono" panose="020B0609020000020004" pitchFamily="49" charset="0"/>
              </a:rPr>
              <a:t>rounded-md</a:t>
            </a:r>
            <a:r>
              <a:rPr lang="pt-BR" sz="1600" dirty="0">
                <a:solidFill>
                  <a:srgbClr val="A31515"/>
                </a:solidFill>
                <a:highlight>
                  <a:srgbClr val="FFFFFF"/>
                </a:highlight>
                <a:latin typeface="Cascadia Mono" panose="020B0609020000020004" pitchFamily="49" charset="0"/>
              </a:rPr>
              <a:t>"</a:t>
            </a:r>
            <a:r>
              <a:rPr lang="pt-BR" sz="1600" dirty="0">
                <a:solidFill>
                  <a:srgbClr val="800000"/>
                </a:solidFill>
                <a:highlight>
                  <a:srgbClr val="FFFFFF"/>
                </a:highlight>
                <a:latin typeface="Cascadia Mono" panose="020B0609020000020004" pitchFamily="49" charset="0"/>
              </a:rPr>
              <a:t> </a:t>
            </a:r>
            <a:r>
              <a:rPr lang="pt-BR" sz="1600" dirty="0" err="1">
                <a:solidFill>
                  <a:srgbClr val="FF0000"/>
                </a:solidFill>
                <a:highlight>
                  <a:srgbClr val="FFFFFF"/>
                </a:highlight>
                <a:latin typeface="Cascadia Mono" panose="020B0609020000020004" pitchFamily="49" charset="0"/>
              </a:rPr>
              <a:t>onClick</a:t>
            </a:r>
            <a:r>
              <a:rPr lang="pt-BR" sz="1600" dirty="0">
                <a:solidFill>
                  <a:srgbClr val="000000"/>
                </a:solidFill>
                <a:highlight>
                  <a:srgbClr val="FFFFFF"/>
                </a:highlight>
                <a:latin typeface="Cascadia Mono" panose="020B0609020000020004" pitchFamily="49" charset="0"/>
              </a:rPr>
              <a:t>={()</a:t>
            </a:r>
            <a:r>
              <a:rPr lang="pt-BR" sz="1600" dirty="0">
                <a:solidFill>
                  <a:srgbClr val="800000"/>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=&gt;</a:t>
            </a:r>
            <a:r>
              <a:rPr lang="pt-BR" sz="1600" dirty="0">
                <a:solidFill>
                  <a:srgbClr val="800000"/>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a:t>
            </a:r>
            <a:r>
              <a:rPr lang="pt-BR" sz="1600" dirty="0">
                <a:solidFill>
                  <a:srgbClr val="800000"/>
                </a:solidFill>
                <a:highlight>
                  <a:srgbClr val="FFFFFF"/>
                </a:highlight>
                <a:latin typeface="Cascadia Mono" panose="020B0609020000020004" pitchFamily="49" charset="0"/>
              </a:rPr>
              <a:t> </a:t>
            </a:r>
            <a:r>
              <a:rPr lang="pt-BR" sz="1600" dirty="0" err="1">
                <a:solidFill>
                  <a:srgbClr val="000000"/>
                </a:solidFill>
                <a:highlight>
                  <a:srgbClr val="FFFFFF"/>
                </a:highlight>
                <a:latin typeface="Cascadia Mono" panose="020B0609020000020004" pitchFamily="49" charset="0"/>
              </a:rPr>
              <a:t>setEnergia</a:t>
            </a:r>
            <a:r>
              <a:rPr lang="pt-BR" sz="1600" dirty="0">
                <a:solidFill>
                  <a:srgbClr val="000000"/>
                </a:solidFill>
                <a:highlight>
                  <a:srgbClr val="FFFFFF"/>
                </a:highlight>
                <a:latin typeface="Cascadia Mono" panose="020B0609020000020004" pitchFamily="49" charset="0"/>
              </a:rPr>
              <a:t>(!energia)</a:t>
            </a:r>
            <a:r>
              <a:rPr lang="pt-BR" sz="1600" dirty="0">
                <a:solidFill>
                  <a:srgbClr val="800000"/>
                </a:solidFill>
                <a:highlight>
                  <a:srgbClr val="FFFFFF"/>
                </a:highlight>
                <a:latin typeface="Cascadia Mono" panose="020B0609020000020004" pitchFamily="49" charset="0"/>
              </a:rPr>
              <a:t> </a:t>
            </a:r>
            <a:r>
              <a:rPr lang="pt-BR" sz="1600" dirty="0">
                <a:solidFill>
                  <a:srgbClr val="000000"/>
                </a:solidFill>
                <a:highlight>
                  <a:srgbClr val="FFFFFF"/>
                </a:highlight>
                <a:latin typeface="Cascadia Mono" panose="020B0609020000020004" pitchFamily="49" charset="0"/>
              </a:rPr>
              <a:t>}}</a:t>
            </a:r>
            <a:r>
              <a:rPr lang="pt-BR" sz="1600" dirty="0">
                <a:solidFill>
                  <a:srgbClr val="0000FF"/>
                </a:solidFill>
                <a:highlight>
                  <a:srgbClr val="FFFFFF"/>
                </a:highlight>
                <a:latin typeface="Cascadia Mono" panose="020B0609020000020004" pitchFamily="49" charset="0"/>
              </a:rPr>
              <a:t>&gt;</a:t>
            </a:r>
            <a:r>
              <a:rPr lang="pt-BR" sz="1600" dirty="0">
                <a:solidFill>
                  <a:srgbClr val="555555"/>
                </a:solidFill>
                <a:highlight>
                  <a:srgbClr val="FFFFFF"/>
                </a:highlight>
                <a:latin typeface="Cascadia Mono" panose="020B0609020000020004" pitchFamily="49" charset="0"/>
              </a:rPr>
              <a:t>Energia da Mesa</a:t>
            </a:r>
            <a:r>
              <a:rPr lang="pt-BR" sz="1600" dirty="0">
                <a:solidFill>
                  <a:srgbClr val="0000FF"/>
                </a:solidFill>
                <a:highlight>
                  <a:srgbClr val="FFFFFF"/>
                </a:highlight>
                <a:latin typeface="Cascadia Mono" panose="020B0609020000020004" pitchFamily="49" charset="0"/>
              </a:rPr>
              <a:t>&lt;/</a:t>
            </a:r>
            <a:r>
              <a:rPr lang="pt-BR" sz="1600" dirty="0" err="1">
                <a:solidFill>
                  <a:srgbClr val="800000"/>
                </a:solidFill>
                <a:highlight>
                  <a:srgbClr val="FFFFFF"/>
                </a:highlight>
                <a:latin typeface="Cascadia Mono" panose="020B0609020000020004" pitchFamily="49" charset="0"/>
              </a:rPr>
              <a:t>button</a:t>
            </a:r>
            <a:r>
              <a:rPr lang="pt-BR" sz="1600" dirty="0">
                <a:solidFill>
                  <a:srgbClr val="0000FF"/>
                </a:solidFill>
                <a:highlight>
                  <a:srgbClr val="FFFFFF"/>
                </a:highlight>
                <a:latin typeface="Cascadia Mono" panose="020B0609020000020004" pitchFamily="49" charset="0"/>
              </a:rPr>
              <a: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err="1">
                <a:solidFill>
                  <a:srgbClr val="800000"/>
                </a:solidFill>
                <a:highlight>
                  <a:srgbClr val="FFFFFF"/>
                </a:highlight>
                <a:latin typeface="Cascadia Mono" panose="020B0609020000020004" pitchFamily="49" charset="0"/>
              </a:rPr>
              <a:t>div</a:t>
            </a:r>
            <a:r>
              <a:rPr lang="pt-BR" sz="1600" dirty="0">
                <a:solidFill>
                  <a:srgbClr val="0000FF"/>
                </a:solidFill>
                <a:highlight>
                  <a:srgbClr val="FFFFFF"/>
                </a:highlight>
                <a:latin typeface="Cascadia Mono" panose="020B0609020000020004" pitchFamily="49" charset="0"/>
              </a:rPr>
              <a:t>&gt;</a:t>
            </a:r>
            <a:endParaRPr lang="pt-BR" sz="1600" dirty="0">
              <a:solidFill>
                <a:srgbClr val="555555"/>
              </a:solidFill>
              <a:highlight>
                <a:srgbClr val="FFFFFF"/>
              </a:highlight>
              <a:latin typeface="Cascadia Mono" panose="020B0609020000020004" pitchFamily="49" charset="0"/>
            </a:endParaRPr>
          </a:p>
          <a:p>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a:solidFill>
                  <a:srgbClr val="2B91AF"/>
                </a:solidFill>
                <a:highlight>
                  <a:srgbClr val="FFFFFF"/>
                </a:highlight>
                <a:latin typeface="Cascadia Mono" panose="020B0609020000020004" pitchFamily="49" charset="0"/>
              </a:rPr>
              <a:t>Grupo</a:t>
            </a:r>
            <a:r>
              <a:rPr lang="pt-BR" sz="1600" dirty="0">
                <a:solidFill>
                  <a:srgbClr val="800000"/>
                </a:solidFill>
                <a:highlight>
                  <a:srgbClr val="FFFFFF"/>
                </a:highlight>
                <a:latin typeface="Cascadia Mono" panose="020B0609020000020004" pitchFamily="49" charset="0"/>
              </a:rPr>
              <a:t> </a:t>
            </a:r>
            <a:r>
              <a:rPr lang="pt-BR" sz="1600" dirty="0">
                <a:solidFill>
                  <a:srgbClr val="FF0000"/>
                </a:solidFill>
                <a:highlight>
                  <a:srgbClr val="FFFFFF"/>
                </a:highlight>
                <a:latin typeface="Cascadia Mono" panose="020B0609020000020004" pitchFamily="49" charset="0"/>
              </a:rPr>
              <a:t>energia</a:t>
            </a:r>
            <a:r>
              <a:rPr lang="pt-BR" sz="1600" dirty="0">
                <a:solidFill>
                  <a:srgbClr val="000000"/>
                </a:solidFill>
                <a:highlight>
                  <a:srgbClr val="FFFFFF"/>
                </a:highlight>
                <a:latin typeface="Cascadia Mono" panose="020B0609020000020004" pitchFamily="49" charset="0"/>
              </a:rPr>
              <a:t>={energia}</a:t>
            </a:r>
            <a:r>
              <a:rPr lang="pt-BR" sz="1600" dirty="0">
                <a:solidFill>
                  <a:srgbClr val="8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&lt;/&gt;</a:t>
            </a:r>
            <a:endParaRPr lang="pt-BR" sz="1600" dirty="0">
              <a:solidFill>
                <a:srgbClr val="000000"/>
              </a:solidFill>
              <a:highlight>
                <a:srgbClr val="FFFFFF"/>
              </a:highlight>
              <a:latin typeface="Cascadia Mono" panose="020B0609020000020004" pitchFamily="49" charset="0"/>
            </a:endParaRPr>
          </a:p>
          <a:p>
            <a:r>
              <a:rPr lang="pt-BR" sz="1600" dirty="0">
                <a:solidFill>
                  <a:srgbClr val="000000"/>
                </a:solidFill>
                <a:highlight>
                  <a:srgbClr val="FFFFFF"/>
                </a:highlight>
                <a:latin typeface="Cascadia Mono" panose="020B0609020000020004" pitchFamily="49" charset="0"/>
              </a:rPr>
              <a:t>    )</a:t>
            </a:r>
          </a:p>
          <a:p>
            <a:r>
              <a:rPr lang="pt-BR" sz="1600" dirty="0">
                <a:solidFill>
                  <a:srgbClr val="000000"/>
                </a:solidFill>
                <a:highlight>
                  <a:srgbClr val="FFFFFF"/>
                </a:highlight>
                <a:latin typeface="Cascadia Mono" panose="020B0609020000020004" pitchFamily="49"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92206910" name="Título 1"/>
          <p:cNvSpPr>
            <a:spLocks noGrp="1"/>
          </p:cNvSpPr>
          <p:nvPr>
            <p:ph type="title"/>
          </p:nvPr>
        </p:nvSpPr>
        <p:spPr bwMode="auto"/>
        <p:txBody>
          <a:bodyPr/>
          <a:lstStyle/>
          <a:p>
            <a:pPr>
              <a:defRPr/>
            </a:pPr>
            <a:r>
              <a:rPr lang="pt-BR"/>
              <a:t>Problema</a:t>
            </a:r>
            <a:endParaRPr/>
          </a:p>
        </p:txBody>
      </p:sp>
      <p:sp>
        <p:nvSpPr>
          <p:cNvPr id="1912983099"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b="0" strike="noStrike" spc="-1">
                <a:solidFill>
                  <a:schemeClr val="tx1"/>
                </a:solidFill>
                <a:latin typeface="Calibri Light"/>
              </a:rPr>
              <a:t>Suponha que existam </a:t>
            </a:r>
            <a:r>
              <a:rPr lang="pt-BR" sz="3200" b="1" strike="noStrike" spc="-1">
                <a:solidFill>
                  <a:srgbClr val="C00000"/>
                </a:solidFill>
                <a:latin typeface="Calibri Light"/>
              </a:rPr>
              <a:t>dez</a:t>
            </a:r>
            <a:r>
              <a:rPr lang="pt-BR" sz="3200" b="1" strike="noStrike" spc="-1">
                <a:solidFill>
                  <a:schemeClr val="tx1"/>
                </a:solidFill>
                <a:latin typeface="Calibri Light"/>
              </a:rPr>
              <a:t> </a:t>
            </a:r>
            <a:r>
              <a:rPr lang="pt-BR" sz="3200" b="0" strike="noStrike" spc="0">
                <a:solidFill>
                  <a:schemeClr val="tx1"/>
                </a:solidFill>
                <a:latin typeface="Calibri Light"/>
              </a:rPr>
              <a:t>componentes entre os componentes </a:t>
            </a:r>
            <a:r>
              <a:rPr lang="pt-BR" sz="3200" spc="-1">
                <a:solidFill>
                  <a:schemeClr val="tx1"/>
                </a:solidFill>
                <a:latin typeface="Calibri Light"/>
              </a:rPr>
              <a:t>MesaSom</a:t>
            </a:r>
            <a:r>
              <a:rPr lang="pt-BR" sz="3200" b="0" strike="noStrike" spc="-1">
                <a:solidFill>
                  <a:schemeClr val="tx1"/>
                </a:solidFill>
                <a:latin typeface="Calibri Light"/>
              </a:rPr>
              <a:t> e </a:t>
            </a:r>
            <a:r>
              <a:rPr lang="pt-BR" sz="3200" spc="-1">
                <a:solidFill>
                  <a:schemeClr val="tx1"/>
                </a:solidFill>
                <a:latin typeface="Calibri Light"/>
              </a:rPr>
              <a:t>Equipamento</a:t>
            </a:r>
            <a:r>
              <a:rPr lang="pt-BR" sz="3200" b="0" strike="noStrike" spc="-1">
                <a:solidFill>
                  <a:schemeClr val="tx1"/>
                </a:solidFill>
                <a:latin typeface="Calibri Light"/>
              </a:rPr>
              <a:t>. Como a informação de energia da mesa </a:t>
            </a:r>
            <a:r>
              <a:rPr lang="pt-BR" sz="3200" spc="-1">
                <a:solidFill>
                  <a:schemeClr val="tx1"/>
                </a:solidFill>
                <a:latin typeface="Calibri Light"/>
              </a:rPr>
              <a:t>de som deveria</a:t>
            </a:r>
            <a:r>
              <a:rPr lang="pt-BR" sz="3200" b="0" strike="noStrike" spc="-1">
                <a:solidFill>
                  <a:schemeClr val="tx1"/>
                </a:solidFill>
                <a:latin typeface="Calibri Light"/>
              </a:rPr>
              <a:t> ser informada aos componentes </a:t>
            </a:r>
            <a:r>
              <a:rPr lang="pt-BR" sz="3200" spc="-1">
                <a:solidFill>
                  <a:schemeClr val="tx1"/>
                </a:solidFill>
                <a:latin typeface="Calibri Light"/>
              </a:rPr>
              <a:t>equipamento</a:t>
            </a:r>
            <a:r>
              <a:rPr lang="pt-BR" sz="3200" b="0" strike="noStrike" spc="-1">
                <a:solidFill>
                  <a:schemeClr val="tx1"/>
                </a:solidFill>
                <a:latin typeface="Calibri Light"/>
              </a:rPr>
              <a:t>?</a:t>
            </a:r>
            <a:endParaRPr/>
          </a:p>
          <a:p>
            <a:pPr marL="347345" lvl="1" algn="just">
              <a:spcBef>
                <a:spcPts val="1301"/>
              </a:spcBef>
              <a:buFont typeface="Arial"/>
              <a:buChar char="•"/>
              <a:tabLst>
                <a:tab pos="0" algn="l"/>
              </a:tabLst>
              <a:defRPr/>
            </a:pPr>
            <a:r>
              <a:rPr lang="pt-BR" sz="2800" spc="-1">
                <a:solidFill>
                  <a:schemeClr val="tx1"/>
                </a:solidFill>
                <a:latin typeface="Calibri Light"/>
              </a:rPr>
              <a:t>Todos os componentes entre MesaSom e Equipamento devem receber o atributo </a:t>
            </a:r>
            <a:r>
              <a:rPr lang="pt-BR" sz="2800" b="1" spc="-1">
                <a:solidFill>
                  <a:schemeClr val="tx1"/>
                </a:solidFill>
                <a:latin typeface="Calibri Light"/>
              </a:rPr>
              <a:t>energia </a:t>
            </a:r>
            <a:r>
              <a:rPr lang="pt-BR" sz="2800" spc="-1">
                <a:solidFill>
                  <a:schemeClr val="tx1"/>
                </a:solidFill>
                <a:latin typeface="Calibri Light"/>
              </a:rPr>
              <a:t>para o passar ao próximo componente, mesmo que não o utilizem, até que os componentes Equipamento tenham acesso a esta informação.</a:t>
            </a:r>
            <a:endParaRPr lang="pt-BR" sz="2800" spc="-1">
              <a:solidFill>
                <a:schemeClr val="tx1"/>
              </a:solidFill>
              <a:latin typeface="Calibri Light"/>
              <a:ea typeface="Calibri Light"/>
              <a:cs typeface="Calibri Light"/>
            </a:endParaRPr>
          </a:p>
          <a:p>
            <a:pPr marL="347345" lvl="1" algn="just">
              <a:spcBef>
                <a:spcPts val="1301"/>
              </a:spcBef>
              <a:buFont typeface="Arial"/>
              <a:buChar char="•"/>
              <a:tabLst>
                <a:tab pos="0" algn="l"/>
              </a:tabLst>
              <a:defRPr/>
            </a:pPr>
            <a:r>
              <a:rPr lang="pt-BR" sz="2800" b="0" strike="noStrike" spc="-1">
                <a:solidFill>
                  <a:schemeClr val="tx1"/>
                </a:solidFill>
                <a:latin typeface="Calibri Light"/>
              </a:rPr>
              <a:t>H</a:t>
            </a:r>
            <a:r>
              <a:rPr lang="pt-BR" sz="2800" spc="-1">
                <a:solidFill>
                  <a:schemeClr val="tx1"/>
                </a:solidFill>
                <a:latin typeface="Calibri Light"/>
              </a:rPr>
              <a:t>á uma forma mais fácil?</a:t>
            </a:r>
            <a:endParaRPr lang="pt-BR" sz="2800" b="0" strike="noStrike" spc="-1">
              <a:solidFill>
                <a:schemeClr val="tx1"/>
              </a:solidFill>
              <a:latin typeface="Calibri Light"/>
              <a:ea typeface="Calibri Light"/>
              <a:cs typeface="Calibri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503621" name="Título 1"/>
          <p:cNvSpPr>
            <a:spLocks noGrp="1"/>
          </p:cNvSpPr>
          <p:nvPr>
            <p:ph type="title"/>
          </p:nvPr>
        </p:nvSpPr>
        <p:spPr bwMode="auto"/>
        <p:txBody>
          <a:bodyPr/>
          <a:lstStyle/>
          <a:p>
            <a:pPr>
              <a:defRPr/>
            </a:pPr>
            <a:r>
              <a:rPr lang="pt-BR"/>
              <a:t>Context</a:t>
            </a:r>
          </a:p>
        </p:txBody>
      </p:sp>
      <p:sp>
        <p:nvSpPr>
          <p:cNvPr id="228485273"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spc="-1">
                <a:solidFill>
                  <a:schemeClr val="tx1"/>
                </a:solidFill>
                <a:latin typeface="Calibri Light"/>
              </a:rPr>
              <a:t>Recurso</a:t>
            </a:r>
            <a:r>
              <a:rPr lang="pt-BR" sz="3200" i="1" spc="-1">
                <a:solidFill>
                  <a:schemeClr val="tx1"/>
                </a:solidFill>
                <a:latin typeface="Calibri Light"/>
              </a:rPr>
              <a:t> </a:t>
            </a:r>
            <a:r>
              <a:rPr lang="pt-BR" sz="3200" spc="-1">
                <a:solidFill>
                  <a:schemeClr val="tx1"/>
                </a:solidFill>
                <a:latin typeface="Calibri Light"/>
              </a:rPr>
              <a:t>que cria um valor/objeto que pode ser acessado a partir de determinada posição da árvore, sem a necessidade de informar ele como </a:t>
            </a:r>
            <a:r>
              <a:rPr lang="pt-BR" sz="3200" i="1" spc="-1">
                <a:solidFill>
                  <a:schemeClr val="tx1"/>
                </a:solidFill>
                <a:latin typeface="Calibri Light"/>
              </a:rPr>
              <a:t>props </a:t>
            </a:r>
            <a:r>
              <a:rPr lang="pt-BR" sz="3200" spc="-1">
                <a:solidFill>
                  <a:schemeClr val="tx1"/>
                </a:solidFill>
                <a:latin typeface="Calibri Light"/>
              </a:rPr>
              <a:t>pra cada componente. Fluxo de utilização:</a:t>
            </a:r>
            <a:endParaRPr/>
          </a:p>
          <a:p>
            <a:pPr marL="514350" indent="-514350" algn="just">
              <a:spcBef>
                <a:spcPts val="1301"/>
              </a:spcBef>
              <a:buFont typeface="+mj-lt"/>
              <a:buAutoNum type="arabicPeriod"/>
              <a:tabLst>
                <a:tab pos="0" algn="l"/>
              </a:tabLst>
              <a:defRPr/>
            </a:pPr>
            <a:r>
              <a:rPr lang="pt-BR" sz="3200" spc="-1">
                <a:solidFill>
                  <a:schemeClr val="tx1"/>
                </a:solidFill>
                <a:latin typeface="Calibri Light"/>
              </a:rPr>
              <a:t>Criação do Context com o </a:t>
            </a:r>
            <a:r>
              <a:rPr lang="pt-BR" sz="3200" i="1" spc="-1">
                <a:solidFill>
                  <a:schemeClr val="tx1"/>
                </a:solidFill>
                <a:latin typeface="Calibri Light"/>
              </a:rPr>
              <a:t>hook </a:t>
            </a:r>
            <a:r>
              <a:rPr lang="pt-BR" sz="3200" b="1" spc="-1">
                <a:solidFill>
                  <a:schemeClr val="tx1"/>
                </a:solidFill>
                <a:latin typeface="Calibri Light"/>
              </a:rPr>
              <a:t>createContext</a:t>
            </a:r>
            <a:r>
              <a:rPr lang="pt-BR" sz="3200" spc="-1">
                <a:solidFill>
                  <a:schemeClr val="tx1"/>
                </a:solidFill>
                <a:latin typeface="Calibri Light"/>
              </a:rPr>
              <a:t>;</a:t>
            </a:r>
            <a:endParaRPr/>
          </a:p>
          <a:p>
            <a:pPr marL="514350" indent="-514350" algn="just">
              <a:spcBef>
                <a:spcPts val="1301"/>
              </a:spcBef>
              <a:buFont typeface="+mj-lt"/>
              <a:buAutoNum type="arabicPeriod"/>
              <a:tabLst>
                <a:tab pos="0" algn="l"/>
              </a:tabLst>
              <a:defRPr/>
            </a:pPr>
            <a:r>
              <a:rPr lang="pt-BR" sz="3200" spc="-1">
                <a:solidFill>
                  <a:schemeClr val="tx1"/>
                </a:solidFill>
                <a:latin typeface="Calibri Light"/>
              </a:rPr>
              <a:t>Geração do Context a partir de determinado ponto na árvore com o </a:t>
            </a:r>
            <a:r>
              <a:rPr lang="pt-BR" sz="3200" i="1" spc="-1">
                <a:solidFill>
                  <a:schemeClr val="tx1"/>
                </a:solidFill>
                <a:latin typeface="Calibri Light"/>
              </a:rPr>
              <a:t>provider </a:t>
            </a:r>
            <a:r>
              <a:rPr lang="pt-BR" sz="3200" spc="-1">
                <a:solidFill>
                  <a:schemeClr val="tx1"/>
                </a:solidFill>
                <a:latin typeface="Calibri Light"/>
              </a:rPr>
              <a:t>referente ao Context criado;</a:t>
            </a:r>
            <a:endParaRPr/>
          </a:p>
          <a:p>
            <a:pPr marL="514350" indent="-514350" algn="just">
              <a:spcBef>
                <a:spcPts val="1301"/>
              </a:spcBef>
              <a:buFont typeface="+mj-lt"/>
              <a:buAutoNum type="arabicPeriod"/>
              <a:tabLst>
                <a:tab pos="0" algn="l"/>
              </a:tabLst>
              <a:defRPr/>
            </a:pPr>
            <a:r>
              <a:rPr lang="pt-BR" sz="3200" spc="-1">
                <a:solidFill>
                  <a:schemeClr val="tx1"/>
                </a:solidFill>
                <a:latin typeface="Calibri Light"/>
              </a:rPr>
              <a:t>Utilização do Context com o </a:t>
            </a:r>
            <a:r>
              <a:rPr lang="pt-BR" sz="3200" i="1" spc="-1">
                <a:solidFill>
                  <a:schemeClr val="tx1"/>
                </a:solidFill>
                <a:latin typeface="Calibri Light"/>
              </a:rPr>
              <a:t>hook</a:t>
            </a:r>
            <a:r>
              <a:rPr lang="pt-BR" sz="3200" spc="-1">
                <a:solidFill>
                  <a:schemeClr val="tx1"/>
                </a:solidFill>
                <a:latin typeface="Calibri Light"/>
              </a:rPr>
              <a:t> </a:t>
            </a:r>
            <a:r>
              <a:rPr lang="pt-BR" sz="3200" b="1" spc="-1">
                <a:solidFill>
                  <a:schemeClr val="tx1"/>
                </a:solidFill>
                <a:latin typeface="Calibri Light"/>
              </a:rPr>
              <a:t>useContext</a:t>
            </a:r>
            <a:r>
              <a:rPr lang="pt-BR" sz="3200" spc="-1">
                <a:solidFill>
                  <a:schemeClr val="tx1"/>
                </a:solidFill>
                <a:latin typeface="Calibri Light"/>
              </a:rPr>
              <a:t>.</a:t>
            </a:r>
            <a:endParaRPr/>
          </a:p>
          <a:p>
            <a:pPr marL="0" indent="0" algn="just">
              <a:spcBef>
                <a:spcPts val="1301"/>
              </a:spcBef>
              <a:buNone/>
              <a:tabLst>
                <a:tab pos="0" algn="l"/>
              </a:tabLst>
              <a:defRPr/>
            </a:pPr>
            <a:endParaRPr lang="pt-BR" sz="2800" b="0" i="1" strike="noStrike" spc="-1">
              <a:solidFill>
                <a:schemeClr val="tx1"/>
              </a:solidFill>
              <a:latin typeface="Calibri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8949527" name="Título 1"/>
          <p:cNvSpPr>
            <a:spLocks noGrp="1"/>
          </p:cNvSpPr>
          <p:nvPr>
            <p:ph type="title"/>
          </p:nvPr>
        </p:nvSpPr>
        <p:spPr bwMode="auto"/>
        <p:txBody>
          <a:bodyPr/>
          <a:lstStyle/>
          <a:p>
            <a:pPr>
              <a:defRPr/>
            </a:pPr>
            <a:r>
              <a:rPr lang="pt-BR"/>
              <a:t>Context</a:t>
            </a:r>
          </a:p>
        </p:txBody>
      </p:sp>
      <p:sp>
        <p:nvSpPr>
          <p:cNvPr id="922879889" name="Espaço Reservado para Conteúdo 2"/>
          <p:cNvSpPr>
            <a:spLocks noGrp="1"/>
          </p:cNvSpPr>
          <p:nvPr>
            <p:ph idx="1"/>
          </p:nvPr>
        </p:nvSpPr>
        <p:spPr bwMode="auto">
          <a:xfrm>
            <a:off x="676656" y="1676400"/>
            <a:ext cx="10753725" cy="4682067"/>
          </a:xfrm>
        </p:spPr>
        <p:txBody>
          <a:bodyPr vert="horz" lIns="91440" tIns="45720" rIns="91440" bIns="45720" rtlCol="0" anchor="t">
            <a:normAutofit/>
          </a:bodyPr>
          <a:lstStyle/>
          <a:p>
            <a:pPr marL="0" indent="0" algn="just">
              <a:spcBef>
                <a:spcPts val="1301"/>
              </a:spcBef>
              <a:buNone/>
              <a:tabLst>
                <a:tab pos="0" algn="l"/>
              </a:tabLst>
              <a:defRPr/>
            </a:pPr>
            <a:r>
              <a:rPr lang="pt-BR" sz="3200" spc="-1">
                <a:solidFill>
                  <a:schemeClr val="tx1"/>
                </a:solidFill>
                <a:latin typeface="Calibri Light"/>
              </a:rPr>
              <a:t>Se o Context for utilizado em outro arquivo que não o em que ele foi criado, ele deve ser exportado.</a:t>
            </a:r>
            <a:endParaRPr/>
          </a:p>
          <a:p>
            <a:pPr marL="0" indent="0" algn="just">
              <a:spcBef>
                <a:spcPts val="1301"/>
              </a:spcBef>
              <a:buNone/>
              <a:tabLst>
                <a:tab pos="0" algn="l"/>
              </a:tabLst>
              <a:defRPr/>
            </a:pPr>
            <a:r>
              <a:rPr lang="pt-BR" sz="3200" spc="-1">
                <a:solidFill>
                  <a:schemeClr val="tx1"/>
                </a:solidFill>
                <a:latin typeface="Calibri Light"/>
              </a:rPr>
              <a:t>Ao criar um Context, ele fica acessível pra todos os elementos da árvore, a partir daquele ponto.</a:t>
            </a:r>
            <a:endParaRPr/>
          </a:p>
          <a:p>
            <a:pPr marL="0" indent="0" algn="just">
              <a:spcBef>
                <a:spcPts val="1301"/>
              </a:spcBef>
              <a:buNone/>
              <a:tabLst>
                <a:tab pos="0" algn="l"/>
              </a:tabLst>
              <a:defRPr/>
            </a:pPr>
            <a:r>
              <a:rPr lang="pt-BR" sz="3200" spc="-1">
                <a:solidFill>
                  <a:schemeClr val="tx1"/>
                </a:solidFill>
                <a:latin typeface="Calibri Light"/>
              </a:rPr>
              <a:t>Caso o valor não seja encontrado, utiliza-se o valor definido no momento da criação do Context.</a:t>
            </a:r>
            <a:endParaRPr/>
          </a:p>
          <a:p>
            <a:pPr marL="0" indent="0" algn="just">
              <a:spcBef>
                <a:spcPts val="1301"/>
              </a:spcBef>
              <a:buNone/>
              <a:tabLst>
                <a:tab pos="0" algn="l"/>
              </a:tabLst>
              <a:defRPr/>
            </a:pPr>
            <a:r>
              <a:rPr lang="pt-BR" sz="3200" spc="-1">
                <a:solidFill>
                  <a:schemeClr val="tx1"/>
                </a:solidFill>
                <a:latin typeface="Calibri Light"/>
              </a:rPr>
              <a:t>O valor a ser informado para o Context pode ser uma variável, função, objeto, etc.</a:t>
            </a:r>
            <a:endParaRPr/>
          </a:p>
          <a:p>
            <a:pPr marL="0" indent="0" algn="just">
              <a:spcBef>
                <a:spcPts val="1301"/>
              </a:spcBef>
              <a:buNone/>
              <a:tabLst>
                <a:tab pos="0" algn="l"/>
              </a:tabLst>
              <a:defRPr/>
            </a:pPr>
            <a:endParaRPr lang="pt-BR" sz="3200" spc="-1">
              <a:solidFill>
                <a:schemeClr val="tx1"/>
              </a:solidFill>
              <a:latin typeface="Calibri Light"/>
            </a:endParaRPr>
          </a:p>
          <a:p>
            <a:pPr marL="0" indent="0" algn="just">
              <a:spcBef>
                <a:spcPts val="1301"/>
              </a:spcBef>
              <a:buNone/>
              <a:tabLst>
                <a:tab pos="0" algn="l"/>
              </a:tabLst>
              <a:defRPr/>
            </a:pPr>
            <a:endParaRPr lang="pt-BR" sz="2800" b="0" i="1" strike="noStrike" spc="-1">
              <a:solidFill>
                <a:schemeClr val="tx1"/>
              </a:solidFill>
              <a:latin typeface="Calibri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272724" name="CaixaDeTexto 1"/>
          <p:cNvSpPr txBox="1"/>
          <p:nvPr/>
        </p:nvSpPr>
        <p:spPr bwMode="auto">
          <a:xfrm>
            <a:off x="423110" y="834188"/>
            <a:ext cx="11607542"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400" dirty="0">
                <a:solidFill>
                  <a:srgbClr val="A31515"/>
                </a:solidFill>
                <a:highlight>
                  <a:srgbClr val="FFFFFF"/>
                </a:highlight>
                <a:latin typeface="Cascadia Mono" panose="020B0609020000020004" pitchFamily="49" charset="0"/>
              </a:rPr>
              <a:t>'use </a:t>
            </a:r>
            <a:r>
              <a:rPr lang="pt-BR" sz="1400" dirty="0" err="1">
                <a:solidFill>
                  <a:srgbClr val="A31515"/>
                </a:solidFill>
                <a:highlight>
                  <a:srgbClr val="FFFFFF"/>
                </a:highlight>
                <a:latin typeface="Cascadia Mono" panose="020B0609020000020004" pitchFamily="49" charset="0"/>
              </a:rPr>
              <a:t>client</a:t>
            </a:r>
            <a:r>
              <a:rPr lang="pt-BR" sz="1400" dirty="0">
                <a:solidFill>
                  <a:srgbClr val="A31515"/>
                </a:solidFill>
                <a:highlight>
                  <a:srgbClr val="FFFFFF"/>
                </a:highlight>
                <a:latin typeface="Cascadia Mono" panose="020B0609020000020004" pitchFamily="49" charset="0"/>
              </a:rPr>
              <a:t>'</a:t>
            </a:r>
            <a:endParaRPr lang="pt-BR" sz="1400" dirty="0">
              <a:solidFill>
                <a:srgbClr val="000000"/>
              </a:solidFill>
              <a:highlight>
                <a:srgbClr val="FFFFFF"/>
              </a:highlight>
              <a:latin typeface="Cascadia Mono" panose="020B0609020000020004" pitchFamily="49" charset="0"/>
            </a:endParaRPr>
          </a:p>
          <a:p>
            <a:endParaRPr lang="pt-BR" sz="1400" dirty="0">
              <a:solidFill>
                <a:srgbClr val="000000"/>
              </a:solidFill>
              <a:highlight>
                <a:srgbClr val="FFFFFF"/>
              </a:highlight>
              <a:latin typeface="Cascadia Mono" panose="020B0609020000020004" pitchFamily="49" charset="0"/>
            </a:endParaRPr>
          </a:p>
          <a:p>
            <a:r>
              <a:rPr lang="en-US" sz="1400" dirty="0">
                <a:solidFill>
                  <a:srgbClr val="0000FF"/>
                </a:solidFill>
                <a:highlight>
                  <a:srgbClr val="FFFFFF"/>
                </a:highlight>
                <a:latin typeface="Cascadia Mono" panose="020B0609020000020004" pitchFamily="49" charset="0"/>
              </a:rPr>
              <a:t>import</a:t>
            </a:r>
            <a:r>
              <a:rPr lang="en-US" sz="1400" dirty="0">
                <a:solidFill>
                  <a:srgbClr val="000000"/>
                </a:solidFill>
                <a:highlight>
                  <a:srgbClr val="FFFFFF"/>
                </a:highlight>
                <a:latin typeface="Cascadia Mono" panose="020B0609020000020004" pitchFamily="49" charset="0"/>
              </a:rPr>
              <a:t> { </a:t>
            </a:r>
            <a:r>
              <a:rPr lang="en-US" sz="1400" dirty="0" err="1">
                <a:solidFill>
                  <a:srgbClr val="000000"/>
                </a:solidFill>
                <a:highlight>
                  <a:srgbClr val="FFFFFF"/>
                </a:highlight>
                <a:latin typeface="Cascadia Mono" panose="020B0609020000020004" pitchFamily="49" charset="0"/>
              </a:rPr>
              <a:t>createContext</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useState</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from</a:t>
            </a:r>
            <a:r>
              <a:rPr lang="en-US" sz="1400" dirty="0">
                <a:solidFill>
                  <a:srgbClr val="000000"/>
                </a:solidFill>
                <a:highlight>
                  <a:srgbClr val="FFFFFF"/>
                </a:highlight>
                <a:latin typeface="Cascadia Mono" panose="020B0609020000020004" pitchFamily="49" charset="0"/>
              </a:rPr>
              <a:t> </a:t>
            </a:r>
            <a:r>
              <a:rPr lang="en-US" sz="1400" dirty="0">
                <a:solidFill>
                  <a:srgbClr val="A31515"/>
                </a:solidFill>
                <a:highlight>
                  <a:srgbClr val="FFFFFF"/>
                </a:highlight>
                <a:latin typeface="Cascadia Mono" panose="020B0609020000020004" pitchFamily="49" charset="0"/>
              </a:rPr>
              <a:t>"react"</a:t>
            </a:r>
            <a:r>
              <a:rPr lang="en-US" sz="1400" dirty="0">
                <a:solidFill>
                  <a:srgbClr val="000000"/>
                </a:solidFill>
                <a:highlight>
                  <a:srgbClr val="FFFFFF"/>
                </a:highlight>
                <a:latin typeface="Cascadia Mono" panose="020B0609020000020004" pitchFamily="49" charset="0"/>
              </a:rPr>
              <a:t>;</a:t>
            </a:r>
          </a:p>
          <a:p>
            <a:r>
              <a:rPr lang="pt-BR" sz="1400" dirty="0" err="1">
                <a:solidFill>
                  <a:srgbClr val="0000FF"/>
                </a:solidFill>
                <a:highlight>
                  <a:srgbClr val="FFFFFF"/>
                </a:highlight>
                <a:latin typeface="Cascadia Mono" panose="020B0609020000020004" pitchFamily="49" charset="0"/>
              </a:rPr>
              <a:t>import</a:t>
            </a:r>
            <a:r>
              <a:rPr lang="pt-BR" sz="1400" dirty="0">
                <a:solidFill>
                  <a:srgbClr val="000000"/>
                </a:solidFill>
                <a:highlight>
                  <a:srgbClr val="FFFFFF"/>
                </a:highlight>
                <a:latin typeface="Cascadia Mono" panose="020B0609020000020004" pitchFamily="49" charset="0"/>
              </a:rPr>
              <a:t> Grupo </a:t>
            </a:r>
            <a:r>
              <a:rPr lang="pt-BR" sz="1400" dirty="0" err="1">
                <a:solidFill>
                  <a:srgbClr val="0000FF"/>
                </a:solidFill>
                <a:highlight>
                  <a:srgbClr val="FFFFFF"/>
                </a:highlight>
                <a:latin typeface="Cascadia Mono" panose="020B0609020000020004" pitchFamily="49" charset="0"/>
              </a:rPr>
              <a:t>from</a:t>
            </a:r>
            <a:r>
              <a:rPr lang="pt-BR" sz="1400" dirty="0">
                <a:solidFill>
                  <a:srgbClr val="000000"/>
                </a:solidFill>
                <a:highlight>
                  <a:srgbClr val="FFFFFF"/>
                </a:highlight>
                <a:latin typeface="Cascadia Mono" panose="020B0609020000020004" pitchFamily="49" charset="0"/>
              </a:rPr>
              <a:t> </a:t>
            </a:r>
            <a:r>
              <a:rPr lang="pt-BR" sz="1400" dirty="0">
                <a:solidFill>
                  <a:srgbClr val="A31515"/>
                </a:solidFill>
                <a:highlight>
                  <a:srgbClr val="FFFFFF"/>
                </a:highlight>
                <a:latin typeface="Cascadia Mono" panose="020B0609020000020004" pitchFamily="49" charset="0"/>
              </a:rPr>
              <a:t>"./grupo"</a:t>
            </a:r>
            <a:r>
              <a:rPr lang="pt-BR" sz="1400" dirty="0">
                <a:solidFill>
                  <a:srgbClr val="000000"/>
                </a:solidFill>
                <a:highlight>
                  <a:srgbClr val="FFFFFF"/>
                </a:highlight>
                <a:latin typeface="Cascadia Mono" panose="020B0609020000020004" pitchFamily="49" charset="0"/>
              </a:rPr>
              <a:t>;</a:t>
            </a:r>
          </a:p>
          <a:p>
            <a:endParaRPr lang="pt-BR" sz="1400" dirty="0">
              <a:solidFill>
                <a:srgbClr val="000000"/>
              </a:solidFill>
              <a:highlight>
                <a:srgbClr val="FFFFFF"/>
              </a:highlight>
              <a:latin typeface="Cascadia Mono" panose="020B0609020000020004" pitchFamily="49" charset="0"/>
            </a:endParaRPr>
          </a:p>
          <a:p>
            <a:r>
              <a:rPr lang="pt-BR" sz="1400" dirty="0" err="1">
                <a:solidFill>
                  <a:srgbClr val="0000FF"/>
                </a:solidFill>
                <a:highlight>
                  <a:srgbClr val="FFFFFF"/>
                </a:highlight>
                <a:latin typeface="Cascadia Mono" panose="020B0609020000020004" pitchFamily="49" charset="0"/>
              </a:rPr>
              <a:t>export</a:t>
            </a:r>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const</a:t>
            </a:r>
            <a:r>
              <a:rPr lang="pt-BR" sz="1400" dirty="0">
                <a:solidFill>
                  <a:srgbClr val="000000"/>
                </a:solidFill>
                <a:highlight>
                  <a:srgbClr val="FFFFFF"/>
                </a:highlight>
                <a:latin typeface="Cascadia Mono" panose="020B0609020000020004" pitchFamily="49" charset="0"/>
              </a:rPr>
              <a:t> </a:t>
            </a:r>
            <a:r>
              <a:rPr lang="pt-BR" sz="1400" dirty="0" err="1">
                <a:solidFill>
                  <a:srgbClr val="000000"/>
                </a:solidFill>
                <a:highlight>
                  <a:srgbClr val="FFFFFF"/>
                </a:highlight>
                <a:latin typeface="Cascadia Mono" panose="020B0609020000020004" pitchFamily="49" charset="0"/>
              </a:rPr>
              <a:t>EnergiaContext</a:t>
            </a:r>
            <a:r>
              <a:rPr lang="pt-BR" sz="1400" dirty="0">
                <a:solidFill>
                  <a:srgbClr val="000000"/>
                </a:solidFill>
                <a:highlight>
                  <a:srgbClr val="FFFFFF"/>
                </a:highlight>
                <a:latin typeface="Cascadia Mono" panose="020B0609020000020004" pitchFamily="49" charset="0"/>
              </a:rPr>
              <a:t> = </a:t>
            </a:r>
            <a:r>
              <a:rPr lang="pt-BR" sz="1400" dirty="0" err="1">
                <a:solidFill>
                  <a:srgbClr val="000000"/>
                </a:solidFill>
                <a:highlight>
                  <a:srgbClr val="FFFFFF"/>
                </a:highlight>
                <a:latin typeface="Cascadia Mono" panose="020B0609020000020004" pitchFamily="49" charset="0"/>
              </a:rPr>
              <a:t>createContext</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false</a:t>
            </a:r>
            <a:r>
              <a:rPr lang="pt-BR" sz="1400" dirty="0">
                <a:solidFill>
                  <a:srgbClr val="000000"/>
                </a:solidFill>
                <a:highlight>
                  <a:srgbClr val="FFFFFF"/>
                </a:highlight>
                <a:latin typeface="Cascadia Mono" panose="020B0609020000020004" pitchFamily="49" charset="0"/>
              </a:rPr>
              <a:t>);</a:t>
            </a:r>
          </a:p>
          <a:p>
            <a:endParaRPr lang="pt-BR" sz="1400" dirty="0">
              <a:solidFill>
                <a:srgbClr val="000000"/>
              </a:solidFill>
              <a:highlight>
                <a:srgbClr val="FFFFFF"/>
              </a:highlight>
              <a:latin typeface="Cascadia Mono" panose="020B0609020000020004" pitchFamily="49" charset="0"/>
            </a:endParaRPr>
          </a:p>
          <a:p>
            <a:r>
              <a:rPr lang="pt-BR" sz="1400" dirty="0" err="1">
                <a:solidFill>
                  <a:srgbClr val="0000FF"/>
                </a:solidFill>
                <a:highlight>
                  <a:srgbClr val="FFFFFF"/>
                </a:highlight>
                <a:latin typeface="Cascadia Mono" panose="020B0609020000020004" pitchFamily="49" charset="0"/>
              </a:rPr>
              <a:t>export</a:t>
            </a:r>
            <a:r>
              <a:rPr lang="pt-BR" sz="1400" dirty="0">
                <a:solidFill>
                  <a:srgbClr val="0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default</a:t>
            </a:r>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function</a:t>
            </a:r>
            <a:r>
              <a:rPr lang="pt-BR" sz="1400" dirty="0">
                <a:solidFill>
                  <a:srgbClr val="000000"/>
                </a:solidFill>
                <a:highlight>
                  <a:srgbClr val="FFFFFF"/>
                </a:highlight>
                <a:latin typeface="Cascadia Mono" panose="020B0609020000020004" pitchFamily="49" charset="0"/>
              </a:rPr>
              <a:t> </a:t>
            </a:r>
            <a:r>
              <a:rPr lang="pt-BR" sz="1400" dirty="0" err="1">
                <a:solidFill>
                  <a:srgbClr val="000000"/>
                </a:solidFill>
                <a:highlight>
                  <a:srgbClr val="FFFFFF"/>
                </a:highlight>
                <a:latin typeface="Cascadia Mono" panose="020B0609020000020004" pitchFamily="49" charset="0"/>
              </a:rPr>
              <a:t>MesaSom</a:t>
            </a:r>
            <a:r>
              <a:rPr lang="pt-BR" sz="1400" dirty="0">
                <a:solidFill>
                  <a:srgbClr val="000000"/>
                </a:solidFill>
                <a:highlight>
                  <a:srgbClr val="FFFFFF"/>
                </a:highlight>
                <a:latin typeface="Cascadia Mono" panose="020B0609020000020004" pitchFamily="49" charset="0"/>
              </a:rPr>
              <a:t>() {</a:t>
            </a:r>
          </a:p>
          <a:p>
            <a:endParaRPr lang="pt-BR" sz="1400" dirty="0">
              <a:solidFill>
                <a:srgbClr val="000000"/>
              </a:solidFill>
              <a:highlight>
                <a:srgbClr val="FFFFFF"/>
              </a:highlight>
              <a:latin typeface="Cascadia Mono" panose="020B0609020000020004" pitchFamily="49" charset="0"/>
            </a:endParaRPr>
          </a:p>
          <a:p>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const</a:t>
            </a:r>
            <a:r>
              <a:rPr lang="pt-BR" sz="1400" dirty="0">
                <a:solidFill>
                  <a:srgbClr val="000000"/>
                </a:solidFill>
                <a:highlight>
                  <a:srgbClr val="FFFFFF"/>
                </a:highlight>
                <a:latin typeface="Cascadia Mono" panose="020B0609020000020004" pitchFamily="49" charset="0"/>
              </a:rPr>
              <a:t> [energia, </a:t>
            </a:r>
            <a:r>
              <a:rPr lang="pt-BR" sz="1400" dirty="0" err="1">
                <a:solidFill>
                  <a:srgbClr val="000000"/>
                </a:solidFill>
                <a:highlight>
                  <a:srgbClr val="FFFFFF"/>
                </a:highlight>
                <a:latin typeface="Cascadia Mono" panose="020B0609020000020004" pitchFamily="49" charset="0"/>
              </a:rPr>
              <a:t>setEnergia</a:t>
            </a:r>
            <a:r>
              <a:rPr lang="pt-BR" sz="1400" dirty="0">
                <a:solidFill>
                  <a:srgbClr val="000000"/>
                </a:solidFill>
                <a:highlight>
                  <a:srgbClr val="FFFFFF"/>
                </a:highlight>
                <a:latin typeface="Cascadia Mono" panose="020B0609020000020004" pitchFamily="49" charset="0"/>
              </a:rPr>
              <a:t>] = </a:t>
            </a:r>
            <a:r>
              <a:rPr lang="pt-BR" sz="1400" dirty="0" err="1">
                <a:solidFill>
                  <a:srgbClr val="000000"/>
                </a:solidFill>
                <a:highlight>
                  <a:srgbClr val="FFFFFF"/>
                </a:highlight>
                <a:latin typeface="Cascadia Mono" panose="020B0609020000020004" pitchFamily="49" charset="0"/>
              </a:rPr>
              <a:t>useState</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false</a:t>
            </a:r>
            <a:r>
              <a:rPr lang="pt-BR" sz="1400" dirty="0">
                <a:solidFill>
                  <a:srgbClr val="000000"/>
                </a:solidFill>
                <a:highlight>
                  <a:srgbClr val="FFFFFF"/>
                </a:highlight>
                <a:latin typeface="Cascadia Mono" panose="020B0609020000020004" pitchFamily="49" charset="0"/>
              </a:rPr>
              <a:t>);</a:t>
            </a:r>
          </a:p>
          <a:p>
            <a:endParaRPr lang="pt-BR" sz="1400" dirty="0">
              <a:solidFill>
                <a:srgbClr val="000000"/>
              </a:solidFill>
              <a:highlight>
                <a:srgbClr val="FFFFFF"/>
              </a:highlight>
              <a:latin typeface="Cascadia Mono" panose="020B0609020000020004" pitchFamily="49" charset="0"/>
            </a:endParaRPr>
          </a:p>
          <a:p>
            <a:r>
              <a:rPr lang="pt-BR" sz="1400" dirty="0">
                <a:solidFill>
                  <a:srgbClr val="000000"/>
                </a:solidFill>
                <a:highlight>
                  <a:srgbClr val="FFFFFF"/>
                </a:highlight>
                <a:latin typeface="Cascadia Mono" panose="020B0609020000020004" pitchFamily="49" charset="0"/>
              </a:rPr>
              <a:t>    </a:t>
            </a:r>
            <a:r>
              <a:rPr lang="pt-BR" sz="1400" dirty="0" err="1">
                <a:solidFill>
                  <a:srgbClr val="0000FF"/>
                </a:solidFill>
                <a:highlight>
                  <a:srgbClr val="FFFFFF"/>
                </a:highlight>
                <a:latin typeface="Cascadia Mono" panose="020B0609020000020004" pitchFamily="49" charset="0"/>
              </a:rPr>
              <a:t>return</a:t>
            </a:r>
            <a:r>
              <a:rPr lang="pt-BR" sz="1400" dirty="0">
                <a:solidFill>
                  <a:srgbClr val="000000"/>
                </a:solidFill>
                <a:highlight>
                  <a:srgbClr val="FFFFFF"/>
                </a:highlight>
                <a:latin typeface="Cascadia Mono" panose="020B0609020000020004" pitchFamily="49" charset="0"/>
              </a:rPr>
              <a:t> (</a:t>
            </a:r>
          </a:p>
          <a:p>
            <a:r>
              <a:rPr lang="pt-BR" sz="1400" dirty="0">
                <a:solidFill>
                  <a:srgbClr val="0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div</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className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a:t>
            </a:r>
            <a:r>
              <a:rPr lang="pt-BR" sz="1400" dirty="0" err="1">
                <a:solidFill>
                  <a:srgbClr val="A31515"/>
                </a:solidFill>
                <a:highlight>
                  <a:srgbClr val="FFFFFF"/>
                </a:highlight>
                <a:latin typeface="Cascadia Mono" panose="020B0609020000020004" pitchFamily="49" charset="0"/>
              </a:rPr>
              <a:t>flex</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flex-row</a:t>
            </a:r>
            <a:r>
              <a:rPr lang="pt-BR" sz="1400" dirty="0">
                <a:solidFill>
                  <a:srgbClr val="A3151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a:t>
            </a:r>
            <a:r>
              <a:rPr lang="pt-BR" sz="1400" dirty="0">
                <a:solidFill>
                  <a:srgbClr val="000000"/>
                </a:solidFill>
                <a:highlight>
                  <a:srgbClr val="FFFFFF"/>
                </a:highlight>
                <a:latin typeface="Cascadia Mono" panose="020B0609020000020004" pitchFamily="49" charset="0"/>
              </a:rPr>
              <a:t>energia ? </a:t>
            </a:r>
            <a:r>
              <a:rPr lang="pt-BR" sz="1400" dirty="0">
                <a:solidFill>
                  <a:srgbClr val="A31515"/>
                </a:solidFill>
                <a:highlight>
                  <a:srgbClr val="FFFFFF"/>
                </a:highlight>
                <a:latin typeface="Cascadia Mono" panose="020B0609020000020004" pitchFamily="49" charset="0"/>
              </a:rPr>
              <a:t>'bg-emerald-100'</a:t>
            </a:r>
            <a:r>
              <a:rPr lang="pt-BR" sz="1400" dirty="0">
                <a:solidFill>
                  <a:srgbClr val="000000"/>
                </a:solidFill>
                <a:highlight>
                  <a:srgbClr val="FFFFFF"/>
                </a:highlight>
                <a:latin typeface="Cascadia Mono" panose="020B0609020000020004" pitchFamily="49" charset="0"/>
              </a:rPr>
              <a:t> : </a:t>
            </a:r>
            <a:r>
              <a:rPr lang="pt-BR" sz="1400" dirty="0">
                <a:solidFill>
                  <a:srgbClr val="A31515"/>
                </a:solidFill>
                <a:highlight>
                  <a:srgbClr val="FFFFFF"/>
                </a:highlight>
                <a:latin typeface="Cascadia Mono" panose="020B0609020000020004" pitchFamily="49" charset="0"/>
              </a:rPr>
              <a:t>'bg-purple-100'</a:t>
            </a:r>
            <a:r>
              <a:rPr lang="pt-BR" sz="1400" dirty="0">
                <a:solidFill>
                  <a:srgbClr val="0000FF"/>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justify-between</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items</a:t>
            </a:r>
            <a:r>
              <a:rPr lang="pt-BR" sz="1400" dirty="0">
                <a:solidFill>
                  <a:srgbClr val="A31515"/>
                </a:solidFill>
                <a:highlight>
                  <a:srgbClr val="FFFFFF"/>
                </a:highlight>
                <a:latin typeface="Cascadia Mono" panose="020B0609020000020004" pitchFamily="49" charset="0"/>
              </a:rPr>
              <a:t>-center mb-2 p-2`</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energia</a:t>
            </a:r>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Mesa ligada</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Mesa desligada</a:t>
            </a:r>
            <a:r>
              <a:rPr lang="pt-BR" sz="1400" dirty="0">
                <a:solidFill>
                  <a:srgbClr val="0000FF"/>
                </a:solidFill>
                <a:highlight>
                  <a:srgbClr val="FFFFFF"/>
                </a:highlight>
                <a:latin typeface="Cascadia Mono" panose="020B0609020000020004" pitchFamily="49" charset="0"/>
              </a:rPr>
              <a:t>&lt;/</a:t>
            </a:r>
            <a:r>
              <a:rPr lang="pt-BR" sz="1400" dirty="0">
                <a:solidFill>
                  <a:srgbClr val="800000"/>
                </a:solidFill>
                <a:highlight>
                  <a:srgbClr val="FFFFFF"/>
                </a:highlight>
                <a:latin typeface="Cascadia Mono" panose="020B0609020000020004" pitchFamily="49" charset="0"/>
              </a:rPr>
              <a:t>p</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button</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className</a:t>
            </a:r>
            <a:r>
              <a:rPr lang="pt-BR" sz="1400" dirty="0">
                <a:solidFill>
                  <a:srgbClr val="000000"/>
                </a:solidFill>
                <a:highlight>
                  <a:srgbClr val="FFFFFF"/>
                </a:highlight>
                <a:latin typeface="Cascadia Mono" panose="020B0609020000020004" pitchFamily="49" charset="0"/>
              </a:rPr>
              <a:t>=</a:t>
            </a:r>
            <a:r>
              <a:rPr lang="pt-BR" sz="1400" dirty="0">
                <a:solidFill>
                  <a:srgbClr val="A31515"/>
                </a:solidFill>
                <a:highlight>
                  <a:srgbClr val="FFFFFF"/>
                </a:highlight>
                <a:latin typeface="Cascadia Mono" panose="020B0609020000020004" pitchFamily="49" charset="0"/>
              </a:rPr>
              <a:t>"py-1 px-2 bg-neutral-700 </a:t>
            </a:r>
            <a:r>
              <a:rPr lang="pt-BR" sz="1400" dirty="0" err="1">
                <a:solidFill>
                  <a:srgbClr val="A31515"/>
                </a:solidFill>
                <a:highlight>
                  <a:srgbClr val="FFFFFF"/>
                </a:highlight>
                <a:latin typeface="Cascadia Mono" panose="020B0609020000020004" pitchFamily="49" charset="0"/>
              </a:rPr>
              <a:t>text-white</a:t>
            </a:r>
            <a:r>
              <a:rPr lang="pt-BR" sz="1400" dirty="0">
                <a:solidFill>
                  <a:srgbClr val="A31515"/>
                </a:solidFill>
                <a:highlight>
                  <a:srgbClr val="FFFFFF"/>
                </a:highlight>
                <a:latin typeface="Cascadia Mono" panose="020B0609020000020004" pitchFamily="49" charset="0"/>
              </a:rPr>
              <a:t> </a:t>
            </a:r>
            <a:r>
              <a:rPr lang="pt-BR" sz="1400" dirty="0" err="1">
                <a:solidFill>
                  <a:srgbClr val="A31515"/>
                </a:solidFill>
                <a:highlight>
                  <a:srgbClr val="FFFFFF"/>
                </a:highlight>
                <a:latin typeface="Cascadia Mono" panose="020B0609020000020004" pitchFamily="49" charset="0"/>
              </a:rPr>
              <a:t>rounded-md</a:t>
            </a:r>
            <a:r>
              <a:rPr lang="pt-BR" sz="1400" dirty="0">
                <a:solidFill>
                  <a:srgbClr val="A31515"/>
                </a:solidFill>
                <a:highlight>
                  <a:srgbClr val="FFFFFF"/>
                </a:highlight>
                <a:latin typeface="Cascadia Mono" panose="020B0609020000020004" pitchFamily="49" charset="0"/>
              </a:rPr>
              <a:t>"</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onClick</a:t>
            </a:r>
            <a:r>
              <a:rPr lang="pt-BR" sz="1400" dirty="0">
                <a:solidFill>
                  <a:srgbClr val="000000"/>
                </a:solidFill>
                <a:highlight>
                  <a:srgbClr val="FFFFFF"/>
                </a:highlight>
                <a:latin typeface="Cascadia Mono" panose="020B0609020000020004" pitchFamily="49" charset="0"/>
              </a:rPr>
              <a:t>={()</a:t>
            </a:r>
            <a:r>
              <a:rPr lang="pt-BR" sz="1400" dirty="0">
                <a:solidFill>
                  <a:srgbClr val="800000"/>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=&gt;</a:t>
            </a:r>
            <a:r>
              <a:rPr lang="pt-BR" sz="1400" dirty="0">
                <a:solidFill>
                  <a:srgbClr val="800000"/>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800000"/>
                </a:solidFill>
                <a:highlight>
                  <a:srgbClr val="FFFFFF"/>
                </a:highlight>
                <a:latin typeface="Cascadia Mono" panose="020B0609020000020004" pitchFamily="49" charset="0"/>
              </a:rPr>
              <a:t> </a:t>
            </a:r>
            <a:r>
              <a:rPr lang="pt-BR" sz="1400" dirty="0" err="1">
                <a:solidFill>
                  <a:srgbClr val="000000"/>
                </a:solidFill>
                <a:highlight>
                  <a:srgbClr val="FFFFFF"/>
                </a:highlight>
                <a:latin typeface="Cascadia Mono" panose="020B0609020000020004" pitchFamily="49" charset="0"/>
              </a:rPr>
              <a:t>setEnergia</a:t>
            </a:r>
            <a:r>
              <a:rPr lang="pt-BR" sz="1400" dirty="0">
                <a:solidFill>
                  <a:srgbClr val="000000"/>
                </a:solidFill>
                <a:highlight>
                  <a:srgbClr val="FFFFFF"/>
                </a:highlight>
                <a:latin typeface="Cascadia Mono" panose="020B0609020000020004" pitchFamily="49" charset="0"/>
              </a:rPr>
              <a:t>(!energia)</a:t>
            </a:r>
            <a:r>
              <a:rPr lang="pt-BR" sz="1400" dirty="0">
                <a:solidFill>
                  <a:srgbClr val="800000"/>
                </a:solidFill>
                <a:highlight>
                  <a:srgbClr val="FFFFFF"/>
                </a:highlight>
                <a:latin typeface="Cascadia Mono" panose="020B0609020000020004" pitchFamily="49" charset="0"/>
              </a:rPr>
              <a:t> </a:t>
            </a:r>
            <a:r>
              <a:rPr lang="pt-BR" sz="1400" dirty="0">
                <a:solidFill>
                  <a:srgbClr val="000000"/>
                </a:solidFill>
                <a:highlight>
                  <a:srgbClr val="FFFFFF"/>
                </a:highlight>
                <a:latin typeface="Cascadia Mono" panose="020B0609020000020004" pitchFamily="49" charset="0"/>
              </a:rPr>
              <a:t>}}</a:t>
            </a:r>
            <a:r>
              <a:rPr lang="pt-BR" sz="1400" dirty="0">
                <a:solidFill>
                  <a:srgbClr val="0000FF"/>
                </a:solidFill>
                <a:highlight>
                  <a:srgbClr val="FFFFFF"/>
                </a:highlight>
                <a:latin typeface="Cascadia Mono" panose="020B0609020000020004" pitchFamily="49" charset="0"/>
              </a:rPr>
              <a:t>&gt;</a:t>
            </a:r>
            <a:r>
              <a:rPr lang="pt-BR" sz="1400" dirty="0">
                <a:solidFill>
                  <a:srgbClr val="555555"/>
                </a:solidFill>
                <a:highlight>
                  <a:srgbClr val="FFFFFF"/>
                </a:highlight>
                <a:latin typeface="Cascadia Mono" panose="020B0609020000020004" pitchFamily="49" charset="0"/>
              </a:rPr>
              <a:t>Energia da Mesa</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button</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800000"/>
                </a:solidFill>
                <a:highlight>
                  <a:srgbClr val="FFFFFF"/>
                </a:highlight>
                <a:latin typeface="Cascadia Mono" panose="020B0609020000020004" pitchFamily="49" charset="0"/>
              </a:rPr>
              <a:t>div</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2B91AF"/>
                </a:solidFill>
                <a:highlight>
                  <a:srgbClr val="FFFFFF"/>
                </a:highlight>
                <a:latin typeface="Cascadia Mono" panose="020B0609020000020004" pitchFamily="49" charset="0"/>
              </a:rPr>
              <a:t>EnergiaContext.Provider</a:t>
            </a:r>
            <a:r>
              <a:rPr lang="pt-BR" sz="1400" dirty="0">
                <a:solidFill>
                  <a:srgbClr val="800000"/>
                </a:solidFill>
                <a:highlight>
                  <a:srgbClr val="FFFFFF"/>
                </a:highlight>
                <a:latin typeface="Cascadia Mono" panose="020B0609020000020004" pitchFamily="49" charset="0"/>
              </a:rPr>
              <a:t> </a:t>
            </a:r>
            <a:r>
              <a:rPr lang="pt-BR" sz="1400" dirty="0" err="1">
                <a:solidFill>
                  <a:srgbClr val="FF0000"/>
                </a:solidFill>
                <a:highlight>
                  <a:srgbClr val="FFFFFF"/>
                </a:highlight>
                <a:latin typeface="Cascadia Mono" panose="020B0609020000020004" pitchFamily="49" charset="0"/>
              </a:rPr>
              <a:t>value</a:t>
            </a:r>
            <a:r>
              <a:rPr lang="pt-BR" sz="1400" dirty="0">
                <a:solidFill>
                  <a:srgbClr val="000000"/>
                </a:solidFill>
                <a:highlight>
                  <a:srgbClr val="FFFFFF"/>
                </a:highlight>
                <a:latin typeface="Cascadia Mono" panose="020B0609020000020004" pitchFamily="49" charset="0"/>
              </a:rPr>
              <a:t>={energia}</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a:solidFill>
                  <a:srgbClr val="2B91AF"/>
                </a:solidFill>
                <a:highlight>
                  <a:srgbClr val="FFFFFF"/>
                </a:highlight>
                <a:latin typeface="Cascadia Mono" panose="020B0609020000020004" pitchFamily="49" charset="0"/>
              </a:rPr>
              <a:t>Grupo</a:t>
            </a:r>
            <a:r>
              <a:rPr lang="pt-BR" sz="1400" dirty="0">
                <a:solidFill>
                  <a:srgbClr val="800000"/>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a:t>
            </a:r>
            <a:r>
              <a:rPr lang="pt-BR" sz="1400" dirty="0" err="1">
                <a:solidFill>
                  <a:srgbClr val="2B91AF"/>
                </a:solidFill>
                <a:highlight>
                  <a:srgbClr val="FFFFFF"/>
                </a:highlight>
                <a:latin typeface="Cascadia Mono" panose="020B0609020000020004" pitchFamily="49" charset="0"/>
              </a:rPr>
              <a:t>EnergiaContext.Provider</a:t>
            </a:r>
            <a:r>
              <a:rPr lang="pt-BR" sz="1400" dirty="0">
                <a:solidFill>
                  <a:srgbClr val="0000FF"/>
                </a:solidFill>
                <a:highlight>
                  <a:srgbClr val="FFFFFF"/>
                </a:highlight>
                <a:latin typeface="Cascadia Mono" panose="020B0609020000020004" pitchFamily="49" charset="0"/>
              </a:rPr>
              <a:t>&gt;</a:t>
            </a:r>
            <a:endParaRPr lang="pt-BR" sz="1400" dirty="0">
              <a:solidFill>
                <a:srgbClr val="555555"/>
              </a:solidFill>
              <a:highlight>
                <a:srgbClr val="FFFFFF"/>
              </a:highlight>
              <a:latin typeface="Cascadia Mono" panose="020B0609020000020004" pitchFamily="49" charset="0"/>
            </a:endParaRPr>
          </a:p>
          <a:p>
            <a:r>
              <a:rPr lang="pt-BR" sz="1400" dirty="0">
                <a:solidFill>
                  <a:srgbClr val="555555"/>
                </a:solidFill>
                <a:highlight>
                  <a:srgbClr val="FFFFFF"/>
                </a:highlight>
                <a:latin typeface="Cascadia Mono" panose="020B0609020000020004" pitchFamily="49" charset="0"/>
              </a:rPr>
              <a:t>        </a:t>
            </a:r>
            <a:r>
              <a:rPr lang="pt-BR" sz="1400" dirty="0">
                <a:solidFill>
                  <a:srgbClr val="0000FF"/>
                </a:solidFill>
                <a:highlight>
                  <a:srgbClr val="FFFFFF"/>
                </a:highlight>
                <a:latin typeface="Cascadia Mono" panose="020B0609020000020004" pitchFamily="49" charset="0"/>
              </a:rPr>
              <a:t>&lt;/&gt;</a:t>
            </a:r>
            <a:endParaRPr lang="pt-BR" sz="1400" dirty="0">
              <a:solidFill>
                <a:srgbClr val="000000"/>
              </a:solidFill>
              <a:highlight>
                <a:srgbClr val="FFFFFF"/>
              </a:highlight>
              <a:latin typeface="Cascadia Mono" panose="020B0609020000020004" pitchFamily="49" charset="0"/>
            </a:endParaRPr>
          </a:p>
          <a:p>
            <a:r>
              <a:rPr lang="pt-BR" sz="1400" dirty="0">
                <a:solidFill>
                  <a:srgbClr val="000000"/>
                </a:solidFill>
                <a:highlight>
                  <a:srgbClr val="FFFFFF"/>
                </a:highlight>
                <a:latin typeface="Cascadia Mono" panose="020B0609020000020004" pitchFamily="49" charset="0"/>
              </a:rPr>
              <a:t>    )</a:t>
            </a:r>
          </a:p>
          <a:p>
            <a:r>
              <a:rPr lang="pt-BR" sz="1400" dirty="0">
                <a:solidFill>
                  <a:srgbClr val="000000"/>
                </a:solidFill>
                <a:highlight>
                  <a:srgbClr val="FFFFFF"/>
                </a:highlight>
                <a:latin typeface="Cascadia Mono" panose="020B0609020000020004" pitchFamily="49" charset="0"/>
              </a:rPr>
              <a:t>}</a:t>
            </a:r>
            <a:endParaRPr sz="1400" dirty="0"/>
          </a:p>
        </p:txBody>
      </p:sp>
      <p:sp>
        <p:nvSpPr>
          <p:cNvPr id="1563218082" name="CaixaDeTexto 3"/>
          <p:cNvSpPr txBox="1"/>
          <p:nvPr/>
        </p:nvSpPr>
        <p:spPr bwMode="auto">
          <a:xfrm>
            <a:off x="424872" y="387927"/>
            <a:ext cx="870284" cy="366119"/>
          </a:xfrm>
          <a:prstGeom prst="rect">
            <a:avLst/>
          </a:prstGeom>
          <a:noFill/>
        </p:spPr>
        <p:txBody>
          <a:bodyPr wrap="none" rtlCol="0">
            <a:spAutoFit/>
          </a:bodyPr>
          <a:lstStyle/>
          <a:p>
            <a:pPr>
              <a:defRPr/>
            </a:pPr>
            <a:r>
              <a:rPr lang="pt-BR"/>
              <a:t>mesa.js</a:t>
            </a:r>
            <a:endParaRPr/>
          </a:p>
        </p:txBody>
      </p:sp>
      <p:sp>
        <p:nvSpPr>
          <p:cNvPr id="1395088067" name="Retângulo 8"/>
          <p:cNvSpPr/>
          <p:nvPr/>
        </p:nvSpPr>
        <p:spPr bwMode="auto">
          <a:xfrm>
            <a:off x="374740" y="1773928"/>
            <a:ext cx="7084292" cy="461818"/>
          </a:xfrm>
          <a:prstGeom prst="rect">
            <a:avLst/>
          </a:prstGeom>
          <a:solidFill>
            <a:srgbClr val="549E39">
              <a:alpha val="3019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t-BR"/>
          </a:p>
        </p:txBody>
      </p:sp>
      <p:sp>
        <p:nvSpPr>
          <p:cNvPr id="1023063420" name="CaixaDeTexto 9"/>
          <p:cNvSpPr txBox="1"/>
          <p:nvPr/>
        </p:nvSpPr>
        <p:spPr bwMode="auto">
          <a:xfrm>
            <a:off x="7943273" y="163108"/>
            <a:ext cx="4156146" cy="2308324"/>
          </a:xfrm>
          <a:prstGeom prst="rect">
            <a:avLst/>
          </a:prstGeom>
          <a:noFill/>
        </p:spPr>
        <p:txBody>
          <a:bodyPr wrap="square" lIns="91440" tIns="45720" rIns="91440" bIns="45720" rtlCol="0" anchor="t">
            <a:spAutoFit/>
          </a:bodyPr>
          <a:lstStyle/>
          <a:p>
            <a:pPr>
              <a:defRPr/>
            </a:pPr>
            <a:r>
              <a:rPr lang="pt-BR"/>
              <a:t>Criação do Context</a:t>
            </a:r>
          </a:p>
          <a:p>
            <a:pPr>
              <a:defRPr/>
            </a:pPr>
            <a:endParaRPr lang="pt-BR" i="1"/>
          </a:p>
          <a:p>
            <a:pPr>
              <a:defRPr/>
            </a:pPr>
            <a:r>
              <a:rPr lang="pt-BR" i="1"/>
              <a:t>false </a:t>
            </a:r>
            <a:r>
              <a:rPr lang="pt-BR"/>
              <a:t>representa um valor padrão, utilizado caso não seja encontrado o Context  na árvore.</a:t>
            </a:r>
            <a:endParaRPr/>
          </a:p>
          <a:p>
            <a:pPr>
              <a:defRPr/>
            </a:pPr>
            <a:endParaRPr lang="pt-BR"/>
          </a:p>
          <a:p>
            <a:pPr>
              <a:defRPr/>
            </a:pPr>
            <a:r>
              <a:rPr lang="pt-BR"/>
              <a:t>Context é exportado para poder ser utilizado em  outro arquivo</a:t>
            </a:r>
            <a:endParaRPr/>
          </a:p>
        </p:txBody>
      </p:sp>
      <p:cxnSp>
        <p:nvCxnSpPr>
          <p:cNvPr id="1360032153" name="Conector de Seta Reta 11"/>
          <p:cNvCxnSpPr>
            <a:endCxn id="1395088067" idx="3"/>
          </p:cNvCxnSpPr>
          <p:nvPr/>
        </p:nvCxnSpPr>
        <p:spPr bwMode="auto">
          <a:xfrm flipH="1">
            <a:off x="7459032" y="1330583"/>
            <a:ext cx="434109" cy="67425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2164878" name="Retângulo 13"/>
          <p:cNvSpPr/>
          <p:nvPr/>
        </p:nvSpPr>
        <p:spPr bwMode="auto">
          <a:xfrm>
            <a:off x="1548000" y="5558512"/>
            <a:ext cx="5239269" cy="679282"/>
          </a:xfrm>
          <a:prstGeom prst="rect">
            <a:avLst/>
          </a:prstGeom>
          <a:solidFill>
            <a:srgbClr val="C00000">
              <a:alpha val="3019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t-BR"/>
          </a:p>
        </p:txBody>
      </p:sp>
      <p:sp>
        <p:nvSpPr>
          <p:cNvPr id="750439361" name="CaixaDeTexto 14"/>
          <p:cNvSpPr txBox="1"/>
          <p:nvPr/>
        </p:nvSpPr>
        <p:spPr bwMode="auto">
          <a:xfrm>
            <a:off x="7874110" y="5204157"/>
            <a:ext cx="4156146" cy="923330"/>
          </a:xfrm>
          <a:prstGeom prst="rect">
            <a:avLst/>
          </a:prstGeom>
          <a:noFill/>
        </p:spPr>
        <p:txBody>
          <a:bodyPr wrap="square" lIns="91440" tIns="45720" rIns="91440" bIns="45720" rtlCol="0" anchor="t">
            <a:spAutoFit/>
          </a:bodyPr>
          <a:lstStyle/>
          <a:p>
            <a:pPr>
              <a:defRPr/>
            </a:pPr>
            <a:r>
              <a:rPr lang="pt-BR"/>
              <a:t>Criação do Provider.</a:t>
            </a:r>
            <a:endParaRPr/>
          </a:p>
          <a:p>
            <a:pPr>
              <a:defRPr/>
            </a:pPr>
            <a:r>
              <a:rPr lang="pt-BR"/>
              <a:t>Todos os seus filhos neste ponto da árvore podem acessar o valor informado em </a:t>
            </a:r>
            <a:r>
              <a:rPr lang="pt-BR" i="1"/>
              <a:t>value</a:t>
            </a:r>
            <a:endParaRPr lang="pt-BR"/>
          </a:p>
        </p:txBody>
      </p:sp>
      <p:cxnSp>
        <p:nvCxnSpPr>
          <p:cNvPr id="336143396" name="Conector de Seta Reta 16"/>
          <p:cNvCxnSpPr>
            <a:stCxn id="750439361" idx="1"/>
            <a:endCxn id="992164878" idx="3"/>
          </p:cNvCxnSpPr>
          <p:nvPr/>
        </p:nvCxnSpPr>
        <p:spPr bwMode="auto">
          <a:xfrm rot="10799990" flipV="1">
            <a:off x="6787269" y="5665821"/>
            <a:ext cx="1086840" cy="2323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95088067"/>
                                        </p:tgtEl>
                                        <p:attrNameLst>
                                          <p:attrName>style.visibility</p:attrName>
                                        </p:attrNameLst>
                                      </p:cBhvr>
                                      <p:to>
                                        <p:strVal val="visible"/>
                                      </p:to>
                                    </p:set>
                                    <p:animEffect transition="in" filter="fade">
                                      <p:cBhvr>
                                        <p:cTn id="7" dur="500"/>
                                        <p:tgtEl>
                                          <p:spTgt spid="13950880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0032153"/>
                                        </p:tgtEl>
                                        <p:attrNameLst>
                                          <p:attrName>style.visibility</p:attrName>
                                        </p:attrNameLst>
                                      </p:cBhvr>
                                      <p:to>
                                        <p:strVal val="visible"/>
                                      </p:to>
                                    </p:set>
                                    <p:animEffect transition="in" filter="fade">
                                      <p:cBhvr>
                                        <p:cTn id="12" dur="500"/>
                                        <p:tgtEl>
                                          <p:spTgt spid="13600321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3063420"/>
                                        </p:tgtEl>
                                        <p:attrNameLst>
                                          <p:attrName>style.visibility</p:attrName>
                                        </p:attrNameLst>
                                      </p:cBhvr>
                                      <p:to>
                                        <p:strVal val="visible"/>
                                      </p:to>
                                    </p:set>
                                    <p:animEffect transition="in" filter="fade">
                                      <p:cBhvr>
                                        <p:cTn id="17" dur="500"/>
                                        <p:tgtEl>
                                          <p:spTgt spid="10230634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92164878"/>
                                        </p:tgtEl>
                                        <p:attrNameLst>
                                          <p:attrName>style.visibility</p:attrName>
                                        </p:attrNameLst>
                                      </p:cBhvr>
                                      <p:to>
                                        <p:strVal val="visible"/>
                                      </p:to>
                                    </p:set>
                                    <p:animEffect transition="in" filter="fade">
                                      <p:cBhvr>
                                        <p:cTn id="22" dur="500"/>
                                        <p:tgtEl>
                                          <p:spTgt spid="9921648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6143396"/>
                                        </p:tgtEl>
                                        <p:attrNameLst>
                                          <p:attrName>style.visibility</p:attrName>
                                        </p:attrNameLst>
                                      </p:cBhvr>
                                      <p:to>
                                        <p:strVal val="visible"/>
                                      </p:to>
                                    </p:set>
                                    <p:animEffect transition="in" filter="fade">
                                      <p:cBhvr>
                                        <p:cTn id="27" dur="500"/>
                                        <p:tgtEl>
                                          <p:spTgt spid="33614339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50439361"/>
                                        </p:tgtEl>
                                        <p:attrNameLst>
                                          <p:attrName>style.visibility</p:attrName>
                                        </p:attrNameLst>
                                      </p:cBhvr>
                                      <p:to>
                                        <p:strVal val="visible"/>
                                      </p:to>
                                    </p:set>
                                    <p:animEffect transition="in" filter="fade">
                                      <p:cBhvr>
                                        <p:cTn id="32" dur="500"/>
                                        <p:tgtEl>
                                          <p:spTgt spid="750439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5088067" grpId="0" animBg="1"/>
      <p:bldP spid="1023063420" grpId="0"/>
      <p:bldP spid="992164878" grpId="0" animBg="1"/>
      <p:bldP spid="750439361"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1596314" name="CaixaDeTexto 3"/>
          <p:cNvSpPr txBox="1"/>
          <p:nvPr/>
        </p:nvSpPr>
        <p:spPr bwMode="auto">
          <a:xfrm>
            <a:off x="480290" y="230908"/>
            <a:ext cx="923190" cy="366119"/>
          </a:xfrm>
          <a:prstGeom prst="rect">
            <a:avLst/>
          </a:prstGeom>
          <a:noFill/>
        </p:spPr>
        <p:txBody>
          <a:bodyPr wrap="none" rtlCol="0">
            <a:spAutoFit/>
          </a:bodyPr>
          <a:lstStyle/>
          <a:p>
            <a:pPr>
              <a:defRPr/>
            </a:pPr>
            <a:r>
              <a:rPr lang="pt-BR"/>
              <a:t>grupo.js</a:t>
            </a:r>
            <a:endParaRPr/>
          </a:p>
        </p:txBody>
      </p:sp>
      <p:sp>
        <p:nvSpPr>
          <p:cNvPr id="309587642" name="CaixaDeTexto 6"/>
          <p:cNvSpPr txBox="1"/>
          <p:nvPr/>
        </p:nvSpPr>
        <p:spPr bwMode="auto">
          <a:xfrm>
            <a:off x="6096000" y="6197599"/>
            <a:ext cx="5930341" cy="369332"/>
          </a:xfrm>
          <a:prstGeom prst="rect">
            <a:avLst/>
          </a:prstGeom>
          <a:noFill/>
        </p:spPr>
        <p:txBody>
          <a:bodyPr wrap="none" rtlCol="0">
            <a:spAutoFit/>
          </a:bodyPr>
          <a:lstStyle/>
          <a:p>
            <a:pPr>
              <a:defRPr/>
            </a:pPr>
            <a:r>
              <a:rPr lang="pt-BR"/>
              <a:t>Perceba que deixamos de receber/informar o valor de energia</a:t>
            </a:r>
            <a:endParaRPr/>
          </a:p>
        </p:txBody>
      </p:sp>
      <p:sp>
        <p:nvSpPr>
          <p:cNvPr id="385476837" name="CaixaDeTexto 1"/>
          <p:cNvSpPr txBox="1"/>
          <p:nvPr/>
        </p:nvSpPr>
        <p:spPr bwMode="auto">
          <a:xfrm>
            <a:off x="483267" y="603583"/>
            <a:ext cx="1140629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800" dirty="0" err="1">
                <a:solidFill>
                  <a:srgbClr val="0000FF"/>
                </a:solidFill>
                <a:highlight>
                  <a:srgbClr val="FFFFFF"/>
                </a:highlight>
                <a:latin typeface="Cascadia Mono" panose="020B0609020000020004" pitchFamily="49" charset="0"/>
              </a:rPr>
              <a:t>import</a:t>
            </a:r>
            <a:r>
              <a:rPr lang="pt-BR" sz="1800" dirty="0">
                <a:solidFill>
                  <a:srgbClr val="000000"/>
                </a:solidFill>
                <a:highlight>
                  <a:srgbClr val="FFFFFF"/>
                </a:highlight>
                <a:latin typeface="Cascadia Mono" panose="020B0609020000020004" pitchFamily="49" charset="0"/>
              </a:rPr>
              <a:t> Equipamento </a:t>
            </a:r>
            <a:r>
              <a:rPr lang="pt-BR" sz="1800" dirty="0" err="1">
                <a:solidFill>
                  <a:srgbClr val="0000FF"/>
                </a:solidFill>
                <a:highlight>
                  <a:srgbClr val="FFFFFF"/>
                </a:highlight>
                <a:latin typeface="Cascadia Mono" panose="020B0609020000020004" pitchFamily="49" charset="0"/>
              </a:rPr>
              <a:t>from</a:t>
            </a:r>
            <a:r>
              <a:rPr lang="pt-BR" sz="1800" dirty="0">
                <a:solidFill>
                  <a:srgbClr val="000000"/>
                </a:solidFill>
                <a:highlight>
                  <a:srgbClr val="FFFFFF"/>
                </a:highlight>
                <a:latin typeface="Cascadia Mono" panose="020B0609020000020004" pitchFamily="49" charset="0"/>
              </a:rPr>
              <a:t> </a:t>
            </a:r>
            <a:r>
              <a:rPr lang="pt-BR" sz="1800" dirty="0">
                <a:solidFill>
                  <a:srgbClr val="A31515"/>
                </a:solidFill>
                <a:highlight>
                  <a:srgbClr val="FFFFFF"/>
                </a:highlight>
                <a:latin typeface="Cascadia Mono" panose="020B0609020000020004" pitchFamily="49" charset="0"/>
              </a:rPr>
              <a:t>"./equipamento"</a:t>
            </a:r>
            <a:r>
              <a:rPr lang="pt-BR" sz="1800" dirty="0">
                <a:solidFill>
                  <a:srgbClr val="000000"/>
                </a:solidFill>
                <a:highlight>
                  <a:srgbClr val="FFFFFF"/>
                </a:highlight>
                <a:latin typeface="Cascadia Mono" panose="020B0609020000020004" pitchFamily="49" charset="0"/>
              </a:rPr>
              <a:t>;</a:t>
            </a: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export</a:t>
            </a:r>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default</a:t>
            </a:r>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function</a:t>
            </a:r>
            <a:r>
              <a:rPr lang="pt-BR" sz="1800" dirty="0">
                <a:solidFill>
                  <a:srgbClr val="000000"/>
                </a:solidFill>
                <a:highlight>
                  <a:srgbClr val="FFFFFF"/>
                </a:highlight>
                <a:latin typeface="Cascadia Mono" panose="020B0609020000020004" pitchFamily="49" charset="0"/>
              </a:rPr>
              <a:t> Grupo() {</a:t>
            </a:r>
          </a:p>
          <a:p>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return</a:t>
            </a:r>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800000"/>
                </a:solidFill>
                <a:highlight>
                  <a:srgbClr val="FFFFFF"/>
                </a:highlight>
                <a:latin typeface="Cascadia Mono" panose="020B0609020000020004" pitchFamily="49" charset="0"/>
              </a:rPr>
              <a:t>p </a:t>
            </a:r>
            <a:r>
              <a:rPr lang="pt-BR" sz="1800" dirty="0" err="1">
                <a:solidFill>
                  <a:srgbClr val="FF0000"/>
                </a:solidFill>
                <a:highlight>
                  <a:srgbClr val="FFFFFF"/>
                </a:highlight>
                <a:latin typeface="Cascadia Mono" panose="020B0609020000020004" pitchFamily="49" charset="0"/>
              </a:rPr>
              <a:t>className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"text-2xl"</a:t>
            </a:r>
            <a:r>
              <a:rPr lang="pt-BR" sz="1800" dirty="0">
                <a:solidFill>
                  <a:srgbClr val="0000FF"/>
                </a:solidFill>
                <a:highlight>
                  <a:srgbClr val="FFFFFF"/>
                </a:highlight>
                <a:latin typeface="Cascadia Mono" panose="020B0609020000020004" pitchFamily="49" charset="0"/>
              </a:rPr>
              <a:t>&gt;</a:t>
            </a:r>
            <a:r>
              <a:rPr lang="pt-BR" sz="1800" dirty="0">
                <a:solidFill>
                  <a:srgbClr val="555555"/>
                </a:solidFill>
                <a:highlight>
                  <a:srgbClr val="FFFFFF"/>
                </a:highlight>
                <a:latin typeface="Cascadia Mono" panose="020B0609020000020004" pitchFamily="49" charset="0"/>
              </a:rPr>
              <a:t>Grupo</a:t>
            </a:r>
            <a:r>
              <a:rPr lang="pt-BR" sz="1800" dirty="0">
                <a:solidFill>
                  <a:srgbClr val="0000FF"/>
                </a:solidFill>
                <a:highlight>
                  <a:srgbClr val="FFFFFF"/>
                </a:highlight>
                <a:latin typeface="Cascadia Mono" panose="020B0609020000020004" pitchFamily="49" charset="0"/>
              </a:rPr>
              <a:t>&lt;/</a:t>
            </a:r>
            <a:r>
              <a:rPr lang="pt-BR" sz="1800" dirty="0">
                <a:solidFill>
                  <a:srgbClr val="800000"/>
                </a:solidFill>
                <a:highlight>
                  <a:srgbClr val="FFFFFF"/>
                </a:highlight>
                <a:latin typeface="Cascadia Mono" panose="020B0609020000020004" pitchFamily="49" charset="0"/>
              </a:rPr>
              <a:t>p</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"Microfone"</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"Guitarra"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"Baixo"</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2B91AF"/>
                </a:solidFill>
                <a:highlight>
                  <a:srgbClr val="FFFFFF"/>
                </a:highlight>
                <a:latin typeface="Cascadia Mono" panose="020B0609020000020004" pitchFamily="49" charset="0"/>
              </a:rPr>
              <a:t>Equipamento</a:t>
            </a:r>
            <a:r>
              <a:rPr lang="pt-BR" sz="1800" dirty="0">
                <a:solidFill>
                  <a:srgbClr val="800000"/>
                </a:solidFill>
                <a:highlight>
                  <a:srgbClr val="FFFFFF"/>
                </a:highlight>
                <a:latin typeface="Cascadia Mono" panose="020B0609020000020004" pitchFamily="49" charset="0"/>
              </a:rPr>
              <a:t> </a:t>
            </a:r>
            <a:r>
              <a:rPr lang="pt-BR" sz="1800" dirty="0">
                <a:solidFill>
                  <a:srgbClr val="FF0000"/>
                </a:solidFill>
                <a:highlight>
                  <a:srgbClr val="FFFFFF"/>
                </a:highlight>
                <a:latin typeface="Cascadia Mono" panose="020B0609020000020004" pitchFamily="49" charset="0"/>
              </a:rPr>
              <a:t>nome</a:t>
            </a:r>
            <a:r>
              <a:rPr lang="pt-BR" sz="1800" dirty="0">
                <a:solidFill>
                  <a:srgbClr val="000000"/>
                </a:solidFill>
                <a:highlight>
                  <a:srgbClr val="FFFFFF"/>
                </a:highlight>
                <a:latin typeface="Cascadia Mono" panose="020B0609020000020004" pitchFamily="49" charset="0"/>
              </a:rPr>
              <a:t>=</a:t>
            </a:r>
            <a:r>
              <a:rPr lang="pt-BR" sz="1800" dirty="0">
                <a:solidFill>
                  <a:srgbClr val="A31515"/>
                </a:solidFill>
                <a:highlight>
                  <a:srgbClr val="FFFFFF"/>
                </a:highlight>
                <a:latin typeface="Cascadia Mono" panose="020B0609020000020004" pitchFamily="49" charset="0"/>
              </a:rPr>
              <a:t>"Bateria"</a:t>
            </a:r>
            <a:r>
              <a:rPr lang="pt-BR" sz="1800" dirty="0">
                <a:solidFill>
                  <a:srgbClr val="8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a:t>
            </a:r>
            <a:endParaRPr lang="en-US" sz="2400" dirty="0">
              <a:solidFill>
                <a:srgbClr val="3B3B3B"/>
              </a:solidFill>
              <a:latin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414293" name="CaixaDeTexto 1"/>
          <p:cNvSpPr txBox="1"/>
          <p:nvPr/>
        </p:nvSpPr>
        <p:spPr bwMode="auto">
          <a:xfrm>
            <a:off x="2004" y="523373"/>
            <a:ext cx="12188707"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700" dirty="0">
                <a:solidFill>
                  <a:srgbClr val="A31515"/>
                </a:solidFill>
                <a:highlight>
                  <a:srgbClr val="FFFFFF"/>
                </a:highlight>
                <a:latin typeface="Cascadia Mono" panose="020B0609020000020004" pitchFamily="49" charset="0"/>
              </a:rPr>
              <a:t>'use </a:t>
            </a:r>
            <a:r>
              <a:rPr lang="pt-BR" sz="700" dirty="0" err="1">
                <a:solidFill>
                  <a:srgbClr val="A31515"/>
                </a:solidFill>
                <a:highlight>
                  <a:srgbClr val="FFFFFF"/>
                </a:highlight>
                <a:latin typeface="Cascadia Mono" panose="020B0609020000020004" pitchFamily="49" charset="0"/>
              </a:rPr>
              <a:t>client</a:t>
            </a:r>
            <a:r>
              <a:rPr lang="pt-BR" sz="700" dirty="0">
                <a:solidFill>
                  <a:srgbClr val="A31515"/>
                </a:solidFill>
                <a:highlight>
                  <a:srgbClr val="FFFFFF"/>
                </a:highlight>
                <a:latin typeface="Cascadia Mono" panose="020B0609020000020004" pitchFamily="49" charset="0"/>
              </a:rPr>
              <a:t>'</a:t>
            </a:r>
            <a:endParaRPr lang="pt-BR" sz="700" dirty="0">
              <a:solidFill>
                <a:srgbClr val="000000"/>
              </a:solidFill>
              <a:highlight>
                <a:srgbClr val="FFFFFF"/>
              </a:highlight>
              <a:latin typeface="Cascadia Mono" panose="020B0609020000020004" pitchFamily="49" charset="0"/>
            </a:endParaRPr>
          </a:p>
          <a:p>
            <a:endParaRPr lang="pt-BR" sz="700" dirty="0">
              <a:solidFill>
                <a:srgbClr val="000000"/>
              </a:solidFill>
              <a:highlight>
                <a:srgbClr val="FFFFFF"/>
              </a:highlight>
              <a:latin typeface="Cascadia Mono" panose="020B0609020000020004" pitchFamily="49" charset="0"/>
            </a:endParaRPr>
          </a:p>
          <a:p>
            <a:r>
              <a:rPr lang="en-US" sz="700" dirty="0">
                <a:solidFill>
                  <a:srgbClr val="0000FF"/>
                </a:solidFill>
                <a:highlight>
                  <a:srgbClr val="FFFFFF"/>
                </a:highlight>
                <a:latin typeface="Cascadia Mono" panose="020B0609020000020004" pitchFamily="49" charset="0"/>
              </a:rPr>
              <a:t>import</a:t>
            </a:r>
            <a:r>
              <a:rPr lang="en-US" sz="700" dirty="0">
                <a:solidFill>
                  <a:srgbClr val="000000"/>
                </a:solidFill>
                <a:highlight>
                  <a:srgbClr val="FFFFFF"/>
                </a:highlight>
                <a:latin typeface="Cascadia Mono" panose="020B0609020000020004" pitchFamily="49" charset="0"/>
              </a:rPr>
              <a:t> { </a:t>
            </a:r>
            <a:r>
              <a:rPr lang="en-US" sz="700" dirty="0" err="1">
                <a:solidFill>
                  <a:srgbClr val="000000"/>
                </a:solidFill>
                <a:highlight>
                  <a:srgbClr val="FFFFFF"/>
                </a:highlight>
                <a:latin typeface="Cascadia Mono" panose="020B0609020000020004" pitchFamily="49" charset="0"/>
              </a:rPr>
              <a:t>useContext</a:t>
            </a:r>
            <a:r>
              <a:rPr lang="en-US" sz="700" dirty="0">
                <a:solidFill>
                  <a:srgbClr val="000000"/>
                </a:solidFill>
                <a:highlight>
                  <a:srgbClr val="FFFFFF"/>
                </a:highlight>
                <a:latin typeface="Cascadia Mono" panose="020B0609020000020004" pitchFamily="49" charset="0"/>
              </a:rPr>
              <a:t>, </a:t>
            </a:r>
            <a:r>
              <a:rPr lang="en-US" sz="700" dirty="0" err="1">
                <a:solidFill>
                  <a:srgbClr val="000000"/>
                </a:solidFill>
                <a:highlight>
                  <a:srgbClr val="FFFFFF"/>
                </a:highlight>
                <a:latin typeface="Cascadia Mono" panose="020B0609020000020004" pitchFamily="49" charset="0"/>
              </a:rPr>
              <a:t>useState</a:t>
            </a:r>
            <a:r>
              <a:rPr lang="en-US" sz="700" dirty="0">
                <a:solidFill>
                  <a:srgbClr val="000000"/>
                </a:solidFill>
                <a:highlight>
                  <a:srgbClr val="FFFFFF"/>
                </a:highlight>
                <a:latin typeface="Cascadia Mono" panose="020B0609020000020004" pitchFamily="49" charset="0"/>
              </a:rPr>
              <a:t> } </a:t>
            </a:r>
            <a:r>
              <a:rPr lang="en-US" sz="700" dirty="0">
                <a:solidFill>
                  <a:srgbClr val="0000FF"/>
                </a:solidFill>
                <a:highlight>
                  <a:srgbClr val="FFFFFF"/>
                </a:highlight>
                <a:latin typeface="Cascadia Mono" panose="020B0609020000020004" pitchFamily="49" charset="0"/>
              </a:rPr>
              <a:t>from</a:t>
            </a:r>
            <a:r>
              <a:rPr lang="en-US" sz="700" dirty="0">
                <a:solidFill>
                  <a:srgbClr val="000000"/>
                </a:solidFill>
                <a:highlight>
                  <a:srgbClr val="FFFFFF"/>
                </a:highlight>
                <a:latin typeface="Cascadia Mono" panose="020B0609020000020004" pitchFamily="49" charset="0"/>
              </a:rPr>
              <a:t> </a:t>
            </a:r>
            <a:r>
              <a:rPr lang="en-US" sz="700" dirty="0">
                <a:solidFill>
                  <a:srgbClr val="A31515"/>
                </a:solidFill>
                <a:highlight>
                  <a:srgbClr val="FFFFFF"/>
                </a:highlight>
                <a:latin typeface="Cascadia Mono" panose="020B0609020000020004" pitchFamily="49" charset="0"/>
              </a:rPr>
              <a:t>"react"</a:t>
            </a:r>
            <a:r>
              <a:rPr lang="en-US" sz="700" dirty="0">
                <a:solidFill>
                  <a:srgbClr val="000000"/>
                </a:solidFill>
                <a:highlight>
                  <a:srgbClr val="FFFFFF"/>
                </a:highlight>
                <a:latin typeface="Cascadia Mono" panose="020B0609020000020004" pitchFamily="49" charset="0"/>
              </a:rPr>
              <a:t>;</a:t>
            </a:r>
          </a:p>
          <a:p>
            <a:r>
              <a:rPr lang="pt-BR" sz="700" dirty="0" err="1">
                <a:solidFill>
                  <a:srgbClr val="0000FF"/>
                </a:solidFill>
                <a:highlight>
                  <a:srgbClr val="FFFFFF"/>
                </a:highlight>
                <a:latin typeface="Cascadia Mono" panose="020B0609020000020004" pitchFamily="49" charset="0"/>
              </a:rPr>
              <a:t>import</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EnergiaContext</a:t>
            </a:r>
            <a:r>
              <a:rPr lang="pt-BR" sz="700" dirty="0">
                <a:solidFill>
                  <a:srgbClr val="000000"/>
                </a:solidFill>
                <a:highlight>
                  <a:srgbClr val="FFFFFF"/>
                </a:highlight>
                <a:latin typeface="Cascadia Mono" panose="020B0609020000020004" pitchFamily="49" charset="0"/>
              </a:rPr>
              <a:t> } </a:t>
            </a:r>
            <a:r>
              <a:rPr lang="pt-BR" sz="700" dirty="0" err="1">
                <a:solidFill>
                  <a:srgbClr val="0000FF"/>
                </a:solidFill>
                <a:highlight>
                  <a:srgbClr val="FFFFFF"/>
                </a:highlight>
                <a:latin typeface="Cascadia Mono" panose="020B0609020000020004" pitchFamily="49" charset="0"/>
              </a:rPr>
              <a:t>from</a:t>
            </a:r>
            <a:r>
              <a:rPr lang="pt-BR" sz="700" dirty="0">
                <a:solidFill>
                  <a:srgbClr val="000000"/>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"./mesa"</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err="1">
                <a:solidFill>
                  <a:srgbClr val="0000FF"/>
                </a:solidFill>
                <a:highlight>
                  <a:srgbClr val="FFFFFF"/>
                </a:highlight>
                <a:latin typeface="Cascadia Mono" panose="020B0609020000020004" pitchFamily="49" charset="0"/>
              </a:rPr>
              <a:t>export</a:t>
            </a:r>
            <a:r>
              <a:rPr lang="pt-BR" sz="700" dirty="0">
                <a:solidFill>
                  <a:srgbClr val="000000"/>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default</a:t>
            </a:r>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function</a:t>
            </a:r>
            <a:r>
              <a:rPr lang="pt-BR" sz="700" dirty="0">
                <a:solidFill>
                  <a:srgbClr val="000000"/>
                </a:solidFill>
                <a:highlight>
                  <a:srgbClr val="FFFFFF"/>
                </a:highlight>
                <a:latin typeface="Cascadia Mono" panose="020B0609020000020004" pitchFamily="49" charset="0"/>
              </a:rPr>
              <a:t> Equipamento({ nome })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energia = </a:t>
            </a:r>
            <a:r>
              <a:rPr lang="pt-BR" sz="700" dirty="0" err="1">
                <a:solidFill>
                  <a:srgbClr val="000000"/>
                </a:solidFill>
                <a:highlight>
                  <a:srgbClr val="FFFFFF"/>
                </a:highlight>
                <a:latin typeface="Cascadia Mono" panose="020B0609020000020004" pitchFamily="49" charset="0"/>
              </a:rPr>
              <a:t>useContext</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EnergiaContext</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[volume,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[ligado, </a:t>
            </a:r>
            <a:r>
              <a:rPr lang="pt-BR" sz="700" dirty="0" err="1">
                <a:solidFill>
                  <a:srgbClr val="000000"/>
                </a:solidFill>
                <a:highlight>
                  <a:srgbClr val="FFFFFF"/>
                </a:highlight>
                <a:latin typeface="Cascadia Mono" panose="020B0609020000020004" pitchFamily="49" charset="0"/>
              </a:rPr>
              <a:t>setLigado</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false</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handleVolumeDown</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(volume &gt; 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(volume - 1);</a:t>
            </a:r>
          </a:p>
          <a:p>
            <a:r>
              <a:rPr lang="pt-BR" sz="700" dirty="0">
                <a:solidFill>
                  <a:srgbClr val="000000"/>
                </a:solidFill>
                <a:highlight>
                  <a:srgbClr val="FFFFFF"/>
                </a:highlight>
                <a:latin typeface="Cascadia Mono" panose="020B0609020000020004" pitchFamily="49" charset="0"/>
              </a:rPr>
              <a: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handleVolumeUp</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(volume &lt; 10)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(volume + 1);</a:t>
            </a:r>
          </a:p>
          <a:p>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handleLigar</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setLigado</a:t>
            </a:r>
            <a:r>
              <a:rPr lang="pt-BR" sz="700" dirty="0">
                <a:solidFill>
                  <a:srgbClr val="000000"/>
                </a:solidFill>
                <a:highlight>
                  <a:srgbClr val="FFFFFF"/>
                </a:highlight>
                <a:latin typeface="Cascadia Mono" panose="020B0609020000020004" pitchFamily="49" charset="0"/>
              </a:rPr>
              <a:t>(!ligado);</a:t>
            </a:r>
          </a:p>
          <a:p>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return</a:t>
            </a:r>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flex</a:t>
            </a:r>
            <a:r>
              <a:rPr lang="pt-BR" sz="700" dirty="0">
                <a:solidFill>
                  <a:srgbClr val="A31515"/>
                </a:solidFill>
                <a:highlight>
                  <a:srgbClr val="FFFFFF"/>
                </a:highlight>
                <a:latin typeface="Cascadia Mono" panose="020B0609020000020004" pitchFamily="49" charset="0"/>
              </a:rPr>
              <a:t> </a:t>
            </a:r>
            <a:r>
              <a:rPr lang="pt-BR" sz="700" dirty="0" err="1">
                <a:solidFill>
                  <a:srgbClr val="A31515"/>
                </a:solidFill>
                <a:highlight>
                  <a:srgbClr val="FFFFFF"/>
                </a:highlight>
                <a:latin typeface="Cascadia Mono" panose="020B0609020000020004" pitchFamily="49" charset="0"/>
              </a:rPr>
              <a:t>flex-col</a:t>
            </a:r>
            <a:r>
              <a:rPr lang="pt-BR" sz="700" dirty="0">
                <a:solidFill>
                  <a:srgbClr val="A31515"/>
                </a:solidFill>
                <a:highlight>
                  <a:srgbClr val="FFFFFF"/>
                </a:highlight>
                <a:latin typeface="Cascadia Mono" panose="020B0609020000020004" pitchFamily="49" charset="0"/>
              </a:rPr>
              <a:t> my-2 py-2 px-2 </a:t>
            </a:r>
            <a:r>
              <a:rPr lang="pt-BR" sz="700" dirty="0" err="1">
                <a:solidFill>
                  <a:srgbClr val="A31515"/>
                </a:solidFill>
                <a:highlight>
                  <a:srgbClr val="FFFFFF"/>
                </a:highlight>
                <a:latin typeface="Cascadia Mono" panose="020B0609020000020004" pitchFamily="49" charset="0"/>
              </a:rPr>
              <a:t>font</a:t>
            </a:r>
            <a:r>
              <a:rPr lang="pt-BR" sz="700" dirty="0">
                <a:solidFill>
                  <a:srgbClr val="A31515"/>
                </a:solidFill>
                <a:highlight>
                  <a:srgbClr val="FFFFFF"/>
                </a:highlight>
                <a:latin typeface="Cascadia Mono" panose="020B0609020000020004" pitchFamily="49" charset="0"/>
              </a:rPr>
              <a:t>-mono"</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en-US" sz="700" dirty="0">
                <a:solidFill>
                  <a:srgbClr val="555555"/>
                </a:solidFill>
                <a:highlight>
                  <a:srgbClr val="FFFFFF"/>
                </a:highlight>
                <a:latin typeface="Cascadia Mono" panose="020B0609020000020004" pitchFamily="49" charset="0"/>
              </a:rPr>
              <a:t>            </a:t>
            </a:r>
            <a:r>
              <a:rPr lang="en-US" sz="700" dirty="0">
                <a:solidFill>
                  <a:srgbClr val="0000FF"/>
                </a:solidFill>
                <a:highlight>
                  <a:srgbClr val="FFFFFF"/>
                </a:highlight>
                <a:latin typeface="Cascadia Mono" panose="020B0609020000020004" pitchFamily="49" charset="0"/>
              </a:rPr>
              <a:t>&lt;</a:t>
            </a:r>
            <a:r>
              <a:rPr lang="en-US" sz="700" dirty="0">
                <a:solidFill>
                  <a:srgbClr val="800000"/>
                </a:solidFill>
                <a:highlight>
                  <a:srgbClr val="FFFFFF"/>
                </a:highlight>
                <a:latin typeface="Cascadia Mono" panose="020B0609020000020004" pitchFamily="49" charset="0"/>
              </a:rPr>
              <a:t>div </a:t>
            </a:r>
            <a:r>
              <a:rPr lang="en-US" sz="700" dirty="0" err="1">
                <a:solidFill>
                  <a:srgbClr val="FF0000"/>
                </a:solidFill>
                <a:highlight>
                  <a:srgbClr val="FFFFFF"/>
                </a:highlight>
                <a:latin typeface="Cascadia Mono" panose="020B0609020000020004" pitchFamily="49" charset="0"/>
              </a:rPr>
              <a:t>className</a:t>
            </a:r>
            <a:r>
              <a:rPr lang="en-US" sz="700" dirty="0">
                <a:solidFill>
                  <a:srgbClr val="000000"/>
                </a:solidFill>
                <a:highlight>
                  <a:srgbClr val="FFFFFF"/>
                </a:highlight>
                <a:latin typeface="Cascadia Mono" panose="020B0609020000020004" pitchFamily="49" charset="0"/>
              </a:rPr>
              <a:t>=</a:t>
            </a:r>
            <a:r>
              <a:rPr lang="en-US" sz="700" dirty="0">
                <a:solidFill>
                  <a:srgbClr val="A31515"/>
                </a:solidFill>
                <a:highlight>
                  <a:srgbClr val="FFFFFF"/>
                </a:highlight>
                <a:latin typeface="Cascadia Mono" panose="020B0609020000020004" pitchFamily="49" charset="0"/>
              </a:rPr>
              <a:t>"flex flex-row gap-2 mb-4"</a:t>
            </a:r>
            <a:r>
              <a:rPr lang="en-US" sz="700" dirty="0">
                <a:solidFill>
                  <a:srgbClr val="0000FF"/>
                </a:solidFill>
                <a:highlight>
                  <a:srgbClr val="FFFFFF"/>
                </a:highlight>
                <a:latin typeface="Cascadia Mono" panose="020B0609020000020004" pitchFamily="49" charset="0"/>
              </a:rPr>
              <a:t>&gt;</a:t>
            </a:r>
            <a:endParaRPr lang="en-US"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r>
              <a:rPr lang="pt-BR" sz="700" dirty="0">
                <a:solidFill>
                  <a:srgbClr val="000000"/>
                </a:solidFill>
                <a:highlight>
                  <a:srgbClr val="FFFFFF"/>
                </a:highlight>
                <a:latin typeface="Cascadia Mono" panose="020B0609020000020004" pitchFamily="49" charset="0"/>
              </a:rPr>
              <a:t>{nome}</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handleLigar</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`py-0 px-2 </a:t>
            </a:r>
            <a:r>
              <a:rPr lang="pt-BR" sz="700" dirty="0">
                <a:solidFill>
                  <a:srgbClr val="0000FF"/>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ligado ? </a:t>
            </a:r>
            <a:r>
              <a:rPr lang="pt-BR" sz="700" dirty="0">
                <a:solidFill>
                  <a:srgbClr val="A31515"/>
                </a:solidFill>
                <a:highlight>
                  <a:srgbClr val="FFFFFF"/>
                </a:highlight>
                <a:latin typeface="Cascadia Mono" panose="020B0609020000020004" pitchFamily="49" charset="0"/>
              </a:rPr>
              <a:t>'bg-sky-200'</a:t>
            </a:r>
            <a:r>
              <a:rPr lang="pt-BR" sz="700" dirty="0">
                <a:solidFill>
                  <a:srgbClr val="000000"/>
                </a:solidFill>
                <a:highlight>
                  <a:srgbClr val="FFFFFF"/>
                </a:highlight>
                <a:latin typeface="Cascadia Mono" panose="020B0609020000020004" pitchFamily="49" charset="0"/>
              </a:rPr>
              <a:t> : </a:t>
            </a:r>
            <a:r>
              <a:rPr lang="pt-BR" sz="700" dirty="0">
                <a:solidFill>
                  <a:srgbClr val="A31515"/>
                </a:solidFill>
                <a:highlight>
                  <a:srgbClr val="FFFFFF"/>
                </a:highlight>
                <a:latin typeface="Cascadia Mono" panose="020B0609020000020004" pitchFamily="49" charset="0"/>
              </a:rPr>
              <a:t>'bg-pink-200'</a:t>
            </a:r>
            <a:r>
              <a:rPr lang="pt-BR" sz="700" dirty="0">
                <a:solidFill>
                  <a:srgbClr val="0000FF"/>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 </a:t>
            </a:r>
            <a:r>
              <a:rPr lang="pt-BR" sz="700" dirty="0" err="1">
                <a:solidFill>
                  <a:srgbClr val="A31515"/>
                </a:solidFill>
                <a:highlight>
                  <a:srgbClr val="FFFFFF"/>
                </a:highlight>
                <a:latin typeface="Cascadia Mono" panose="020B0609020000020004" pitchFamily="49" charset="0"/>
              </a:rPr>
              <a:t>rounded-md</a:t>
            </a:r>
            <a:r>
              <a:rPr lang="pt-BR" sz="700" dirty="0">
                <a:solidFill>
                  <a:srgbClr val="A31515"/>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{ligado</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"Desligar"</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"Ligar"</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energia</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ligado</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endParaRPr lang="pt-BR" sz="700" dirty="0">
              <a:solidFill>
                <a:srgbClr val="555555"/>
              </a:solidFill>
              <a:highlight>
                <a:srgbClr val="FFFFFF"/>
              </a:highlight>
              <a:latin typeface="Cascadia Mono" panose="020B0609020000020004" pitchFamily="49" charset="0"/>
            </a:endParaRPr>
          </a:p>
          <a:p>
            <a:r>
              <a:rPr lang="en-US" sz="700" dirty="0">
                <a:solidFill>
                  <a:srgbClr val="555555"/>
                </a:solidFill>
                <a:highlight>
                  <a:srgbClr val="FFFFFF"/>
                </a:highlight>
                <a:latin typeface="Cascadia Mono" panose="020B0609020000020004" pitchFamily="49" charset="0"/>
              </a:rPr>
              <a:t>                </a:t>
            </a:r>
            <a:r>
              <a:rPr lang="en-US" sz="700" dirty="0">
                <a:solidFill>
                  <a:srgbClr val="0000FF"/>
                </a:solidFill>
                <a:highlight>
                  <a:srgbClr val="FFFFFF"/>
                </a:highlight>
                <a:latin typeface="Cascadia Mono" panose="020B0609020000020004" pitchFamily="49" charset="0"/>
              </a:rPr>
              <a:t>&lt;</a:t>
            </a:r>
            <a:r>
              <a:rPr lang="en-US" sz="700" dirty="0">
                <a:solidFill>
                  <a:srgbClr val="800000"/>
                </a:solidFill>
                <a:highlight>
                  <a:srgbClr val="FFFFFF"/>
                </a:highlight>
                <a:latin typeface="Cascadia Mono" panose="020B0609020000020004" pitchFamily="49" charset="0"/>
              </a:rPr>
              <a:t>div </a:t>
            </a:r>
            <a:r>
              <a:rPr lang="en-US" sz="700" dirty="0" err="1">
                <a:solidFill>
                  <a:srgbClr val="FF0000"/>
                </a:solidFill>
                <a:highlight>
                  <a:srgbClr val="FFFFFF"/>
                </a:highlight>
                <a:latin typeface="Cascadia Mono" panose="020B0609020000020004" pitchFamily="49" charset="0"/>
              </a:rPr>
              <a:t>className</a:t>
            </a:r>
            <a:r>
              <a:rPr lang="en-US" sz="700" dirty="0">
                <a:solidFill>
                  <a:srgbClr val="000000"/>
                </a:solidFill>
                <a:highlight>
                  <a:srgbClr val="FFFFFF"/>
                </a:highlight>
                <a:latin typeface="Cascadia Mono" panose="020B0609020000020004" pitchFamily="49" charset="0"/>
              </a:rPr>
              <a:t>=</a:t>
            </a:r>
            <a:r>
              <a:rPr lang="en-US" sz="700" dirty="0">
                <a:solidFill>
                  <a:srgbClr val="A31515"/>
                </a:solidFill>
                <a:highlight>
                  <a:srgbClr val="FFFFFF"/>
                </a:highlight>
                <a:latin typeface="Cascadia Mono" panose="020B0609020000020004" pitchFamily="49" charset="0"/>
              </a:rPr>
              <a:t>"flex flex-row space-x-1 items-center"</a:t>
            </a:r>
            <a:r>
              <a:rPr lang="en-US" sz="700" dirty="0">
                <a:solidFill>
                  <a:srgbClr val="0000FF"/>
                </a:solidFill>
                <a:highlight>
                  <a:srgbClr val="FFFFFF"/>
                </a:highlight>
                <a:latin typeface="Cascadia Mono" panose="020B0609020000020004" pitchFamily="49" charset="0"/>
              </a:rPr>
              <a:t>&gt;</a:t>
            </a:r>
            <a:endParaRPr lang="en-US"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Volume atual: </a:t>
            </a:r>
            <a:r>
              <a:rPr lang="pt-BR" sz="700" dirty="0">
                <a:solidFill>
                  <a:srgbClr val="000000"/>
                </a:solidFill>
                <a:highlight>
                  <a:srgbClr val="FFFFFF"/>
                </a:highlight>
                <a:latin typeface="Cascadia Mono" panose="020B0609020000020004" pitchFamily="49" charset="0"/>
              </a:rPr>
              <a:t>{volume}</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disabled</a:t>
            </a:r>
            <a:r>
              <a:rPr lang="pt-BR" sz="700" dirty="0">
                <a:solidFill>
                  <a:srgbClr val="000000"/>
                </a:solidFill>
                <a:highlight>
                  <a:srgbClr val="FFFFFF"/>
                </a:highlight>
                <a:latin typeface="Cascadia Mono" panose="020B0609020000020004" pitchFamily="49" charset="0"/>
              </a:rPr>
              <a:t>={volume</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0}</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"px-4 py-2 bg-red-600 hover:bg-red-700 active:bg-red-800 disabled:bg-red-200 </a:t>
            </a:r>
            <a:r>
              <a:rPr lang="pt-BR" sz="700" dirty="0" err="1">
                <a:solidFill>
                  <a:srgbClr val="A31515"/>
                </a:solidFill>
                <a:highlight>
                  <a:srgbClr val="FFFFFF"/>
                </a:highlight>
                <a:latin typeface="Cascadia Mono" panose="020B0609020000020004" pitchFamily="49" charset="0"/>
              </a:rPr>
              <a:t>text-white</a:t>
            </a:r>
            <a:r>
              <a:rPr lang="pt-BR" sz="700" dirty="0">
                <a:solidFill>
                  <a:srgbClr val="A31515"/>
                </a:solidFill>
                <a:highlight>
                  <a:srgbClr val="FFFFFF"/>
                </a:highlight>
                <a:latin typeface="Cascadia Mono" panose="020B0609020000020004" pitchFamily="49" charset="0"/>
              </a:rPr>
              <a:t> cursor-pointer </a:t>
            </a:r>
            <a:r>
              <a:rPr lang="pt-BR" sz="700" dirty="0" err="1">
                <a:solidFill>
                  <a:srgbClr val="A31515"/>
                </a:solidFill>
                <a:highlight>
                  <a:srgbClr val="FFFFFF"/>
                </a:highlight>
                <a:latin typeface="Cascadia Mono" panose="020B0609020000020004" pitchFamily="49" charset="0"/>
              </a:rPr>
              <a:t>disabled:cursor-not-allowed</a:t>
            </a:r>
            <a:r>
              <a:rPr lang="pt-BR" sz="700" dirty="0">
                <a:solidFill>
                  <a:srgbClr val="A31515"/>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handleVolumeDown</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disabled</a:t>
            </a:r>
            <a:r>
              <a:rPr lang="pt-BR" sz="700" dirty="0">
                <a:solidFill>
                  <a:srgbClr val="000000"/>
                </a:solidFill>
                <a:highlight>
                  <a:srgbClr val="FFFFFF"/>
                </a:highlight>
                <a:latin typeface="Cascadia Mono" panose="020B0609020000020004" pitchFamily="49" charset="0"/>
              </a:rPr>
              <a:t>={volume</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10}</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"px-4 py-2 bg-green-600 hover:bg-green-700 active:bg-green-800 disabled:bg-green-200 </a:t>
            </a:r>
            <a:r>
              <a:rPr lang="pt-BR" sz="700" dirty="0" err="1">
                <a:solidFill>
                  <a:srgbClr val="A31515"/>
                </a:solidFill>
                <a:highlight>
                  <a:srgbClr val="FFFFFF"/>
                </a:highlight>
                <a:latin typeface="Cascadia Mono" panose="020B0609020000020004" pitchFamily="49" charset="0"/>
              </a:rPr>
              <a:t>text-white</a:t>
            </a:r>
            <a:r>
              <a:rPr lang="pt-BR" sz="700" dirty="0">
                <a:solidFill>
                  <a:srgbClr val="A31515"/>
                </a:solidFill>
                <a:highlight>
                  <a:srgbClr val="FFFFFF"/>
                </a:highlight>
                <a:latin typeface="Cascadia Mono" panose="020B0609020000020004" pitchFamily="49" charset="0"/>
              </a:rPr>
              <a:t> cursor-pointer </a:t>
            </a:r>
            <a:r>
              <a:rPr lang="pt-BR" sz="700" dirty="0" err="1">
                <a:solidFill>
                  <a:srgbClr val="A31515"/>
                </a:solidFill>
                <a:highlight>
                  <a:srgbClr val="FFFFFF"/>
                </a:highlight>
                <a:latin typeface="Cascadia Mono" panose="020B0609020000020004" pitchFamily="49" charset="0"/>
              </a:rPr>
              <a:t>disabled:cursor-not-allowed</a:t>
            </a:r>
            <a:r>
              <a:rPr lang="pt-BR" sz="700" dirty="0">
                <a:solidFill>
                  <a:srgbClr val="A31515"/>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handleVolumeUp</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volume</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10</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font-bold</a:t>
            </a:r>
            <a:r>
              <a:rPr lang="pt-BR" sz="700" dirty="0">
                <a:solidFill>
                  <a:srgbClr val="A31515"/>
                </a:solidFill>
                <a:highlight>
                  <a:srgbClr val="FFFFFF"/>
                </a:highlight>
                <a:latin typeface="Cascadia Mono" panose="020B0609020000020004" pitchFamily="49" charset="0"/>
              </a:rPr>
              <a:t> text-red-600"</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Volume máximo</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volume</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0</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font-bold</a:t>
            </a:r>
            <a:r>
              <a:rPr lang="pt-BR" sz="700" dirty="0">
                <a:solidFill>
                  <a:srgbClr val="A31515"/>
                </a:solidFill>
                <a:highlight>
                  <a:srgbClr val="FFFFFF"/>
                </a:highlight>
                <a:latin typeface="Cascadia Mono" panose="020B0609020000020004" pitchFamily="49" charset="0"/>
              </a:rPr>
              <a:t> text-amber-400"</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Equipamento mudo</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p>
          <a:p>
            <a:r>
              <a:rPr lang="pt-BR" sz="700" dirty="0">
                <a:solidFill>
                  <a:srgbClr val="000000"/>
                </a:solidFill>
                <a:highlight>
                  <a:srgbClr val="FFFFFF"/>
                </a:highlight>
                <a:latin typeface="Cascadia Mono" panose="020B0609020000020004" pitchFamily="49" charset="0"/>
              </a:rPr>
              <a:t>}</a:t>
            </a:r>
          </a:p>
        </p:txBody>
      </p:sp>
      <p:sp>
        <p:nvSpPr>
          <p:cNvPr id="1322592907" name="CaixaDeTexto 3"/>
          <p:cNvSpPr txBox="1"/>
          <p:nvPr/>
        </p:nvSpPr>
        <p:spPr bwMode="auto">
          <a:xfrm>
            <a:off x="193964" y="147782"/>
            <a:ext cx="1621085" cy="369332"/>
          </a:xfrm>
          <a:prstGeom prst="rect">
            <a:avLst/>
          </a:prstGeom>
          <a:noFill/>
        </p:spPr>
        <p:txBody>
          <a:bodyPr wrap="none" lIns="91440" tIns="45720" rIns="91440" bIns="45720" rtlCol="0" anchor="t">
            <a:spAutoFit/>
          </a:bodyPr>
          <a:lstStyle/>
          <a:p>
            <a:pPr>
              <a:defRPr/>
            </a:pPr>
            <a:r>
              <a:rPr lang="pt-BR"/>
              <a:t>Equipamento.js</a:t>
            </a:r>
            <a:endParaRPr/>
          </a:p>
        </p:txBody>
      </p:sp>
      <p:sp>
        <p:nvSpPr>
          <p:cNvPr id="444379653" name="Retângulo 6"/>
          <p:cNvSpPr/>
          <p:nvPr/>
        </p:nvSpPr>
        <p:spPr bwMode="auto">
          <a:xfrm>
            <a:off x="86589" y="1240467"/>
            <a:ext cx="5929746" cy="286327"/>
          </a:xfrm>
          <a:prstGeom prst="rect">
            <a:avLst/>
          </a:prstGeom>
          <a:solidFill>
            <a:srgbClr val="549E39">
              <a:alpha val="3019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t-BR"/>
          </a:p>
        </p:txBody>
      </p:sp>
      <p:sp>
        <p:nvSpPr>
          <p:cNvPr id="1851373075" name="Retângulo 7"/>
          <p:cNvSpPr/>
          <p:nvPr/>
        </p:nvSpPr>
        <p:spPr bwMode="auto">
          <a:xfrm>
            <a:off x="645133" y="4267882"/>
            <a:ext cx="5929746" cy="170873"/>
          </a:xfrm>
          <a:prstGeom prst="rect">
            <a:avLst/>
          </a:prstGeom>
          <a:solidFill>
            <a:srgbClr val="C00000">
              <a:alpha val="3019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pt-BR"/>
          </a:p>
        </p:txBody>
      </p:sp>
      <p:sp>
        <p:nvSpPr>
          <p:cNvPr id="1555574413" name="CaixaDeTexto 8"/>
          <p:cNvSpPr txBox="1"/>
          <p:nvPr/>
        </p:nvSpPr>
        <p:spPr bwMode="auto">
          <a:xfrm>
            <a:off x="7945643" y="1240467"/>
            <a:ext cx="2957156" cy="369332"/>
          </a:xfrm>
          <a:prstGeom prst="rect">
            <a:avLst/>
          </a:prstGeom>
          <a:noFill/>
        </p:spPr>
        <p:txBody>
          <a:bodyPr wrap="none" rtlCol="0">
            <a:spAutoFit/>
          </a:bodyPr>
          <a:lstStyle/>
          <a:p>
            <a:pPr>
              <a:defRPr/>
            </a:pPr>
            <a:r>
              <a:rPr lang="pt-BR"/>
              <a:t>Obtenção do valor do Context</a:t>
            </a:r>
          </a:p>
        </p:txBody>
      </p:sp>
      <p:cxnSp>
        <p:nvCxnSpPr>
          <p:cNvPr id="1960949124" name="Conector de Seta Reta 10"/>
          <p:cNvCxnSpPr>
            <a:endCxn id="444379653" idx="3"/>
          </p:cNvCxnSpPr>
          <p:nvPr/>
        </p:nvCxnSpPr>
        <p:spPr bwMode="auto">
          <a:xfrm rot="10799990" flipV="1">
            <a:off x="6016335" y="1383631"/>
            <a:ext cx="166254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9203048" name="CaixaDeTexto 11"/>
          <p:cNvSpPr txBox="1"/>
          <p:nvPr/>
        </p:nvSpPr>
        <p:spPr bwMode="auto">
          <a:xfrm>
            <a:off x="8137615" y="3103357"/>
            <a:ext cx="2952860" cy="369332"/>
          </a:xfrm>
          <a:prstGeom prst="rect">
            <a:avLst/>
          </a:prstGeom>
          <a:noFill/>
        </p:spPr>
        <p:txBody>
          <a:bodyPr wrap="none" rtlCol="0">
            <a:spAutoFit/>
          </a:bodyPr>
          <a:lstStyle/>
          <a:p>
            <a:pPr>
              <a:defRPr/>
            </a:pPr>
            <a:r>
              <a:rPr lang="pt-BR"/>
              <a:t>Utilização do valor do Context</a:t>
            </a:r>
          </a:p>
        </p:txBody>
      </p:sp>
      <p:cxnSp>
        <p:nvCxnSpPr>
          <p:cNvPr id="2087341085" name="Conector de Seta Reta 13"/>
          <p:cNvCxnSpPr>
            <a:stCxn id="1569203048" idx="1"/>
            <a:endCxn id="1851373075" idx="3"/>
          </p:cNvCxnSpPr>
          <p:nvPr/>
        </p:nvCxnSpPr>
        <p:spPr bwMode="auto">
          <a:xfrm rot="10799990" flipV="1">
            <a:off x="6574879" y="3288022"/>
            <a:ext cx="1562734" cy="10652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4379653"/>
                                        </p:tgtEl>
                                        <p:attrNameLst>
                                          <p:attrName>style.visibility</p:attrName>
                                        </p:attrNameLst>
                                      </p:cBhvr>
                                      <p:to>
                                        <p:strVal val="visible"/>
                                      </p:to>
                                    </p:set>
                                    <p:animEffect transition="in" filter="fade">
                                      <p:cBhvr>
                                        <p:cTn id="7" dur="500"/>
                                        <p:tgtEl>
                                          <p:spTgt spid="4443796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60949124"/>
                                        </p:tgtEl>
                                        <p:attrNameLst>
                                          <p:attrName>style.visibility</p:attrName>
                                        </p:attrNameLst>
                                      </p:cBhvr>
                                      <p:to>
                                        <p:strVal val="visible"/>
                                      </p:to>
                                    </p:set>
                                    <p:animEffect transition="in" filter="fade">
                                      <p:cBhvr>
                                        <p:cTn id="12" dur="500"/>
                                        <p:tgtEl>
                                          <p:spTgt spid="19609491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55574413"/>
                                        </p:tgtEl>
                                        <p:attrNameLst>
                                          <p:attrName>style.visibility</p:attrName>
                                        </p:attrNameLst>
                                      </p:cBhvr>
                                      <p:to>
                                        <p:strVal val="visible"/>
                                      </p:to>
                                    </p:set>
                                    <p:animEffect transition="in" filter="fade">
                                      <p:cBhvr>
                                        <p:cTn id="17" dur="500"/>
                                        <p:tgtEl>
                                          <p:spTgt spid="15555744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51373075"/>
                                        </p:tgtEl>
                                        <p:attrNameLst>
                                          <p:attrName>style.visibility</p:attrName>
                                        </p:attrNameLst>
                                      </p:cBhvr>
                                      <p:to>
                                        <p:strVal val="visible"/>
                                      </p:to>
                                    </p:set>
                                    <p:animEffect transition="in" filter="fade">
                                      <p:cBhvr>
                                        <p:cTn id="22" dur="500"/>
                                        <p:tgtEl>
                                          <p:spTgt spid="18513730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87341085"/>
                                        </p:tgtEl>
                                        <p:attrNameLst>
                                          <p:attrName>style.visibility</p:attrName>
                                        </p:attrNameLst>
                                      </p:cBhvr>
                                      <p:to>
                                        <p:strVal val="visible"/>
                                      </p:to>
                                    </p:set>
                                    <p:animEffect transition="in" filter="fade">
                                      <p:cBhvr>
                                        <p:cTn id="27" dur="500"/>
                                        <p:tgtEl>
                                          <p:spTgt spid="208734108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69203048"/>
                                        </p:tgtEl>
                                        <p:attrNameLst>
                                          <p:attrName>style.visibility</p:attrName>
                                        </p:attrNameLst>
                                      </p:cBhvr>
                                      <p:to>
                                        <p:strVal val="visible"/>
                                      </p:to>
                                    </p:set>
                                    <p:animEffect transition="in" filter="fade">
                                      <p:cBhvr>
                                        <p:cTn id="32" dur="500"/>
                                        <p:tgtEl>
                                          <p:spTgt spid="1569203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379653" grpId="0" animBg="1"/>
      <p:bldP spid="1851373075" grpId="0" animBg="1"/>
      <p:bldP spid="1555574413" grpId="0"/>
      <p:bldP spid="1569203048"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435530" name="Título 1"/>
          <p:cNvSpPr>
            <a:spLocks noGrp="1"/>
          </p:cNvSpPr>
          <p:nvPr>
            <p:ph type="title"/>
          </p:nvPr>
        </p:nvSpPr>
        <p:spPr bwMode="auto"/>
        <p:txBody>
          <a:bodyPr/>
          <a:lstStyle/>
          <a:p>
            <a:pPr>
              <a:defRPr/>
            </a:pPr>
            <a:r>
              <a:rPr lang="pt-BR"/>
              <a:t>Troca de informações</a:t>
            </a:r>
            <a:endParaRPr/>
          </a:p>
        </p:txBody>
      </p:sp>
      <p:sp>
        <p:nvSpPr>
          <p:cNvPr id="1987795420" name="Espaço Reservado para Conteúdo 2"/>
          <p:cNvSpPr>
            <a:spLocks noGrp="1"/>
          </p:cNvSpPr>
          <p:nvPr>
            <p:ph idx="1"/>
          </p:nvPr>
        </p:nvSpPr>
        <p:spPr bwMode="auto"/>
        <p:txBody>
          <a:bodyPr>
            <a:normAutofit/>
          </a:bodyPr>
          <a:lstStyle/>
          <a:p>
            <a:pPr>
              <a:defRPr/>
            </a:pPr>
            <a:r>
              <a:rPr lang="pt-BR" sz="3200"/>
              <a:t>Podemos, desta forma, utilizar </a:t>
            </a:r>
            <a:r>
              <a:rPr lang="pt-BR" sz="3200" i="1"/>
              <a:t>props </a:t>
            </a:r>
            <a:r>
              <a:rPr lang="pt-BR" sz="3200"/>
              <a:t>e/ou Context para passar informações de um componente pai para um componente filho.</a:t>
            </a:r>
            <a:endParaRPr/>
          </a:p>
          <a:p>
            <a:pPr>
              <a:defRPr/>
            </a:pPr>
            <a:r>
              <a:rPr lang="pt-BR" sz="3200"/>
              <a:t>No entanto, como passar informação de um componente filho para um componente pai?</a:t>
            </a:r>
            <a:endParaRPr/>
          </a:p>
          <a:p>
            <a:pPr>
              <a:defRPr/>
            </a:pPr>
            <a:r>
              <a:rPr lang="pt-BR" sz="3200"/>
              <a:t>Não podemos utilizar um estado como </a:t>
            </a:r>
            <a:r>
              <a:rPr lang="pt-BR" sz="3200" i="1"/>
              <a:t>props</a:t>
            </a:r>
            <a:r>
              <a:rPr lang="pt-BR" sz="3200"/>
              <a:t>, pois eles são apenas leitura.</a:t>
            </a:r>
            <a:endParaRPr/>
          </a:p>
          <a:p>
            <a:pPr>
              <a:defRPr/>
            </a:pPr>
            <a:r>
              <a:rPr lang="pt-BR" sz="3200"/>
              <a:t>Há duas possibilidades:</a:t>
            </a:r>
            <a:endParaRPr/>
          </a:p>
          <a:p>
            <a:pPr lvl="1">
              <a:defRPr/>
            </a:pPr>
            <a:endParaRPr lang="pt-BR" sz="3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2022495" name="Título 1"/>
          <p:cNvSpPr>
            <a:spLocks noGrp="1"/>
          </p:cNvSpPr>
          <p:nvPr>
            <p:ph type="title"/>
          </p:nvPr>
        </p:nvSpPr>
        <p:spPr bwMode="auto"/>
        <p:txBody>
          <a:bodyPr/>
          <a:lstStyle/>
          <a:p>
            <a:pPr>
              <a:defRPr/>
            </a:pPr>
            <a:r>
              <a:rPr lang="pt-BR"/>
              <a:t>Troca de informações</a:t>
            </a:r>
            <a:endParaRPr/>
          </a:p>
        </p:txBody>
      </p:sp>
      <p:sp>
        <p:nvSpPr>
          <p:cNvPr id="285239811" name="Espaço Reservado para Conteúdo 2"/>
          <p:cNvSpPr>
            <a:spLocks noGrp="1"/>
          </p:cNvSpPr>
          <p:nvPr>
            <p:ph idx="1"/>
          </p:nvPr>
        </p:nvSpPr>
        <p:spPr bwMode="auto"/>
        <p:txBody>
          <a:bodyPr>
            <a:normAutofit/>
          </a:bodyPr>
          <a:lstStyle/>
          <a:p>
            <a:pPr>
              <a:defRPr/>
            </a:pPr>
            <a:r>
              <a:rPr lang="pt-BR" sz="3200"/>
              <a:t>Há duas possibilidades:</a:t>
            </a:r>
            <a:endParaRPr/>
          </a:p>
          <a:p>
            <a:pPr lvl="1">
              <a:buFont typeface="Arial"/>
              <a:buChar char="•"/>
              <a:defRPr/>
            </a:pPr>
            <a:r>
              <a:rPr lang="pt-BR" sz="3200"/>
              <a:t>Informar o método </a:t>
            </a:r>
            <a:r>
              <a:rPr lang="pt-BR" sz="3200" i="1"/>
              <a:t>set </a:t>
            </a:r>
            <a:r>
              <a:rPr lang="pt-BR" sz="3200"/>
              <a:t>de um estado como </a:t>
            </a:r>
            <a:r>
              <a:rPr lang="pt-BR" sz="3200" i="1"/>
              <a:t>props </a:t>
            </a:r>
            <a:r>
              <a:rPr lang="pt-BR" sz="3200"/>
              <a:t>para um filho;</a:t>
            </a:r>
            <a:endParaRPr/>
          </a:p>
          <a:p>
            <a:pPr lvl="1">
              <a:buFont typeface="Arial"/>
              <a:buChar char="•"/>
              <a:defRPr/>
            </a:pPr>
            <a:r>
              <a:rPr lang="pt-BR" sz="3200"/>
              <a:t>Informar o método set de um estado como valor de um Context.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0075487" name="Título 1"/>
          <p:cNvSpPr>
            <a:spLocks noGrp="1"/>
          </p:cNvSpPr>
          <p:nvPr>
            <p:ph type="title"/>
          </p:nvPr>
        </p:nvSpPr>
        <p:spPr bwMode="auto"/>
        <p:txBody>
          <a:bodyPr/>
          <a:lstStyle/>
          <a:p>
            <a:pPr>
              <a:defRPr/>
            </a:pPr>
            <a:r>
              <a:rPr lang="pt-BR"/>
              <a:t>Exemplo</a:t>
            </a:r>
            <a:endParaRPr/>
          </a:p>
        </p:txBody>
      </p:sp>
      <p:sp>
        <p:nvSpPr>
          <p:cNvPr id="85533508" name="Espaço Reservado para Conteúdo 2"/>
          <p:cNvSpPr>
            <a:spLocks noGrp="1"/>
          </p:cNvSpPr>
          <p:nvPr>
            <p:ph idx="1"/>
          </p:nvPr>
        </p:nvSpPr>
        <p:spPr bwMode="auto"/>
        <p:txBody>
          <a:bodyPr vert="horz" lIns="91440" tIns="45720" rIns="91440" bIns="45720" rtlCol="0" anchor="t">
            <a:normAutofit/>
          </a:bodyPr>
          <a:lstStyle/>
          <a:p>
            <a:pPr>
              <a:defRPr/>
            </a:pPr>
            <a:r>
              <a:rPr lang="pt-BR" sz="3200"/>
              <a:t>Caso a mesa de som esteja ligada, informar quantos equipamentos dela estão ligados, mesmo que estejam mudos.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3013407" name="CaixaDeTexto 3"/>
          <p:cNvSpPr txBox="1"/>
          <p:nvPr/>
        </p:nvSpPr>
        <p:spPr bwMode="auto">
          <a:xfrm>
            <a:off x="86104" y="160481"/>
            <a:ext cx="870284" cy="366119"/>
          </a:xfrm>
          <a:prstGeom prst="rect">
            <a:avLst/>
          </a:prstGeom>
          <a:noFill/>
        </p:spPr>
        <p:txBody>
          <a:bodyPr wrap="none" rtlCol="0">
            <a:spAutoFit/>
          </a:bodyPr>
          <a:lstStyle/>
          <a:p>
            <a:pPr>
              <a:defRPr/>
            </a:pPr>
            <a:r>
              <a:rPr lang="pt-BR"/>
              <a:t>mesa.js</a:t>
            </a:r>
            <a:endParaRPr/>
          </a:p>
        </p:txBody>
      </p:sp>
      <p:sp>
        <p:nvSpPr>
          <p:cNvPr id="1486386279" name="CaixaDeTexto 1"/>
          <p:cNvSpPr txBox="1"/>
          <p:nvPr/>
        </p:nvSpPr>
        <p:spPr bwMode="auto">
          <a:xfrm>
            <a:off x="82215" y="533399"/>
            <a:ext cx="11677006" cy="5847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100" dirty="0">
                <a:solidFill>
                  <a:srgbClr val="A31515"/>
                </a:solidFill>
                <a:highlight>
                  <a:srgbClr val="FFFFFF"/>
                </a:highlight>
                <a:latin typeface="Cascadia Mono" panose="020B0609020000020004" pitchFamily="49" charset="0"/>
              </a:rPr>
              <a:t>'use </a:t>
            </a:r>
            <a:r>
              <a:rPr lang="pt-BR" sz="1100" dirty="0" err="1">
                <a:solidFill>
                  <a:srgbClr val="A31515"/>
                </a:solidFill>
                <a:highlight>
                  <a:srgbClr val="FFFFFF"/>
                </a:highlight>
                <a:latin typeface="Cascadia Mono" panose="020B0609020000020004" pitchFamily="49" charset="0"/>
              </a:rPr>
              <a:t>client</a:t>
            </a:r>
            <a:r>
              <a:rPr lang="pt-BR" sz="1100" dirty="0">
                <a:solidFill>
                  <a:srgbClr val="A31515"/>
                </a:solidFill>
                <a:highlight>
                  <a:srgbClr val="FFFFFF"/>
                </a:highlight>
                <a:latin typeface="Cascadia Mono" panose="020B0609020000020004" pitchFamily="49" charset="0"/>
              </a:rPr>
              <a:t>'</a:t>
            </a:r>
            <a:endParaRPr lang="pt-BR" sz="1100" dirty="0">
              <a:solidFill>
                <a:srgbClr val="000000"/>
              </a:solidFill>
              <a:highlight>
                <a:srgbClr val="FFFFFF"/>
              </a:highlight>
              <a:latin typeface="Cascadia Mono" panose="020B0609020000020004" pitchFamily="49" charset="0"/>
            </a:endParaRPr>
          </a:p>
          <a:p>
            <a:endParaRPr lang="pt-BR" sz="1100" dirty="0">
              <a:solidFill>
                <a:srgbClr val="000000"/>
              </a:solidFill>
              <a:highlight>
                <a:srgbClr val="FFFFFF"/>
              </a:highlight>
              <a:latin typeface="Cascadia Mono" panose="020B0609020000020004" pitchFamily="49" charset="0"/>
            </a:endParaRPr>
          </a:p>
          <a:p>
            <a:r>
              <a:rPr lang="en-US" sz="1100" dirty="0">
                <a:solidFill>
                  <a:srgbClr val="0000FF"/>
                </a:solidFill>
                <a:highlight>
                  <a:srgbClr val="FFFFFF"/>
                </a:highlight>
                <a:latin typeface="Cascadia Mono" panose="020B0609020000020004" pitchFamily="49" charset="0"/>
              </a:rPr>
              <a:t>import</a:t>
            </a:r>
            <a:r>
              <a:rPr lang="en-US" sz="1100" dirty="0">
                <a:solidFill>
                  <a:srgbClr val="000000"/>
                </a:solidFill>
                <a:highlight>
                  <a:srgbClr val="FFFFFF"/>
                </a:highlight>
                <a:latin typeface="Cascadia Mono" panose="020B0609020000020004" pitchFamily="49" charset="0"/>
              </a:rPr>
              <a:t> { </a:t>
            </a:r>
            <a:r>
              <a:rPr lang="en-US" sz="1100" dirty="0" err="1">
                <a:solidFill>
                  <a:srgbClr val="000000"/>
                </a:solidFill>
                <a:highlight>
                  <a:srgbClr val="FFFFFF"/>
                </a:highlight>
                <a:latin typeface="Cascadia Mono" panose="020B0609020000020004" pitchFamily="49" charset="0"/>
              </a:rPr>
              <a:t>createContext</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useState</a:t>
            </a:r>
            <a:r>
              <a:rPr lang="en-US" sz="1100" dirty="0">
                <a:solidFill>
                  <a:srgbClr val="000000"/>
                </a:solidFill>
                <a:highlight>
                  <a:srgbClr val="FFFFFF"/>
                </a:highlight>
                <a:latin typeface="Cascadia Mono" panose="020B0609020000020004" pitchFamily="49" charset="0"/>
              </a:rPr>
              <a:t> } </a:t>
            </a:r>
            <a:r>
              <a:rPr lang="en-US" sz="1100" dirty="0">
                <a:solidFill>
                  <a:srgbClr val="0000FF"/>
                </a:solidFill>
                <a:highlight>
                  <a:srgbClr val="FFFFFF"/>
                </a:highlight>
                <a:latin typeface="Cascadia Mono" panose="020B0609020000020004" pitchFamily="49" charset="0"/>
              </a:rPr>
              <a:t>from</a:t>
            </a:r>
            <a:r>
              <a:rPr lang="en-US" sz="1100" dirty="0">
                <a:solidFill>
                  <a:srgbClr val="000000"/>
                </a:solidFill>
                <a:highlight>
                  <a:srgbClr val="FFFFFF"/>
                </a:highlight>
                <a:latin typeface="Cascadia Mono" panose="020B0609020000020004" pitchFamily="49" charset="0"/>
              </a:rPr>
              <a:t> </a:t>
            </a:r>
            <a:r>
              <a:rPr lang="en-US" sz="1100" dirty="0">
                <a:solidFill>
                  <a:srgbClr val="A31515"/>
                </a:solidFill>
                <a:highlight>
                  <a:srgbClr val="FFFFFF"/>
                </a:highlight>
                <a:latin typeface="Cascadia Mono" panose="020B0609020000020004" pitchFamily="49" charset="0"/>
              </a:rPr>
              <a:t>"react"</a:t>
            </a:r>
            <a:r>
              <a:rPr lang="en-US" sz="1100" dirty="0">
                <a:solidFill>
                  <a:srgbClr val="000000"/>
                </a:solidFill>
                <a:highlight>
                  <a:srgbClr val="FFFFFF"/>
                </a:highlight>
                <a:latin typeface="Cascadia Mono" panose="020B0609020000020004" pitchFamily="49" charset="0"/>
              </a:rPr>
              <a:t>;</a:t>
            </a:r>
          </a:p>
          <a:p>
            <a:r>
              <a:rPr lang="pt-BR" sz="1100" dirty="0" err="1">
                <a:solidFill>
                  <a:srgbClr val="0000FF"/>
                </a:solidFill>
                <a:highlight>
                  <a:srgbClr val="FFFFFF"/>
                </a:highlight>
                <a:latin typeface="Cascadia Mono" panose="020B0609020000020004" pitchFamily="49" charset="0"/>
              </a:rPr>
              <a:t>import</a:t>
            </a:r>
            <a:r>
              <a:rPr lang="pt-BR" sz="1100" dirty="0">
                <a:solidFill>
                  <a:srgbClr val="000000"/>
                </a:solidFill>
                <a:highlight>
                  <a:srgbClr val="FFFFFF"/>
                </a:highlight>
                <a:latin typeface="Cascadia Mono" panose="020B0609020000020004" pitchFamily="49" charset="0"/>
              </a:rPr>
              <a:t> Grupo </a:t>
            </a:r>
            <a:r>
              <a:rPr lang="pt-BR" sz="1100" dirty="0" err="1">
                <a:solidFill>
                  <a:srgbClr val="0000FF"/>
                </a:solidFill>
                <a:highlight>
                  <a:srgbClr val="FFFFFF"/>
                </a:highlight>
                <a:latin typeface="Cascadia Mono" panose="020B0609020000020004" pitchFamily="49" charset="0"/>
              </a:rPr>
              <a:t>from</a:t>
            </a:r>
            <a:r>
              <a:rPr lang="pt-BR" sz="1100" dirty="0">
                <a:solidFill>
                  <a:srgbClr val="000000"/>
                </a:solidFill>
                <a:highlight>
                  <a:srgbClr val="FFFFFF"/>
                </a:highlight>
                <a:latin typeface="Cascadia Mono" panose="020B0609020000020004" pitchFamily="49" charset="0"/>
              </a:rPr>
              <a:t> </a:t>
            </a:r>
            <a:r>
              <a:rPr lang="pt-BR" sz="1100" dirty="0">
                <a:solidFill>
                  <a:srgbClr val="A31515"/>
                </a:solidFill>
                <a:highlight>
                  <a:srgbClr val="FFFFFF"/>
                </a:highlight>
                <a:latin typeface="Cascadia Mono" panose="020B0609020000020004" pitchFamily="49" charset="0"/>
              </a:rPr>
              <a:t>"./grupo"</a:t>
            </a:r>
            <a:r>
              <a:rPr lang="pt-BR" sz="1100" dirty="0">
                <a:solidFill>
                  <a:srgbClr val="000000"/>
                </a:solidFill>
                <a:highlight>
                  <a:srgbClr val="FFFFFF"/>
                </a:highlight>
                <a:latin typeface="Cascadia Mono" panose="020B0609020000020004" pitchFamily="49" charset="0"/>
              </a:rPr>
              <a:t>;</a:t>
            </a:r>
          </a:p>
          <a:p>
            <a:endParaRPr lang="pt-BR" sz="1100" dirty="0">
              <a:solidFill>
                <a:srgbClr val="000000"/>
              </a:solidFill>
              <a:highlight>
                <a:srgbClr val="FFFFFF"/>
              </a:highlight>
              <a:latin typeface="Cascadia Mono" panose="020B0609020000020004" pitchFamily="49" charset="0"/>
            </a:endParaRPr>
          </a:p>
          <a:p>
            <a:r>
              <a:rPr lang="pt-BR" sz="1100" dirty="0" err="1">
                <a:solidFill>
                  <a:srgbClr val="0000FF"/>
                </a:solidFill>
                <a:highlight>
                  <a:srgbClr val="FFFFFF"/>
                </a:highlight>
                <a:latin typeface="Cascadia Mono" panose="020B0609020000020004" pitchFamily="49" charset="0"/>
              </a:rPr>
              <a:t>export</a:t>
            </a:r>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EnergiaContext</a:t>
            </a:r>
            <a:r>
              <a:rPr lang="pt-BR" sz="1100" dirty="0">
                <a:solidFill>
                  <a:srgbClr val="000000"/>
                </a:solidFill>
                <a:highlight>
                  <a:srgbClr val="FFFFFF"/>
                </a:highlight>
                <a:latin typeface="Cascadia Mono" panose="020B0609020000020004" pitchFamily="49" charset="0"/>
              </a:rPr>
              <a:t> = </a:t>
            </a:r>
            <a:r>
              <a:rPr lang="pt-BR" sz="1100" dirty="0" err="1">
                <a:solidFill>
                  <a:srgbClr val="000000"/>
                </a:solidFill>
                <a:highlight>
                  <a:srgbClr val="FFFFFF"/>
                </a:highlight>
                <a:latin typeface="Cascadia Mono" panose="020B0609020000020004" pitchFamily="49" charset="0"/>
              </a:rPr>
              <a:t>createContext</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false</a:t>
            </a:r>
            <a:r>
              <a:rPr lang="pt-BR" sz="1100" dirty="0">
                <a:solidFill>
                  <a:srgbClr val="000000"/>
                </a:solidFill>
                <a:highlight>
                  <a:srgbClr val="FFFFFF"/>
                </a:highlight>
                <a:latin typeface="Cascadia Mono" panose="020B0609020000020004" pitchFamily="49" charset="0"/>
              </a:rPr>
              <a:t>);</a:t>
            </a:r>
          </a:p>
          <a:p>
            <a:endParaRPr lang="pt-BR" sz="1100" dirty="0">
              <a:solidFill>
                <a:srgbClr val="000000"/>
              </a:solidFill>
              <a:highlight>
                <a:srgbClr val="FFFFFF"/>
              </a:highlight>
              <a:latin typeface="Cascadia Mono" panose="020B0609020000020004" pitchFamily="49" charset="0"/>
            </a:endParaRPr>
          </a:p>
          <a:p>
            <a:r>
              <a:rPr lang="pt-BR" sz="1100" dirty="0" err="1">
                <a:solidFill>
                  <a:srgbClr val="0000FF"/>
                </a:solidFill>
                <a:highlight>
                  <a:srgbClr val="FFFFFF"/>
                </a:highlight>
                <a:latin typeface="Cascadia Mono" panose="020B0609020000020004" pitchFamily="49" charset="0"/>
              </a:rPr>
              <a:t>export</a:t>
            </a:r>
            <a:r>
              <a:rPr lang="pt-BR" sz="1100" dirty="0">
                <a:solidFill>
                  <a:srgbClr val="000000"/>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default</a:t>
            </a:r>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function</a:t>
            </a:r>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MesaSom</a:t>
            </a:r>
            <a:r>
              <a:rPr lang="pt-BR" sz="1100" dirty="0">
                <a:solidFill>
                  <a:srgbClr val="000000"/>
                </a:solidFill>
                <a:highlight>
                  <a:srgbClr val="FFFFFF"/>
                </a:highlight>
                <a:latin typeface="Cascadia Mono" panose="020B0609020000020004" pitchFamily="49" charset="0"/>
              </a:rPr>
              <a:t>() {</a:t>
            </a:r>
          </a:p>
          <a:p>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[energia, </a:t>
            </a:r>
            <a:r>
              <a:rPr lang="pt-BR" sz="1100" dirty="0" err="1">
                <a:solidFill>
                  <a:srgbClr val="000000"/>
                </a:solidFill>
                <a:highlight>
                  <a:srgbClr val="FFFFFF"/>
                </a:highlight>
                <a:latin typeface="Cascadia Mono" panose="020B0609020000020004" pitchFamily="49" charset="0"/>
              </a:rPr>
              <a:t>setEnergia</a:t>
            </a:r>
            <a:r>
              <a:rPr lang="pt-BR" sz="1100" dirty="0">
                <a:solidFill>
                  <a:srgbClr val="000000"/>
                </a:solidFill>
                <a:highlight>
                  <a:srgbClr val="FFFFFF"/>
                </a:highlight>
                <a:latin typeface="Cascadia Mono" panose="020B0609020000020004" pitchFamily="49" charset="0"/>
              </a:rPr>
              <a:t>] = </a:t>
            </a:r>
            <a:r>
              <a:rPr lang="pt-BR" sz="1100" dirty="0" err="1">
                <a:solidFill>
                  <a:srgbClr val="000000"/>
                </a:solidFill>
                <a:highlight>
                  <a:srgbClr val="FFFFFF"/>
                </a:highlight>
                <a:latin typeface="Cascadia Mono" panose="020B0609020000020004" pitchFamily="49" charset="0"/>
              </a:rPr>
              <a:t>useState</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false</a:t>
            </a:r>
            <a:r>
              <a:rPr lang="pt-BR" sz="1100" dirty="0">
                <a:solidFill>
                  <a:srgbClr val="000000"/>
                </a:solidFill>
                <a:highlight>
                  <a:srgbClr val="FFFFFF"/>
                </a:highlight>
                <a:latin typeface="Cascadia Mono" panose="020B0609020000020004" pitchFamily="49" charset="0"/>
              </a:rPr>
              <a:t>);</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[ativos, </a:t>
            </a:r>
            <a:r>
              <a:rPr lang="pt-BR" sz="1100" dirty="0" err="1">
                <a:solidFill>
                  <a:srgbClr val="000000"/>
                </a:solidFill>
                <a:highlight>
                  <a:srgbClr val="FFFFFF"/>
                </a:highlight>
                <a:latin typeface="Cascadia Mono" panose="020B0609020000020004" pitchFamily="49" charset="0"/>
              </a:rPr>
              <a:t>setAtivos</a:t>
            </a:r>
            <a:r>
              <a:rPr lang="pt-BR" sz="1100" dirty="0">
                <a:solidFill>
                  <a:srgbClr val="000000"/>
                </a:solidFill>
                <a:highlight>
                  <a:srgbClr val="FFFFFF"/>
                </a:highlight>
                <a:latin typeface="Cascadia Mono" panose="020B0609020000020004" pitchFamily="49" charset="0"/>
              </a:rPr>
              <a:t>] = </a:t>
            </a:r>
            <a:r>
              <a:rPr lang="pt-BR" sz="1100" dirty="0" err="1">
                <a:solidFill>
                  <a:srgbClr val="000000"/>
                </a:solidFill>
                <a:highlight>
                  <a:srgbClr val="FFFFFF"/>
                </a:highlight>
                <a:latin typeface="Cascadia Mono" panose="020B0609020000020004" pitchFamily="49" charset="0"/>
              </a:rPr>
              <a:t>useState</a:t>
            </a:r>
            <a:r>
              <a:rPr lang="pt-BR" sz="1100" dirty="0">
                <a:solidFill>
                  <a:srgbClr val="000000"/>
                </a:solidFill>
                <a:highlight>
                  <a:srgbClr val="FFFFFF"/>
                </a:highlight>
                <a:latin typeface="Cascadia Mono" panose="020B0609020000020004" pitchFamily="49" charset="0"/>
              </a:rPr>
              <a:t>(0);</a:t>
            </a:r>
          </a:p>
          <a:p>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const</a:t>
            </a:r>
            <a:r>
              <a:rPr lang="pt-BR" sz="1100" dirty="0">
                <a:solidFill>
                  <a:srgbClr val="000000"/>
                </a:solidFill>
                <a:highlight>
                  <a:srgbClr val="FFFFFF"/>
                </a:highlight>
                <a:latin typeface="Cascadia Mono" panose="020B0609020000020004" pitchFamily="49" charset="0"/>
              </a:rPr>
              <a:t> contar = (v) =&gt; {</a:t>
            </a:r>
          </a:p>
          <a:p>
            <a:r>
              <a:rPr lang="pt-BR" sz="1100" dirty="0">
                <a:solidFill>
                  <a:srgbClr val="0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setAtivos</a:t>
            </a:r>
            <a:r>
              <a:rPr lang="pt-BR" sz="1100" dirty="0">
                <a:solidFill>
                  <a:srgbClr val="000000"/>
                </a:solidFill>
                <a:highlight>
                  <a:srgbClr val="FFFFFF"/>
                </a:highlight>
                <a:latin typeface="Cascadia Mono" panose="020B0609020000020004" pitchFamily="49" charset="0"/>
              </a:rPr>
              <a:t>(p =&gt; p + v);</a:t>
            </a:r>
          </a:p>
          <a:p>
            <a:r>
              <a:rPr lang="pt-BR" sz="1100" dirty="0">
                <a:solidFill>
                  <a:srgbClr val="000000"/>
                </a:solidFill>
                <a:highlight>
                  <a:srgbClr val="FFFFFF"/>
                </a:highlight>
                <a:latin typeface="Cascadia Mono" panose="020B0609020000020004" pitchFamily="49" charset="0"/>
              </a:rPr>
              <a:t>    }</a:t>
            </a:r>
          </a:p>
          <a:p>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r>
              <a:rPr lang="pt-BR" sz="1100" dirty="0" err="1">
                <a:solidFill>
                  <a:srgbClr val="0000FF"/>
                </a:solidFill>
                <a:highlight>
                  <a:srgbClr val="FFFFFF"/>
                </a:highlight>
                <a:latin typeface="Cascadia Mono" panose="020B0609020000020004" pitchFamily="49" charset="0"/>
              </a:rPr>
              <a:t>return</a:t>
            </a:r>
            <a:r>
              <a:rPr lang="pt-BR" sz="1100" dirty="0">
                <a:solidFill>
                  <a:srgbClr val="000000"/>
                </a:solidFill>
                <a:highlight>
                  <a:srgbClr val="FFFFFF"/>
                </a:highlight>
                <a:latin typeface="Cascadia Mono" panose="020B0609020000020004" pitchFamily="49" charset="0"/>
              </a:rPr>
              <a:t> (</a:t>
            </a:r>
          </a:p>
          <a:p>
            <a:r>
              <a:rPr lang="pt-BR" sz="1100" dirty="0">
                <a:solidFill>
                  <a:srgbClr val="000000"/>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div</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a:t>
            </a:r>
            <a:r>
              <a:rPr lang="pt-BR" sz="1100" dirty="0" err="1">
                <a:solidFill>
                  <a:srgbClr val="A31515"/>
                </a:solidFill>
                <a:highlight>
                  <a:srgbClr val="FFFFFF"/>
                </a:highlight>
                <a:latin typeface="Cascadia Mono" panose="020B0609020000020004" pitchFamily="49" charset="0"/>
              </a:rPr>
              <a:t>flex</a:t>
            </a:r>
            <a:r>
              <a:rPr lang="pt-BR" sz="1100" dirty="0">
                <a:solidFill>
                  <a:srgbClr val="A31515"/>
                </a:solidFill>
                <a:highlight>
                  <a:srgbClr val="FFFFFF"/>
                </a:highlight>
                <a:latin typeface="Cascadia Mono" panose="020B0609020000020004" pitchFamily="49" charset="0"/>
              </a:rPr>
              <a:t> </a:t>
            </a:r>
            <a:r>
              <a:rPr lang="pt-BR" sz="1100" dirty="0" err="1">
                <a:solidFill>
                  <a:srgbClr val="A31515"/>
                </a:solidFill>
                <a:highlight>
                  <a:srgbClr val="FFFFFF"/>
                </a:highlight>
                <a:latin typeface="Cascadia Mono" panose="020B0609020000020004" pitchFamily="49" charset="0"/>
              </a:rPr>
              <a:t>flex-row</a:t>
            </a:r>
            <a:r>
              <a:rPr lang="pt-BR" sz="1100" dirty="0">
                <a:solidFill>
                  <a:srgbClr val="A3151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a:t>
            </a:r>
            <a:r>
              <a:rPr lang="pt-BR" sz="1100" dirty="0">
                <a:solidFill>
                  <a:srgbClr val="000000"/>
                </a:solidFill>
                <a:highlight>
                  <a:srgbClr val="FFFFFF"/>
                </a:highlight>
                <a:latin typeface="Cascadia Mono" panose="020B0609020000020004" pitchFamily="49" charset="0"/>
              </a:rPr>
              <a:t>energia ? </a:t>
            </a:r>
            <a:r>
              <a:rPr lang="pt-BR" sz="1100" dirty="0">
                <a:solidFill>
                  <a:srgbClr val="A31515"/>
                </a:solidFill>
                <a:highlight>
                  <a:srgbClr val="FFFFFF"/>
                </a:highlight>
                <a:latin typeface="Cascadia Mono" panose="020B0609020000020004" pitchFamily="49" charset="0"/>
              </a:rPr>
              <a:t>'bg-emerald-100'</a:t>
            </a:r>
            <a:r>
              <a:rPr lang="pt-BR" sz="1100" dirty="0">
                <a:solidFill>
                  <a:srgbClr val="000000"/>
                </a:solidFill>
                <a:highlight>
                  <a:srgbClr val="FFFFFF"/>
                </a:highlight>
                <a:latin typeface="Cascadia Mono" panose="020B0609020000020004" pitchFamily="49" charset="0"/>
              </a:rPr>
              <a:t> : </a:t>
            </a:r>
            <a:r>
              <a:rPr lang="pt-BR" sz="1100" dirty="0">
                <a:solidFill>
                  <a:srgbClr val="A31515"/>
                </a:solidFill>
                <a:highlight>
                  <a:srgbClr val="FFFFFF"/>
                </a:highlight>
                <a:latin typeface="Cascadia Mono" panose="020B0609020000020004" pitchFamily="49" charset="0"/>
              </a:rPr>
              <a:t>'bg-purple-100'</a:t>
            </a:r>
            <a:r>
              <a:rPr lang="pt-BR" sz="1100" dirty="0">
                <a:solidFill>
                  <a:srgbClr val="0000FF"/>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 </a:t>
            </a:r>
            <a:r>
              <a:rPr lang="pt-BR" sz="1100" dirty="0" err="1">
                <a:solidFill>
                  <a:srgbClr val="A31515"/>
                </a:solidFill>
                <a:highlight>
                  <a:srgbClr val="FFFFFF"/>
                </a:highlight>
                <a:latin typeface="Cascadia Mono" panose="020B0609020000020004" pitchFamily="49" charset="0"/>
              </a:rPr>
              <a:t>justify-between</a:t>
            </a:r>
            <a:r>
              <a:rPr lang="pt-BR" sz="1100" dirty="0">
                <a:solidFill>
                  <a:srgbClr val="A31515"/>
                </a:solidFill>
                <a:highlight>
                  <a:srgbClr val="FFFFFF"/>
                </a:highlight>
                <a:latin typeface="Cascadia Mono" panose="020B0609020000020004" pitchFamily="49" charset="0"/>
              </a:rPr>
              <a:t> </a:t>
            </a:r>
            <a:r>
              <a:rPr lang="pt-BR" sz="1100" dirty="0" err="1">
                <a:solidFill>
                  <a:srgbClr val="A31515"/>
                </a:solidFill>
                <a:highlight>
                  <a:srgbClr val="FFFFFF"/>
                </a:highlight>
                <a:latin typeface="Cascadia Mono" panose="020B0609020000020004" pitchFamily="49" charset="0"/>
              </a:rPr>
              <a:t>items</a:t>
            </a:r>
            <a:r>
              <a:rPr lang="pt-BR" sz="1100" dirty="0">
                <a:solidFill>
                  <a:srgbClr val="A31515"/>
                </a:solidFill>
                <a:highlight>
                  <a:srgbClr val="FFFFFF"/>
                </a:highlight>
                <a:latin typeface="Cascadia Mono" panose="020B0609020000020004" pitchFamily="49" charset="0"/>
              </a:rPr>
              <a:t>-center mb-2 p-2`</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energia</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Mesa ligada</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Mesa desligada</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button</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className</a:t>
            </a:r>
            <a:r>
              <a:rPr lang="pt-BR" sz="1100" dirty="0">
                <a:solidFill>
                  <a:srgbClr val="000000"/>
                </a:solidFill>
                <a:highlight>
                  <a:srgbClr val="FFFFFF"/>
                </a:highlight>
                <a:latin typeface="Cascadia Mono" panose="020B0609020000020004" pitchFamily="49" charset="0"/>
              </a:rPr>
              <a:t>=</a:t>
            </a:r>
            <a:r>
              <a:rPr lang="pt-BR" sz="1100" dirty="0">
                <a:solidFill>
                  <a:srgbClr val="A31515"/>
                </a:solidFill>
                <a:highlight>
                  <a:srgbClr val="FFFFFF"/>
                </a:highlight>
                <a:latin typeface="Cascadia Mono" panose="020B0609020000020004" pitchFamily="49" charset="0"/>
              </a:rPr>
              <a:t>"py-1 px-2 bg-neutral-700 </a:t>
            </a:r>
            <a:r>
              <a:rPr lang="pt-BR" sz="1100" dirty="0" err="1">
                <a:solidFill>
                  <a:srgbClr val="A31515"/>
                </a:solidFill>
                <a:highlight>
                  <a:srgbClr val="FFFFFF"/>
                </a:highlight>
                <a:latin typeface="Cascadia Mono" panose="020B0609020000020004" pitchFamily="49" charset="0"/>
              </a:rPr>
              <a:t>text-white</a:t>
            </a:r>
            <a:r>
              <a:rPr lang="pt-BR" sz="1100" dirty="0">
                <a:solidFill>
                  <a:srgbClr val="A31515"/>
                </a:solidFill>
                <a:highlight>
                  <a:srgbClr val="FFFFFF"/>
                </a:highlight>
                <a:latin typeface="Cascadia Mono" panose="020B0609020000020004" pitchFamily="49" charset="0"/>
              </a:rPr>
              <a:t> </a:t>
            </a:r>
            <a:r>
              <a:rPr lang="pt-BR" sz="1100" dirty="0" err="1">
                <a:solidFill>
                  <a:srgbClr val="A31515"/>
                </a:solidFill>
                <a:highlight>
                  <a:srgbClr val="FFFFFF"/>
                </a:highlight>
                <a:latin typeface="Cascadia Mono" panose="020B0609020000020004" pitchFamily="49" charset="0"/>
              </a:rPr>
              <a:t>rounded-md</a:t>
            </a:r>
            <a:r>
              <a:rPr lang="pt-BR" sz="1100" dirty="0">
                <a:solidFill>
                  <a:srgbClr val="A31515"/>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onClick</a:t>
            </a:r>
            <a:r>
              <a:rPr lang="pt-BR" sz="1100" dirty="0">
                <a:solidFill>
                  <a:srgbClr val="000000"/>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=&gt;</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err="1">
                <a:solidFill>
                  <a:srgbClr val="000000"/>
                </a:solidFill>
                <a:highlight>
                  <a:srgbClr val="FFFFFF"/>
                </a:highlight>
                <a:latin typeface="Cascadia Mono" panose="020B0609020000020004" pitchFamily="49" charset="0"/>
              </a:rPr>
              <a:t>setEnergia</a:t>
            </a:r>
            <a:r>
              <a:rPr lang="pt-BR" sz="1100" dirty="0">
                <a:solidFill>
                  <a:srgbClr val="000000"/>
                </a:solidFill>
                <a:highlight>
                  <a:srgbClr val="FFFFFF"/>
                </a:highlight>
                <a:latin typeface="Cascadia Mono" panose="020B0609020000020004" pitchFamily="49" charset="0"/>
              </a:rPr>
              <a:t>(!energia)</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Energia da Mesa</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button</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800000"/>
                </a:solidFill>
                <a:highlight>
                  <a:srgbClr val="FFFFFF"/>
                </a:highlight>
                <a:latin typeface="Cascadia Mono" panose="020B0609020000020004" pitchFamily="49" charset="0"/>
              </a:rPr>
              <a:t>div</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{energia</a:t>
            </a:r>
            <a:r>
              <a:rPr lang="pt-BR" sz="1100" dirty="0">
                <a:solidFill>
                  <a:srgbClr val="555555"/>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&amp;&amp;</a:t>
            </a:r>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555555"/>
                </a:solidFill>
                <a:highlight>
                  <a:srgbClr val="FFFFFF"/>
                </a:highlight>
                <a:latin typeface="Cascadia Mono" panose="020B0609020000020004" pitchFamily="49" charset="0"/>
              </a:rPr>
              <a:t> Há </a:t>
            </a:r>
            <a:r>
              <a:rPr lang="pt-BR" sz="1100" dirty="0">
                <a:solidFill>
                  <a:srgbClr val="000000"/>
                </a:solidFill>
                <a:highlight>
                  <a:srgbClr val="FFFFFF"/>
                </a:highlight>
                <a:latin typeface="Cascadia Mono" panose="020B0609020000020004" pitchFamily="49" charset="0"/>
              </a:rPr>
              <a:t>{ativos}</a:t>
            </a:r>
            <a:r>
              <a:rPr lang="pt-BR" sz="1100" dirty="0">
                <a:solidFill>
                  <a:srgbClr val="555555"/>
                </a:solidFill>
                <a:highlight>
                  <a:srgbClr val="FFFFFF"/>
                </a:highlight>
                <a:latin typeface="Cascadia Mono" panose="020B0609020000020004" pitchFamily="49" charset="0"/>
              </a:rPr>
              <a:t> equipamentos ligados nesta mesa </a:t>
            </a:r>
            <a:r>
              <a:rPr lang="pt-BR" sz="1100" dirty="0">
                <a:solidFill>
                  <a:srgbClr val="0000FF"/>
                </a:solidFill>
                <a:highlight>
                  <a:srgbClr val="FFFFFF"/>
                </a:highlight>
                <a:latin typeface="Cascadia Mono" panose="020B0609020000020004" pitchFamily="49" charset="0"/>
              </a:rPr>
              <a:t>&lt;/</a:t>
            </a:r>
            <a:r>
              <a:rPr lang="pt-BR" sz="1100" dirty="0">
                <a:solidFill>
                  <a:srgbClr val="800000"/>
                </a:solidFill>
                <a:highlight>
                  <a:srgbClr val="FFFFFF"/>
                </a:highlight>
                <a:latin typeface="Cascadia Mono" panose="020B0609020000020004" pitchFamily="49" charset="0"/>
              </a:rPr>
              <a:t>p</a:t>
            </a:r>
            <a:r>
              <a:rPr lang="pt-BR" sz="1100" dirty="0">
                <a:solidFill>
                  <a:srgbClr val="0000FF"/>
                </a:solidFill>
                <a:highlight>
                  <a:srgbClr val="FFFFFF"/>
                </a:highlight>
                <a:latin typeface="Cascadia Mono" panose="020B0609020000020004" pitchFamily="49" charset="0"/>
              </a:rPr>
              <a:t>&gt;</a:t>
            </a:r>
            <a:r>
              <a:rPr lang="pt-BR" sz="1100" dirty="0">
                <a:solidFill>
                  <a:srgbClr val="000000"/>
                </a:solidFill>
                <a:highlight>
                  <a:srgbClr val="FFFFFF"/>
                </a:highlight>
                <a:latin typeface="Cascadia Mono" panose="020B0609020000020004" pitchFamily="49" charset="0"/>
              </a:rPr>
              <a:t>}</a:t>
            </a:r>
            <a:endParaRPr lang="pt-BR" sz="1100" dirty="0">
              <a:solidFill>
                <a:srgbClr val="555555"/>
              </a:solidFill>
              <a:highlight>
                <a:srgbClr val="FFFFFF"/>
              </a:highlight>
              <a:latin typeface="Cascadia Mono" panose="020B0609020000020004" pitchFamily="49" charset="0"/>
            </a:endParaRPr>
          </a:p>
          <a:p>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2B91AF"/>
                </a:solidFill>
                <a:highlight>
                  <a:srgbClr val="FFFFFF"/>
                </a:highlight>
                <a:latin typeface="Cascadia Mono" panose="020B0609020000020004" pitchFamily="49" charset="0"/>
              </a:rPr>
              <a:t>EnergiaContext.Provider</a:t>
            </a:r>
            <a:r>
              <a:rPr lang="pt-BR" sz="1100" dirty="0">
                <a:solidFill>
                  <a:srgbClr val="800000"/>
                </a:solidFill>
                <a:highlight>
                  <a:srgbClr val="FFFFFF"/>
                </a:highlight>
                <a:latin typeface="Cascadia Mono" panose="020B0609020000020004" pitchFamily="49" charset="0"/>
              </a:rPr>
              <a:t> </a:t>
            </a:r>
            <a:r>
              <a:rPr lang="pt-BR" sz="1100" dirty="0" err="1">
                <a:solidFill>
                  <a:srgbClr val="FF0000"/>
                </a:solidFill>
                <a:highlight>
                  <a:srgbClr val="FFFFFF"/>
                </a:highlight>
                <a:latin typeface="Cascadia Mono" panose="020B0609020000020004" pitchFamily="49" charset="0"/>
              </a:rPr>
              <a:t>value</a:t>
            </a:r>
            <a:r>
              <a:rPr lang="pt-BR" sz="1100" dirty="0">
                <a:solidFill>
                  <a:srgbClr val="000000"/>
                </a:solidFill>
                <a:highlight>
                  <a:srgbClr val="FFFFFF"/>
                </a:highlight>
                <a:latin typeface="Cascadia Mono" panose="020B0609020000020004" pitchFamily="49" charset="0"/>
              </a:rPr>
              <a:t>={{</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energia,</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contar:</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contar</a:t>
            </a:r>
            <a:r>
              <a:rPr lang="pt-BR" sz="1100" dirty="0">
                <a:solidFill>
                  <a:srgbClr val="800000"/>
                </a:solidFill>
                <a:highlight>
                  <a:srgbClr val="FFFFFF"/>
                </a:highlight>
                <a:latin typeface="Cascadia Mono" panose="020B0609020000020004" pitchFamily="49" charset="0"/>
              </a:rPr>
              <a:t> </a:t>
            </a:r>
            <a:r>
              <a:rPr lang="pt-BR" sz="1100" dirty="0">
                <a:solidFill>
                  <a:srgbClr val="000000"/>
                </a:solidFill>
                <a:highlight>
                  <a:srgbClr val="FFFFFF"/>
                </a:highlight>
                <a:latin typeface="Cascadia Mono" panose="020B0609020000020004" pitchFamily="49" charset="0"/>
              </a:rPr>
              <a:t>}}</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a:solidFill>
                  <a:srgbClr val="2B91AF"/>
                </a:solidFill>
                <a:highlight>
                  <a:srgbClr val="FFFFFF"/>
                </a:highlight>
                <a:latin typeface="Cascadia Mono" panose="020B0609020000020004" pitchFamily="49" charset="0"/>
              </a:rPr>
              <a:t>Grupo</a:t>
            </a:r>
            <a:r>
              <a:rPr lang="pt-BR" sz="1100" dirty="0">
                <a:solidFill>
                  <a:srgbClr val="800000"/>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a:t>
            </a:r>
            <a:r>
              <a:rPr lang="pt-BR" sz="1100" dirty="0" err="1">
                <a:solidFill>
                  <a:srgbClr val="2B91AF"/>
                </a:solidFill>
                <a:highlight>
                  <a:srgbClr val="FFFFFF"/>
                </a:highlight>
                <a:latin typeface="Cascadia Mono" panose="020B0609020000020004" pitchFamily="49" charset="0"/>
              </a:rPr>
              <a:t>EnergiaContext.Provider</a:t>
            </a:r>
            <a:r>
              <a:rPr lang="pt-BR" sz="1100" dirty="0">
                <a:solidFill>
                  <a:srgbClr val="0000FF"/>
                </a:solidFill>
                <a:highlight>
                  <a:srgbClr val="FFFFFF"/>
                </a:highlight>
                <a:latin typeface="Cascadia Mono" panose="020B0609020000020004" pitchFamily="49" charset="0"/>
              </a:rPr>
              <a:t>&gt;</a:t>
            </a:r>
            <a:endParaRPr lang="pt-BR" sz="1100" dirty="0">
              <a:solidFill>
                <a:srgbClr val="555555"/>
              </a:solidFill>
              <a:highlight>
                <a:srgbClr val="FFFFFF"/>
              </a:highlight>
              <a:latin typeface="Cascadia Mono" panose="020B0609020000020004" pitchFamily="49" charset="0"/>
            </a:endParaRPr>
          </a:p>
          <a:p>
            <a:r>
              <a:rPr lang="pt-BR" sz="1100" dirty="0">
                <a:solidFill>
                  <a:srgbClr val="555555"/>
                </a:solidFill>
                <a:highlight>
                  <a:srgbClr val="FFFFFF"/>
                </a:highlight>
                <a:latin typeface="Cascadia Mono" panose="020B0609020000020004" pitchFamily="49" charset="0"/>
              </a:rPr>
              <a:t>        </a:t>
            </a:r>
            <a:r>
              <a:rPr lang="pt-BR" sz="1100" dirty="0">
                <a:solidFill>
                  <a:srgbClr val="0000FF"/>
                </a:solidFill>
                <a:highlight>
                  <a:srgbClr val="FFFFFF"/>
                </a:highlight>
                <a:latin typeface="Cascadia Mono" panose="020B0609020000020004" pitchFamily="49" charset="0"/>
              </a:rPr>
              <a:t>&lt;/&gt;</a:t>
            </a:r>
            <a:endParaRPr lang="pt-BR" sz="1100" dirty="0">
              <a:solidFill>
                <a:srgbClr val="000000"/>
              </a:solidFill>
              <a:highlight>
                <a:srgbClr val="FFFFFF"/>
              </a:highlight>
              <a:latin typeface="Cascadia Mono" panose="020B0609020000020004" pitchFamily="49" charset="0"/>
            </a:endParaRPr>
          </a:p>
          <a:p>
            <a:r>
              <a:rPr lang="pt-BR" sz="1100" dirty="0">
                <a:solidFill>
                  <a:srgbClr val="000000"/>
                </a:solidFill>
                <a:highlight>
                  <a:srgbClr val="FFFFFF"/>
                </a:highlight>
                <a:latin typeface="Cascadia Mono" panose="020B0609020000020004" pitchFamily="49" charset="0"/>
              </a:rPr>
              <a:t>    )</a:t>
            </a:r>
          </a:p>
          <a:p>
            <a:r>
              <a:rPr lang="pt-BR" sz="1100" dirty="0">
                <a:solidFill>
                  <a:srgbClr val="000000"/>
                </a:solidFill>
                <a:highlight>
                  <a:srgbClr val="FFFFFF"/>
                </a:highlight>
                <a:latin typeface="Cascadia Mono" panose="020B0609020000020004" pitchFamily="49" charset="0"/>
              </a:rPr>
              <a:t>}</a:t>
            </a:r>
            <a:endParaRPr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77097379" name="CaixaDeTexto 3"/>
          <p:cNvSpPr txBox="1"/>
          <p:nvPr/>
        </p:nvSpPr>
        <p:spPr bwMode="auto">
          <a:xfrm>
            <a:off x="1094" y="1883"/>
            <a:ext cx="1621085" cy="369332"/>
          </a:xfrm>
          <a:prstGeom prst="rect">
            <a:avLst/>
          </a:prstGeom>
          <a:noFill/>
        </p:spPr>
        <p:txBody>
          <a:bodyPr wrap="none" lIns="91440" tIns="45720" rIns="91440" bIns="45720" rtlCol="0" anchor="t">
            <a:spAutoFit/>
          </a:bodyPr>
          <a:lstStyle/>
          <a:p>
            <a:pPr>
              <a:defRPr/>
            </a:pPr>
            <a:r>
              <a:rPr lang="pt-BR"/>
              <a:t>Equipamento.js</a:t>
            </a:r>
            <a:endParaRPr/>
          </a:p>
        </p:txBody>
      </p:sp>
      <p:sp>
        <p:nvSpPr>
          <p:cNvPr id="316555462" name="CaixaDeTexto 1"/>
          <p:cNvSpPr txBox="1"/>
          <p:nvPr/>
        </p:nvSpPr>
        <p:spPr bwMode="auto">
          <a:xfrm>
            <a:off x="2004" y="372978"/>
            <a:ext cx="12188709" cy="64479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700" dirty="0">
                <a:solidFill>
                  <a:srgbClr val="A31515"/>
                </a:solidFill>
                <a:highlight>
                  <a:srgbClr val="FFFFFF"/>
                </a:highlight>
                <a:latin typeface="Cascadia Mono" panose="020B0609020000020004" pitchFamily="49" charset="0"/>
              </a:rPr>
              <a:t>'use </a:t>
            </a:r>
            <a:r>
              <a:rPr lang="pt-BR" sz="700" dirty="0" err="1">
                <a:solidFill>
                  <a:srgbClr val="A31515"/>
                </a:solidFill>
                <a:highlight>
                  <a:srgbClr val="FFFFFF"/>
                </a:highlight>
                <a:latin typeface="Cascadia Mono" panose="020B0609020000020004" pitchFamily="49" charset="0"/>
              </a:rPr>
              <a:t>client</a:t>
            </a:r>
            <a:r>
              <a:rPr lang="pt-BR" sz="700" dirty="0">
                <a:solidFill>
                  <a:srgbClr val="A31515"/>
                </a:solidFill>
                <a:highlight>
                  <a:srgbClr val="FFFFFF"/>
                </a:highlight>
                <a:latin typeface="Cascadia Mono" panose="020B0609020000020004" pitchFamily="49" charset="0"/>
              </a:rPr>
              <a:t>'</a:t>
            </a:r>
            <a:endParaRPr lang="pt-BR" sz="700" dirty="0">
              <a:solidFill>
                <a:srgbClr val="000000"/>
              </a:solidFill>
              <a:highlight>
                <a:srgbClr val="FFFFFF"/>
              </a:highlight>
              <a:latin typeface="Cascadia Mono" panose="020B0609020000020004" pitchFamily="49" charset="0"/>
            </a:endParaRPr>
          </a:p>
          <a:p>
            <a:endParaRPr lang="pt-BR" sz="700" dirty="0">
              <a:solidFill>
                <a:srgbClr val="000000"/>
              </a:solidFill>
              <a:highlight>
                <a:srgbClr val="FFFFFF"/>
              </a:highlight>
              <a:latin typeface="Cascadia Mono" panose="020B0609020000020004" pitchFamily="49" charset="0"/>
            </a:endParaRPr>
          </a:p>
          <a:p>
            <a:r>
              <a:rPr lang="en-US" sz="700" dirty="0">
                <a:solidFill>
                  <a:srgbClr val="0000FF"/>
                </a:solidFill>
                <a:highlight>
                  <a:srgbClr val="FFFFFF"/>
                </a:highlight>
                <a:latin typeface="Cascadia Mono" panose="020B0609020000020004" pitchFamily="49" charset="0"/>
              </a:rPr>
              <a:t>import</a:t>
            </a:r>
            <a:r>
              <a:rPr lang="en-US" sz="700" dirty="0">
                <a:solidFill>
                  <a:srgbClr val="000000"/>
                </a:solidFill>
                <a:highlight>
                  <a:srgbClr val="FFFFFF"/>
                </a:highlight>
                <a:latin typeface="Cascadia Mono" panose="020B0609020000020004" pitchFamily="49" charset="0"/>
              </a:rPr>
              <a:t> { </a:t>
            </a:r>
            <a:r>
              <a:rPr lang="en-US" sz="700" dirty="0" err="1">
                <a:solidFill>
                  <a:srgbClr val="000000"/>
                </a:solidFill>
                <a:highlight>
                  <a:srgbClr val="FFFFFF"/>
                </a:highlight>
                <a:latin typeface="Cascadia Mono" panose="020B0609020000020004" pitchFamily="49" charset="0"/>
              </a:rPr>
              <a:t>useContext</a:t>
            </a:r>
            <a:r>
              <a:rPr lang="en-US" sz="700" dirty="0">
                <a:solidFill>
                  <a:srgbClr val="000000"/>
                </a:solidFill>
                <a:highlight>
                  <a:srgbClr val="FFFFFF"/>
                </a:highlight>
                <a:latin typeface="Cascadia Mono" panose="020B0609020000020004" pitchFamily="49" charset="0"/>
              </a:rPr>
              <a:t>, </a:t>
            </a:r>
            <a:r>
              <a:rPr lang="en-US" sz="700" dirty="0" err="1">
                <a:solidFill>
                  <a:srgbClr val="000000"/>
                </a:solidFill>
                <a:highlight>
                  <a:srgbClr val="FFFFFF"/>
                </a:highlight>
                <a:latin typeface="Cascadia Mono" panose="020B0609020000020004" pitchFamily="49" charset="0"/>
              </a:rPr>
              <a:t>useState</a:t>
            </a:r>
            <a:r>
              <a:rPr lang="en-US" sz="700" dirty="0">
                <a:solidFill>
                  <a:srgbClr val="000000"/>
                </a:solidFill>
                <a:highlight>
                  <a:srgbClr val="FFFFFF"/>
                </a:highlight>
                <a:latin typeface="Cascadia Mono" panose="020B0609020000020004" pitchFamily="49" charset="0"/>
              </a:rPr>
              <a:t> } </a:t>
            </a:r>
            <a:r>
              <a:rPr lang="en-US" sz="700" dirty="0">
                <a:solidFill>
                  <a:srgbClr val="0000FF"/>
                </a:solidFill>
                <a:highlight>
                  <a:srgbClr val="FFFFFF"/>
                </a:highlight>
                <a:latin typeface="Cascadia Mono" panose="020B0609020000020004" pitchFamily="49" charset="0"/>
              </a:rPr>
              <a:t>from</a:t>
            </a:r>
            <a:r>
              <a:rPr lang="en-US" sz="700" dirty="0">
                <a:solidFill>
                  <a:srgbClr val="000000"/>
                </a:solidFill>
                <a:highlight>
                  <a:srgbClr val="FFFFFF"/>
                </a:highlight>
                <a:latin typeface="Cascadia Mono" panose="020B0609020000020004" pitchFamily="49" charset="0"/>
              </a:rPr>
              <a:t> </a:t>
            </a:r>
            <a:r>
              <a:rPr lang="en-US" sz="700" dirty="0">
                <a:solidFill>
                  <a:srgbClr val="A31515"/>
                </a:solidFill>
                <a:highlight>
                  <a:srgbClr val="FFFFFF"/>
                </a:highlight>
                <a:latin typeface="Cascadia Mono" panose="020B0609020000020004" pitchFamily="49" charset="0"/>
              </a:rPr>
              <a:t>"react"</a:t>
            </a:r>
            <a:r>
              <a:rPr lang="en-US" sz="700" dirty="0">
                <a:solidFill>
                  <a:srgbClr val="000000"/>
                </a:solidFill>
                <a:highlight>
                  <a:srgbClr val="FFFFFF"/>
                </a:highlight>
                <a:latin typeface="Cascadia Mono" panose="020B0609020000020004" pitchFamily="49" charset="0"/>
              </a:rPr>
              <a:t>;</a:t>
            </a:r>
          </a:p>
          <a:p>
            <a:r>
              <a:rPr lang="pt-BR" sz="700" dirty="0" err="1">
                <a:solidFill>
                  <a:srgbClr val="0000FF"/>
                </a:solidFill>
                <a:highlight>
                  <a:srgbClr val="FFFFFF"/>
                </a:highlight>
                <a:latin typeface="Cascadia Mono" panose="020B0609020000020004" pitchFamily="49" charset="0"/>
              </a:rPr>
              <a:t>import</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EnergiaContext</a:t>
            </a:r>
            <a:r>
              <a:rPr lang="pt-BR" sz="700" dirty="0">
                <a:solidFill>
                  <a:srgbClr val="000000"/>
                </a:solidFill>
                <a:highlight>
                  <a:srgbClr val="FFFFFF"/>
                </a:highlight>
                <a:latin typeface="Cascadia Mono" panose="020B0609020000020004" pitchFamily="49" charset="0"/>
              </a:rPr>
              <a:t> } </a:t>
            </a:r>
            <a:r>
              <a:rPr lang="pt-BR" sz="700" dirty="0" err="1">
                <a:solidFill>
                  <a:srgbClr val="0000FF"/>
                </a:solidFill>
                <a:highlight>
                  <a:srgbClr val="FFFFFF"/>
                </a:highlight>
                <a:latin typeface="Cascadia Mono" panose="020B0609020000020004" pitchFamily="49" charset="0"/>
              </a:rPr>
              <a:t>from</a:t>
            </a:r>
            <a:r>
              <a:rPr lang="pt-BR" sz="700" dirty="0">
                <a:solidFill>
                  <a:srgbClr val="000000"/>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"./mesa"</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err="1">
                <a:solidFill>
                  <a:srgbClr val="0000FF"/>
                </a:solidFill>
                <a:highlight>
                  <a:srgbClr val="FFFFFF"/>
                </a:highlight>
                <a:latin typeface="Cascadia Mono" panose="020B0609020000020004" pitchFamily="49" charset="0"/>
              </a:rPr>
              <a:t>export</a:t>
            </a:r>
            <a:r>
              <a:rPr lang="pt-BR" sz="700" dirty="0">
                <a:solidFill>
                  <a:srgbClr val="000000"/>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default</a:t>
            </a:r>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function</a:t>
            </a:r>
            <a:r>
              <a:rPr lang="pt-BR" sz="700" dirty="0">
                <a:solidFill>
                  <a:srgbClr val="000000"/>
                </a:solidFill>
                <a:highlight>
                  <a:srgbClr val="FFFFFF"/>
                </a:highlight>
                <a:latin typeface="Cascadia Mono" panose="020B0609020000020004" pitchFamily="49" charset="0"/>
              </a:rPr>
              <a:t> Equipamento({ nome })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fallback</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useContext</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EnergiaContext</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[volume,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[ligado, </a:t>
            </a:r>
            <a:r>
              <a:rPr lang="pt-BR" sz="700" dirty="0" err="1">
                <a:solidFill>
                  <a:srgbClr val="000000"/>
                </a:solidFill>
                <a:highlight>
                  <a:srgbClr val="FFFFFF"/>
                </a:highlight>
                <a:latin typeface="Cascadia Mono" panose="020B0609020000020004" pitchFamily="49" charset="0"/>
              </a:rPr>
              <a:t>setLigado</a:t>
            </a:r>
            <a:r>
              <a:rPr lang="pt-BR" sz="700" dirty="0">
                <a:solidFill>
                  <a:srgbClr val="000000"/>
                </a:solidFill>
                <a:highlight>
                  <a:srgbClr val="FFFFFF"/>
                </a:highlight>
                <a:latin typeface="Cascadia Mono" panose="020B0609020000020004" pitchFamily="49" charset="0"/>
              </a:rPr>
              <a:t>] = </a:t>
            </a:r>
            <a:r>
              <a:rPr lang="pt-BR" sz="700" dirty="0" err="1">
                <a:solidFill>
                  <a:srgbClr val="000000"/>
                </a:solidFill>
                <a:highlight>
                  <a:srgbClr val="FFFFFF"/>
                </a:highlight>
                <a:latin typeface="Cascadia Mono" panose="020B0609020000020004" pitchFamily="49" charset="0"/>
              </a:rPr>
              <a:t>useState</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false</a:t>
            </a:r>
            <a:r>
              <a:rPr lang="pt-BR" sz="700" dirty="0">
                <a:solidFill>
                  <a:srgbClr val="000000"/>
                </a:solidFill>
                <a:highlight>
                  <a:srgbClr val="FFFFFF"/>
                </a:highlight>
                <a:latin typeface="Cascadia Mono" panose="020B0609020000020004" pitchFamily="49" charset="0"/>
              </a:rPr>
              <a:t>);</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handleVolumeDown</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(volume &gt; 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(volume - 1);</a:t>
            </a:r>
          </a:p>
          <a:p>
            <a:r>
              <a:rPr lang="pt-BR" sz="700" dirty="0">
                <a:solidFill>
                  <a:srgbClr val="000000"/>
                </a:solidFill>
                <a:highlight>
                  <a:srgbClr val="FFFFFF"/>
                </a:highlight>
                <a:latin typeface="Cascadia Mono" panose="020B0609020000020004" pitchFamily="49" charset="0"/>
              </a:rPr>
              <a: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handleVolumeUp</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(volume &lt; 10)</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setVolume</a:t>
            </a:r>
            <a:r>
              <a:rPr lang="pt-BR" sz="700" dirty="0">
                <a:solidFill>
                  <a:srgbClr val="000000"/>
                </a:solidFill>
                <a:highlight>
                  <a:srgbClr val="FFFFFF"/>
                </a:highlight>
                <a:latin typeface="Cascadia Mono" panose="020B0609020000020004" pitchFamily="49" charset="0"/>
              </a:rPr>
              <a:t>(volume + 1);</a:t>
            </a:r>
          </a:p>
          <a:p>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const</a:t>
            </a:r>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handleLigar</a:t>
            </a:r>
            <a:r>
              <a:rPr lang="pt-BR" sz="700" dirty="0">
                <a:solidFill>
                  <a:srgbClr val="000000"/>
                </a:solidFill>
                <a:highlight>
                  <a:srgbClr val="FFFFFF"/>
                </a:highlight>
                <a:latin typeface="Cascadia Mono" panose="020B0609020000020004" pitchFamily="49" charset="0"/>
              </a:rPr>
              <a:t> = () =&gt; {</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if</a:t>
            </a:r>
            <a:r>
              <a:rPr lang="pt-BR" sz="700" dirty="0">
                <a:solidFill>
                  <a:srgbClr val="000000"/>
                </a:solidFill>
                <a:highlight>
                  <a:srgbClr val="FFFFFF"/>
                </a:highlight>
                <a:latin typeface="Cascadia Mono" panose="020B0609020000020004" pitchFamily="49" charset="0"/>
              </a:rPr>
              <a:t> (ligado)</a:t>
            </a: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fallback.contar</a:t>
            </a:r>
            <a:r>
              <a:rPr lang="pt-BR" sz="700" dirty="0">
                <a:solidFill>
                  <a:srgbClr val="000000"/>
                </a:solidFill>
                <a:highlight>
                  <a:srgbClr val="FFFFFF"/>
                </a:highlight>
                <a:latin typeface="Cascadia Mono" panose="020B0609020000020004" pitchFamily="49" charset="0"/>
              </a:rPr>
              <a:t>(-1);</a:t>
            </a: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else</a:t>
            </a:r>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fallback.contar</a:t>
            </a:r>
            <a:r>
              <a:rPr lang="pt-BR" sz="700" dirty="0">
                <a:solidFill>
                  <a:srgbClr val="000000"/>
                </a:solidFill>
                <a:highlight>
                  <a:srgbClr val="FFFFFF"/>
                </a:highlight>
                <a:latin typeface="Cascadia Mono" panose="020B0609020000020004" pitchFamily="49" charset="0"/>
              </a:rPr>
              <a:t>(+1);</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setLigado</a:t>
            </a:r>
            <a:r>
              <a:rPr lang="pt-BR" sz="700" dirty="0">
                <a:solidFill>
                  <a:srgbClr val="000000"/>
                </a:solidFill>
                <a:highlight>
                  <a:srgbClr val="FFFFFF"/>
                </a:highlight>
                <a:latin typeface="Cascadia Mono" panose="020B0609020000020004" pitchFamily="49" charset="0"/>
              </a:rPr>
              <a:t>(!ligado);</a:t>
            </a:r>
          </a:p>
          <a:p>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err="1">
                <a:solidFill>
                  <a:srgbClr val="0000FF"/>
                </a:solidFill>
                <a:highlight>
                  <a:srgbClr val="FFFFFF"/>
                </a:highlight>
                <a:latin typeface="Cascadia Mono" panose="020B0609020000020004" pitchFamily="49" charset="0"/>
              </a:rPr>
              <a:t>return</a:t>
            </a:r>
            <a:r>
              <a:rPr lang="pt-BR" sz="700" dirty="0">
                <a:solidFill>
                  <a:srgbClr val="000000"/>
                </a:solidFill>
                <a:highlight>
                  <a:srgbClr val="FFFFFF"/>
                </a:highlight>
                <a:latin typeface="Cascadia Mono" panose="020B0609020000020004" pitchFamily="49" charset="0"/>
              </a:rPr>
              <a:t> (</a:t>
            </a:r>
          </a:p>
          <a:p>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flex</a:t>
            </a:r>
            <a:r>
              <a:rPr lang="pt-BR" sz="700" dirty="0">
                <a:solidFill>
                  <a:srgbClr val="A31515"/>
                </a:solidFill>
                <a:highlight>
                  <a:srgbClr val="FFFFFF"/>
                </a:highlight>
                <a:latin typeface="Cascadia Mono" panose="020B0609020000020004" pitchFamily="49" charset="0"/>
              </a:rPr>
              <a:t> </a:t>
            </a:r>
            <a:r>
              <a:rPr lang="pt-BR" sz="700" dirty="0" err="1">
                <a:solidFill>
                  <a:srgbClr val="A31515"/>
                </a:solidFill>
                <a:highlight>
                  <a:srgbClr val="FFFFFF"/>
                </a:highlight>
                <a:latin typeface="Cascadia Mono" panose="020B0609020000020004" pitchFamily="49" charset="0"/>
              </a:rPr>
              <a:t>flex-col</a:t>
            </a:r>
            <a:r>
              <a:rPr lang="pt-BR" sz="700" dirty="0">
                <a:solidFill>
                  <a:srgbClr val="A31515"/>
                </a:solidFill>
                <a:highlight>
                  <a:srgbClr val="FFFFFF"/>
                </a:highlight>
                <a:latin typeface="Cascadia Mono" panose="020B0609020000020004" pitchFamily="49" charset="0"/>
              </a:rPr>
              <a:t> my-2 py-2 px-2 </a:t>
            </a:r>
            <a:r>
              <a:rPr lang="pt-BR" sz="700" dirty="0" err="1">
                <a:solidFill>
                  <a:srgbClr val="A31515"/>
                </a:solidFill>
                <a:highlight>
                  <a:srgbClr val="FFFFFF"/>
                </a:highlight>
                <a:latin typeface="Cascadia Mono" panose="020B0609020000020004" pitchFamily="49" charset="0"/>
              </a:rPr>
              <a:t>font</a:t>
            </a:r>
            <a:r>
              <a:rPr lang="pt-BR" sz="700" dirty="0">
                <a:solidFill>
                  <a:srgbClr val="A31515"/>
                </a:solidFill>
                <a:highlight>
                  <a:srgbClr val="FFFFFF"/>
                </a:highlight>
                <a:latin typeface="Cascadia Mono" panose="020B0609020000020004" pitchFamily="49" charset="0"/>
              </a:rPr>
              <a:t>-mono"</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en-US" sz="700" dirty="0">
                <a:solidFill>
                  <a:srgbClr val="555555"/>
                </a:solidFill>
                <a:highlight>
                  <a:srgbClr val="FFFFFF"/>
                </a:highlight>
                <a:latin typeface="Cascadia Mono" panose="020B0609020000020004" pitchFamily="49" charset="0"/>
              </a:rPr>
              <a:t>            </a:t>
            </a:r>
            <a:r>
              <a:rPr lang="en-US" sz="700" dirty="0">
                <a:solidFill>
                  <a:srgbClr val="0000FF"/>
                </a:solidFill>
                <a:highlight>
                  <a:srgbClr val="FFFFFF"/>
                </a:highlight>
                <a:latin typeface="Cascadia Mono" panose="020B0609020000020004" pitchFamily="49" charset="0"/>
              </a:rPr>
              <a:t>&lt;</a:t>
            </a:r>
            <a:r>
              <a:rPr lang="en-US" sz="700" dirty="0">
                <a:solidFill>
                  <a:srgbClr val="800000"/>
                </a:solidFill>
                <a:highlight>
                  <a:srgbClr val="FFFFFF"/>
                </a:highlight>
                <a:latin typeface="Cascadia Mono" panose="020B0609020000020004" pitchFamily="49" charset="0"/>
              </a:rPr>
              <a:t>div </a:t>
            </a:r>
            <a:r>
              <a:rPr lang="en-US" sz="700" dirty="0" err="1">
                <a:solidFill>
                  <a:srgbClr val="FF0000"/>
                </a:solidFill>
                <a:highlight>
                  <a:srgbClr val="FFFFFF"/>
                </a:highlight>
                <a:latin typeface="Cascadia Mono" panose="020B0609020000020004" pitchFamily="49" charset="0"/>
              </a:rPr>
              <a:t>className</a:t>
            </a:r>
            <a:r>
              <a:rPr lang="en-US" sz="700" dirty="0">
                <a:solidFill>
                  <a:srgbClr val="000000"/>
                </a:solidFill>
                <a:highlight>
                  <a:srgbClr val="FFFFFF"/>
                </a:highlight>
                <a:latin typeface="Cascadia Mono" panose="020B0609020000020004" pitchFamily="49" charset="0"/>
              </a:rPr>
              <a:t>=</a:t>
            </a:r>
            <a:r>
              <a:rPr lang="en-US" sz="700" dirty="0">
                <a:solidFill>
                  <a:srgbClr val="A31515"/>
                </a:solidFill>
                <a:highlight>
                  <a:srgbClr val="FFFFFF"/>
                </a:highlight>
                <a:latin typeface="Cascadia Mono" panose="020B0609020000020004" pitchFamily="49" charset="0"/>
              </a:rPr>
              <a:t>"flex flex-row gap-2 mb-4"</a:t>
            </a:r>
            <a:r>
              <a:rPr lang="en-US" sz="700" dirty="0">
                <a:solidFill>
                  <a:srgbClr val="0000FF"/>
                </a:solidFill>
                <a:highlight>
                  <a:srgbClr val="FFFFFF"/>
                </a:highlight>
                <a:latin typeface="Cascadia Mono" panose="020B0609020000020004" pitchFamily="49" charset="0"/>
              </a:rPr>
              <a:t>&gt;</a:t>
            </a:r>
            <a:endParaRPr lang="en-US"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r>
              <a:rPr lang="pt-BR" sz="700" dirty="0">
                <a:solidFill>
                  <a:srgbClr val="000000"/>
                </a:solidFill>
                <a:highlight>
                  <a:srgbClr val="FFFFFF"/>
                </a:highlight>
                <a:latin typeface="Cascadia Mono" panose="020B0609020000020004" pitchFamily="49" charset="0"/>
              </a:rPr>
              <a:t>{nome}</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handleLigar</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`py-0 px-2 </a:t>
            </a:r>
            <a:r>
              <a:rPr lang="pt-BR" sz="700" dirty="0">
                <a:solidFill>
                  <a:srgbClr val="0000FF"/>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ligado ? </a:t>
            </a:r>
            <a:r>
              <a:rPr lang="pt-BR" sz="700" dirty="0">
                <a:solidFill>
                  <a:srgbClr val="A31515"/>
                </a:solidFill>
                <a:highlight>
                  <a:srgbClr val="FFFFFF"/>
                </a:highlight>
                <a:latin typeface="Cascadia Mono" panose="020B0609020000020004" pitchFamily="49" charset="0"/>
              </a:rPr>
              <a:t>'bg-sky-200'</a:t>
            </a:r>
            <a:r>
              <a:rPr lang="pt-BR" sz="700" dirty="0">
                <a:solidFill>
                  <a:srgbClr val="000000"/>
                </a:solidFill>
                <a:highlight>
                  <a:srgbClr val="FFFFFF"/>
                </a:highlight>
                <a:latin typeface="Cascadia Mono" panose="020B0609020000020004" pitchFamily="49" charset="0"/>
              </a:rPr>
              <a:t> : </a:t>
            </a:r>
            <a:r>
              <a:rPr lang="pt-BR" sz="700" dirty="0">
                <a:solidFill>
                  <a:srgbClr val="A31515"/>
                </a:solidFill>
                <a:highlight>
                  <a:srgbClr val="FFFFFF"/>
                </a:highlight>
                <a:latin typeface="Cascadia Mono" panose="020B0609020000020004" pitchFamily="49" charset="0"/>
              </a:rPr>
              <a:t>'bg-pink-200'</a:t>
            </a:r>
            <a:r>
              <a:rPr lang="pt-BR" sz="700" dirty="0">
                <a:solidFill>
                  <a:srgbClr val="0000FF"/>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 </a:t>
            </a:r>
            <a:r>
              <a:rPr lang="pt-BR" sz="700" dirty="0" err="1">
                <a:solidFill>
                  <a:srgbClr val="A31515"/>
                </a:solidFill>
                <a:highlight>
                  <a:srgbClr val="FFFFFF"/>
                </a:highlight>
                <a:latin typeface="Cascadia Mono" panose="020B0609020000020004" pitchFamily="49" charset="0"/>
              </a:rPr>
              <a:t>rounded-md</a:t>
            </a:r>
            <a:r>
              <a:rPr lang="pt-BR" sz="700" dirty="0">
                <a:solidFill>
                  <a:srgbClr val="A31515"/>
                </a:solidFill>
                <a:highlight>
                  <a:srgbClr val="FFFFFF"/>
                </a:highlight>
                <a:latin typeface="Cascadia Mono" panose="020B0609020000020004" pitchFamily="49" charset="0"/>
              </a:rPr>
              <a:t>`</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{ligado</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"Desligar"</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A31515"/>
                </a:solidFill>
                <a:highlight>
                  <a:srgbClr val="FFFFFF"/>
                </a:highlight>
                <a:latin typeface="Cascadia Mono" panose="020B0609020000020004" pitchFamily="49" charset="0"/>
              </a:rPr>
              <a:t>"Ligar"</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err="1">
                <a:solidFill>
                  <a:srgbClr val="000000"/>
                </a:solidFill>
                <a:highlight>
                  <a:srgbClr val="FFFFFF"/>
                </a:highlight>
                <a:latin typeface="Cascadia Mono" panose="020B0609020000020004" pitchFamily="49" charset="0"/>
              </a:rPr>
              <a:t>fallback.energia</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ligado</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endParaRPr lang="pt-BR" sz="700" dirty="0">
              <a:solidFill>
                <a:srgbClr val="555555"/>
              </a:solidFill>
              <a:highlight>
                <a:srgbClr val="FFFFFF"/>
              </a:highlight>
              <a:latin typeface="Cascadia Mono" panose="020B0609020000020004" pitchFamily="49" charset="0"/>
            </a:endParaRPr>
          </a:p>
          <a:p>
            <a:r>
              <a:rPr lang="en-US" sz="700" dirty="0">
                <a:solidFill>
                  <a:srgbClr val="555555"/>
                </a:solidFill>
                <a:highlight>
                  <a:srgbClr val="FFFFFF"/>
                </a:highlight>
                <a:latin typeface="Cascadia Mono" panose="020B0609020000020004" pitchFamily="49" charset="0"/>
              </a:rPr>
              <a:t>                </a:t>
            </a:r>
            <a:r>
              <a:rPr lang="en-US" sz="700" dirty="0">
                <a:solidFill>
                  <a:srgbClr val="0000FF"/>
                </a:solidFill>
                <a:highlight>
                  <a:srgbClr val="FFFFFF"/>
                </a:highlight>
                <a:latin typeface="Cascadia Mono" panose="020B0609020000020004" pitchFamily="49" charset="0"/>
              </a:rPr>
              <a:t>&lt;</a:t>
            </a:r>
            <a:r>
              <a:rPr lang="en-US" sz="700" dirty="0">
                <a:solidFill>
                  <a:srgbClr val="800000"/>
                </a:solidFill>
                <a:highlight>
                  <a:srgbClr val="FFFFFF"/>
                </a:highlight>
                <a:latin typeface="Cascadia Mono" panose="020B0609020000020004" pitchFamily="49" charset="0"/>
              </a:rPr>
              <a:t>div </a:t>
            </a:r>
            <a:r>
              <a:rPr lang="en-US" sz="700" dirty="0" err="1">
                <a:solidFill>
                  <a:srgbClr val="FF0000"/>
                </a:solidFill>
                <a:highlight>
                  <a:srgbClr val="FFFFFF"/>
                </a:highlight>
                <a:latin typeface="Cascadia Mono" panose="020B0609020000020004" pitchFamily="49" charset="0"/>
              </a:rPr>
              <a:t>className</a:t>
            </a:r>
            <a:r>
              <a:rPr lang="en-US" sz="700" dirty="0">
                <a:solidFill>
                  <a:srgbClr val="000000"/>
                </a:solidFill>
                <a:highlight>
                  <a:srgbClr val="FFFFFF"/>
                </a:highlight>
                <a:latin typeface="Cascadia Mono" panose="020B0609020000020004" pitchFamily="49" charset="0"/>
              </a:rPr>
              <a:t>=</a:t>
            </a:r>
            <a:r>
              <a:rPr lang="en-US" sz="700" dirty="0">
                <a:solidFill>
                  <a:srgbClr val="A31515"/>
                </a:solidFill>
                <a:highlight>
                  <a:srgbClr val="FFFFFF"/>
                </a:highlight>
                <a:latin typeface="Cascadia Mono" panose="020B0609020000020004" pitchFamily="49" charset="0"/>
              </a:rPr>
              <a:t>"flex flex-row space-x-1 items-center"</a:t>
            </a:r>
            <a:r>
              <a:rPr lang="en-US" sz="700" dirty="0">
                <a:solidFill>
                  <a:srgbClr val="0000FF"/>
                </a:solidFill>
                <a:highlight>
                  <a:srgbClr val="FFFFFF"/>
                </a:highlight>
                <a:latin typeface="Cascadia Mono" panose="020B0609020000020004" pitchFamily="49" charset="0"/>
              </a:rPr>
              <a:t>&gt;</a:t>
            </a:r>
            <a:endParaRPr lang="en-US"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Volume atual: </a:t>
            </a:r>
            <a:r>
              <a:rPr lang="pt-BR" sz="700" dirty="0">
                <a:solidFill>
                  <a:srgbClr val="000000"/>
                </a:solidFill>
                <a:highlight>
                  <a:srgbClr val="FFFFFF"/>
                </a:highlight>
                <a:latin typeface="Cascadia Mono" panose="020B0609020000020004" pitchFamily="49" charset="0"/>
              </a:rPr>
              <a:t>{volume}</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disabled</a:t>
            </a:r>
            <a:r>
              <a:rPr lang="pt-BR" sz="700" dirty="0">
                <a:solidFill>
                  <a:srgbClr val="000000"/>
                </a:solidFill>
                <a:highlight>
                  <a:srgbClr val="FFFFFF"/>
                </a:highlight>
                <a:latin typeface="Cascadia Mono" panose="020B0609020000020004" pitchFamily="49" charset="0"/>
              </a:rPr>
              <a:t>={volume</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0}</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"px-4 py-2 bg-red-600 hover:bg-red-700 active:bg-red-800 disabled:bg-red-200 </a:t>
            </a:r>
            <a:r>
              <a:rPr lang="pt-BR" sz="700" dirty="0" err="1">
                <a:solidFill>
                  <a:srgbClr val="A31515"/>
                </a:solidFill>
                <a:highlight>
                  <a:srgbClr val="FFFFFF"/>
                </a:highlight>
                <a:latin typeface="Cascadia Mono" panose="020B0609020000020004" pitchFamily="49" charset="0"/>
              </a:rPr>
              <a:t>text-white</a:t>
            </a:r>
            <a:r>
              <a:rPr lang="pt-BR" sz="700" dirty="0">
                <a:solidFill>
                  <a:srgbClr val="A31515"/>
                </a:solidFill>
                <a:highlight>
                  <a:srgbClr val="FFFFFF"/>
                </a:highlight>
                <a:latin typeface="Cascadia Mono" panose="020B0609020000020004" pitchFamily="49" charset="0"/>
              </a:rPr>
              <a:t> cursor-pointer </a:t>
            </a:r>
            <a:r>
              <a:rPr lang="pt-BR" sz="700" dirty="0" err="1">
                <a:solidFill>
                  <a:srgbClr val="A31515"/>
                </a:solidFill>
                <a:highlight>
                  <a:srgbClr val="FFFFFF"/>
                </a:highlight>
                <a:latin typeface="Cascadia Mono" panose="020B0609020000020004" pitchFamily="49" charset="0"/>
              </a:rPr>
              <a:t>disabled:cursor-not-allowed</a:t>
            </a:r>
            <a:r>
              <a:rPr lang="pt-BR" sz="700" dirty="0">
                <a:solidFill>
                  <a:srgbClr val="A31515"/>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handleVolumeDown</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disabled</a:t>
            </a:r>
            <a:r>
              <a:rPr lang="pt-BR" sz="700" dirty="0">
                <a:solidFill>
                  <a:srgbClr val="000000"/>
                </a:solidFill>
                <a:highlight>
                  <a:srgbClr val="FFFFFF"/>
                </a:highlight>
                <a:latin typeface="Cascadia Mono" panose="020B0609020000020004" pitchFamily="49" charset="0"/>
              </a:rPr>
              <a:t>={volume</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10}</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"px-4 py-2 bg-green-600 hover:bg-green-700 active:bg-green-800 disabled:bg-green-200 </a:t>
            </a:r>
            <a:r>
              <a:rPr lang="pt-BR" sz="700" dirty="0" err="1">
                <a:solidFill>
                  <a:srgbClr val="A31515"/>
                </a:solidFill>
                <a:highlight>
                  <a:srgbClr val="FFFFFF"/>
                </a:highlight>
                <a:latin typeface="Cascadia Mono" panose="020B0609020000020004" pitchFamily="49" charset="0"/>
              </a:rPr>
              <a:t>text-white</a:t>
            </a:r>
            <a:r>
              <a:rPr lang="pt-BR" sz="700" dirty="0">
                <a:solidFill>
                  <a:srgbClr val="A31515"/>
                </a:solidFill>
                <a:highlight>
                  <a:srgbClr val="FFFFFF"/>
                </a:highlight>
                <a:latin typeface="Cascadia Mono" panose="020B0609020000020004" pitchFamily="49" charset="0"/>
              </a:rPr>
              <a:t> cursor-pointer </a:t>
            </a:r>
            <a:r>
              <a:rPr lang="pt-BR" sz="700" dirty="0" err="1">
                <a:solidFill>
                  <a:srgbClr val="A31515"/>
                </a:solidFill>
                <a:highlight>
                  <a:srgbClr val="FFFFFF"/>
                </a:highlight>
                <a:latin typeface="Cascadia Mono" panose="020B0609020000020004" pitchFamily="49" charset="0"/>
              </a:rPr>
              <a:t>disabled:cursor-not-allowed</a:t>
            </a:r>
            <a:r>
              <a:rPr lang="pt-BR" sz="700" dirty="0">
                <a:solidFill>
                  <a:srgbClr val="A31515"/>
                </a:solidFill>
                <a:highlight>
                  <a:srgbClr val="FFFFFF"/>
                </a:highlight>
                <a:latin typeface="Cascadia Mono" panose="020B0609020000020004" pitchFamily="49" charset="0"/>
              </a:rPr>
              <a:t>"</a:t>
            </a:r>
            <a:r>
              <a:rPr lang="pt-BR" sz="700" dirty="0">
                <a:solidFill>
                  <a:srgbClr val="800000"/>
                </a:solidFill>
                <a:highlight>
                  <a:srgbClr val="FFFFFF"/>
                </a:highlight>
                <a:latin typeface="Cascadia Mono" panose="020B0609020000020004" pitchFamily="49" charset="0"/>
              </a:rPr>
              <a:t> </a:t>
            </a:r>
            <a:r>
              <a:rPr lang="pt-BR" sz="700" dirty="0" err="1">
                <a:solidFill>
                  <a:srgbClr val="FF0000"/>
                </a:solidFill>
                <a:highlight>
                  <a:srgbClr val="FFFFFF"/>
                </a:highlight>
                <a:latin typeface="Cascadia Mono" panose="020B0609020000020004" pitchFamily="49" charset="0"/>
              </a:rPr>
              <a:t>onClick</a:t>
            </a:r>
            <a:r>
              <a:rPr lang="pt-BR" sz="700" dirty="0">
                <a:solidFill>
                  <a:srgbClr val="000000"/>
                </a:solidFill>
                <a:highlight>
                  <a:srgbClr val="FFFFFF"/>
                </a:highlight>
                <a:latin typeface="Cascadia Mono" panose="020B0609020000020004" pitchFamily="49" charset="0"/>
              </a:rPr>
              <a:t>={</a:t>
            </a:r>
            <a:r>
              <a:rPr lang="pt-BR" sz="700" dirty="0" err="1">
                <a:solidFill>
                  <a:srgbClr val="000000"/>
                </a:solidFill>
                <a:highlight>
                  <a:srgbClr val="FFFFFF"/>
                </a:highlight>
                <a:latin typeface="Cascadia Mono" panose="020B0609020000020004" pitchFamily="49" charset="0"/>
              </a:rPr>
              <a:t>handleVolumeUp</a:t>
            </a:r>
            <a:r>
              <a:rPr lang="pt-BR" sz="700" dirty="0">
                <a:solidFill>
                  <a:srgbClr val="000000"/>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button</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volume</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10</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font-bold</a:t>
            </a:r>
            <a:r>
              <a:rPr lang="pt-BR" sz="700" dirty="0">
                <a:solidFill>
                  <a:srgbClr val="A31515"/>
                </a:solidFill>
                <a:highlight>
                  <a:srgbClr val="FFFFFF"/>
                </a:highlight>
                <a:latin typeface="Cascadia Mono" panose="020B0609020000020004" pitchFamily="49" charset="0"/>
              </a:rPr>
              <a:t> text-red-600"</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Volume máximo</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volume</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0</a:t>
            </a:r>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&amp;&amp;</a:t>
            </a:r>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 </a:t>
            </a:r>
            <a:r>
              <a:rPr lang="pt-BR" sz="700" dirty="0" err="1">
                <a:solidFill>
                  <a:srgbClr val="FF0000"/>
                </a:solidFill>
                <a:highlight>
                  <a:srgbClr val="FFFFFF"/>
                </a:highlight>
                <a:latin typeface="Cascadia Mono" panose="020B0609020000020004" pitchFamily="49" charset="0"/>
              </a:rPr>
              <a:t>className</a:t>
            </a:r>
            <a:r>
              <a:rPr lang="pt-BR" sz="700" dirty="0">
                <a:solidFill>
                  <a:srgbClr val="000000"/>
                </a:solidFill>
                <a:highlight>
                  <a:srgbClr val="FFFFFF"/>
                </a:highlight>
                <a:latin typeface="Cascadia Mono" panose="020B0609020000020004" pitchFamily="49" charset="0"/>
              </a:rPr>
              <a:t>=</a:t>
            </a:r>
            <a:r>
              <a:rPr lang="pt-BR" sz="700" dirty="0">
                <a:solidFill>
                  <a:srgbClr val="A31515"/>
                </a:solidFill>
                <a:highlight>
                  <a:srgbClr val="FFFFFF"/>
                </a:highlight>
                <a:latin typeface="Cascadia Mono" panose="020B0609020000020004" pitchFamily="49" charset="0"/>
              </a:rPr>
              <a:t>"</a:t>
            </a:r>
            <a:r>
              <a:rPr lang="pt-BR" sz="700" dirty="0" err="1">
                <a:solidFill>
                  <a:srgbClr val="A31515"/>
                </a:solidFill>
                <a:highlight>
                  <a:srgbClr val="FFFFFF"/>
                </a:highlight>
                <a:latin typeface="Cascadia Mono" panose="020B0609020000020004" pitchFamily="49" charset="0"/>
              </a:rPr>
              <a:t>font-bold</a:t>
            </a:r>
            <a:r>
              <a:rPr lang="pt-BR" sz="700" dirty="0">
                <a:solidFill>
                  <a:srgbClr val="A31515"/>
                </a:solidFill>
                <a:highlight>
                  <a:srgbClr val="FFFFFF"/>
                </a:highlight>
                <a:latin typeface="Cascadia Mono" panose="020B0609020000020004" pitchFamily="49" charset="0"/>
              </a:rPr>
              <a:t> text-amber-400"</a:t>
            </a:r>
            <a:r>
              <a:rPr lang="pt-BR" sz="700" dirty="0">
                <a:solidFill>
                  <a:srgbClr val="0000FF"/>
                </a:solidFill>
                <a:highlight>
                  <a:srgbClr val="FFFFFF"/>
                </a:highlight>
                <a:latin typeface="Cascadia Mono" panose="020B0609020000020004" pitchFamily="49" charset="0"/>
              </a:rPr>
              <a:t>&gt;</a:t>
            </a:r>
            <a:r>
              <a:rPr lang="pt-BR" sz="700" dirty="0">
                <a:solidFill>
                  <a:srgbClr val="555555"/>
                </a:solidFill>
                <a:highlight>
                  <a:srgbClr val="FFFFFF"/>
                </a:highlight>
                <a:latin typeface="Cascadia Mono" panose="020B0609020000020004" pitchFamily="49" charset="0"/>
              </a:rPr>
              <a:t>Equipamento mudo</a:t>
            </a:r>
            <a:r>
              <a:rPr lang="pt-BR" sz="700" dirty="0">
                <a:solidFill>
                  <a:srgbClr val="0000FF"/>
                </a:solidFill>
                <a:highlight>
                  <a:srgbClr val="FFFFFF"/>
                </a:highlight>
                <a:latin typeface="Cascadia Mono" panose="020B0609020000020004" pitchFamily="49" charset="0"/>
              </a:rPr>
              <a:t>&lt;/</a:t>
            </a:r>
            <a:r>
              <a:rPr lang="pt-BR" sz="700" dirty="0">
                <a:solidFill>
                  <a:srgbClr val="800000"/>
                </a:solidFill>
                <a:highlight>
                  <a:srgbClr val="FFFFFF"/>
                </a:highlight>
                <a:latin typeface="Cascadia Mono" panose="020B0609020000020004" pitchFamily="49" charset="0"/>
              </a:rPr>
              <a:t>p</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00"/>
                </a:solidFill>
                <a:highlight>
                  <a:srgbClr val="FFFFFF"/>
                </a:highlight>
                <a:latin typeface="Cascadia Mono" panose="020B0609020000020004" pitchFamily="49" charset="0"/>
              </a:rPr>
              <a:t>}</a:t>
            </a:r>
            <a:endParaRPr lang="pt-BR" sz="700" dirty="0">
              <a:solidFill>
                <a:srgbClr val="555555"/>
              </a:solidFill>
              <a:highlight>
                <a:srgbClr val="FFFFFF"/>
              </a:highlight>
              <a:latin typeface="Cascadia Mono" panose="020B0609020000020004" pitchFamily="49" charset="0"/>
            </a:endParaRPr>
          </a:p>
          <a:p>
            <a:endParaRPr lang="pt-BR" sz="700" dirty="0">
              <a:solidFill>
                <a:srgbClr val="555555"/>
              </a:solidFill>
              <a:highlight>
                <a:srgbClr val="FFFFFF"/>
              </a:highlight>
              <a:latin typeface="Cascadia Mono" panose="020B0609020000020004" pitchFamily="49" charset="0"/>
            </a:endParaRPr>
          </a:p>
          <a:p>
            <a:r>
              <a:rPr lang="pt-BR" sz="700" dirty="0">
                <a:solidFill>
                  <a:srgbClr val="555555"/>
                </a:solidFill>
                <a:highlight>
                  <a:srgbClr val="FFFFFF"/>
                </a:highlight>
                <a:latin typeface="Cascadia Mono" panose="020B0609020000020004" pitchFamily="49" charset="0"/>
              </a:rPr>
              <a:t>        </a:t>
            </a:r>
            <a:r>
              <a:rPr lang="pt-BR" sz="700" dirty="0">
                <a:solidFill>
                  <a:srgbClr val="0000FF"/>
                </a:solidFill>
                <a:highlight>
                  <a:srgbClr val="FFFFFF"/>
                </a:highlight>
                <a:latin typeface="Cascadia Mono" panose="020B0609020000020004" pitchFamily="49" charset="0"/>
              </a:rPr>
              <a:t>&lt;/</a:t>
            </a:r>
            <a:r>
              <a:rPr lang="pt-BR" sz="700" dirty="0" err="1">
                <a:solidFill>
                  <a:srgbClr val="800000"/>
                </a:solidFill>
                <a:highlight>
                  <a:srgbClr val="FFFFFF"/>
                </a:highlight>
                <a:latin typeface="Cascadia Mono" panose="020B0609020000020004" pitchFamily="49" charset="0"/>
              </a:rPr>
              <a:t>div</a:t>
            </a:r>
            <a:r>
              <a:rPr lang="pt-BR" sz="700" dirty="0">
                <a:solidFill>
                  <a:srgbClr val="0000FF"/>
                </a:solidFill>
                <a:highlight>
                  <a:srgbClr val="FFFFFF"/>
                </a:highlight>
                <a:latin typeface="Cascadia Mono" panose="020B0609020000020004" pitchFamily="49" charset="0"/>
              </a:rPr>
              <a:t>&gt;</a:t>
            </a:r>
            <a:endParaRPr lang="pt-BR" sz="700" dirty="0">
              <a:solidFill>
                <a:srgbClr val="000000"/>
              </a:solidFill>
              <a:highlight>
                <a:srgbClr val="FFFFFF"/>
              </a:highlight>
              <a:latin typeface="Cascadia Mono" panose="020B0609020000020004" pitchFamily="49" charset="0"/>
            </a:endParaRPr>
          </a:p>
          <a:p>
            <a:r>
              <a:rPr lang="pt-BR" sz="700" dirty="0">
                <a:solidFill>
                  <a:srgbClr val="000000"/>
                </a:solidFill>
                <a:highlight>
                  <a:srgbClr val="FFFFFF"/>
                </a:highlight>
                <a:latin typeface="Cascadia Mono" panose="020B0609020000020004" pitchFamily="49" charset="0"/>
              </a:rPr>
              <a:t>    )</a:t>
            </a:r>
          </a:p>
          <a:p>
            <a:r>
              <a:rPr lang="pt-BR" sz="700" dirty="0">
                <a:solidFill>
                  <a:srgbClr val="000000"/>
                </a:solidFill>
                <a:highlight>
                  <a:srgbClr val="FFFFFF"/>
                </a:highlight>
                <a:latin typeface="Cascadia Mono" panose="020B0609020000020004" pitchFamily="49" charset="0"/>
              </a:rPr>
              <a:t>}</a:t>
            </a:r>
            <a:endParaRPr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42946917" name="Título 1"/>
          <p:cNvSpPr>
            <a:spLocks noGrp="1"/>
          </p:cNvSpPr>
          <p:nvPr>
            <p:ph type="title"/>
          </p:nvPr>
        </p:nvSpPr>
        <p:spPr bwMode="auto"/>
        <p:txBody>
          <a:bodyPr/>
          <a:lstStyle/>
          <a:p>
            <a:pPr>
              <a:defRPr/>
            </a:pPr>
            <a:r>
              <a:rPr lang="pt-BR"/>
              <a:t>Exemplo</a:t>
            </a:r>
            <a:endParaRPr/>
          </a:p>
        </p:txBody>
      </p:sp>
      <p:sp>
        <p:nvSpPr>
          <p:cNvPr id="1816340305" name="Espaço Reservado para Conteúdo 2"/>
          <p:cNvSpPr>
            <a:spLocks noGrp="1"/>
          </p:cNvSpPr>
          <p:nvPr>
            <p:ph idx="1"/>
          </p:nvPr>
        </p:nvSpPr>
        <p:spPr bwMode="auto">
          <a:xfrm>
            <a:off x="647902" y="2011680"/>
            <a:ext cx="10782479" cy="4556939"/>
          </a:xfrm>
        </p:spPr>
        <p:txBody>
          <a:bodyPr vert="horz" lIns="91440" tIns="45720" rIns="91440" bIns="45720" rtlCol="0" anchor="t">
            <a:normAutofit/>
          </a:bodyPr>
          <a:lstStyle/>
          <a:p>
            <a:pPr marL="0" indent="0" algn="just">
              <a:buNone/>
              <a:defRPr/>
            </a:pPr>
            <a:r>
              <a:rPr lang="pt-BR" sz="3200">
                <a:ea typeface="Calibri Light"/>
                <a:cs typeface="Calibri Light"/>
              </a:rPr>
              <a:t>Escrever um aplicativo em React/Next.js com as seguintes características:</a:t>
            </a:r>
            <a:endParaRPr/>
          </a:p>
          <a:p>
            <a:pPr algn="just">
              <a:buChar char="•"/>
              <a:defRPr/>
            </a:pPr>
            <a:r>
              <a:rPr lang="pt-BR" sz="3200">
                <a:ea typeface="Calibri Light"/>
                <a:cs typeface="Calibri Light"/>
              </a:rPr>
              <a:t> Criar um componente (A) que permite ao usuário escolher um número de 1 dígito apenas utilizando um botão para cada opção (não utilize formulários). Ao escolher um número, desabilitar a escolha dos demais. Criar um tipo de entrada que limpe a escolha feita.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75747970" name="Título 1"/>
          <p:cNvSpPr>
            <a:spLocks noGrp="1"/>
          </p:cNvSpPr>
          <p:nvPr>
            <p:ph type="title"/>
          </p:nvPr>
        </p:nvSpPr>
        <p:spPr bwMode="auto"/>
        <p:txBody>
          <a:bodyPr/>
          <a:lstStyle/>
          <a:p>
            <a:pPr>
              <a:defRPr/>
            </a:pPr>
            <a:r>
              <a:rPr lang="pt-BR"/>
              <a:t>Exemplo</a:t>
            </a:r>
            <a:endParaRPr/>
          </a:p>
        </p:txBody>
      </p:sp>
      <p:sp>
        <p:nvSpPr>
          <p:cNvPr id="714720089" name="Espaço Reservado para Conteúdo 2"/>
          <p:cNvSpPr>
            <a:spLocks noGrp="1"/>
          </p:cNvSpPr>
          <p:nvPr>
            <p:ph idx="1"/>
          </p:nvPr>
        </p:nvSpPr>
        <p:spPr bwMode="auto">
          <a:xfrm>
            <a:off x="647902" y="2011680"/>
            <a:ext cx="10782479" cy="4556939"/>
          </a:xfrm>
        </p:spPr>
        <p:txBody>
          <a:bodyPr vert="horz" lIns="91440" tIns="45720" rIns="91440" bIns="45720" rtlCol="0" anchor="t">
            <a:normAutofit/>
          </a:bodyPr>
          <a:lstStyle/>
          <a:p>
            <a:pPr marL="0" indent="0" algn="just">
              <a:buNone/>
              <a:defRPr/>
            </a:pPr>
            <a:r>
              <a:rPr lang="pt-BR" sz="3200">
                <a:ea typeface="Calibri Light"/>
                <a:cs typeface="Calibri Light"/>
              </a:rPr>
              <a:t>Escrever um aplicativo em React/Next.js com as seguintes características:</a:t>
            </a:r>
            <a:endParaRPr/>
          </a:p>
          <a:p>
            <a:pPr algn="just">
              <a:buChar char="•"/>
              <a:defRPr/>
            </a:pPr>
            <a:r>
              <a:rPr lang="pt-BR" sz="3200">
                <a:ea typeface="Calibri Light"/>
                <a:cs typeface="Calibri Light"/>
              </a:rPr>
              <a:t> Criar um componente (B) que permite ao usuário escolher uma das quatro operações básicas da matemática (adição, subtração, multiplicação ou divisão). Ao escolher uma opção, as outras devem ser desabilitadas. Criar uma forma de entrada para limpar a operação escolhida. Não utilizar formulários.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47423669" name="Título 1"/>
          <p:cNvSpPr>
            <a:spLocks noGrp="1"/>
          </p:cNvSpPr>
          <p:nvPr>
            <p:ph type="title"/>
          </p:nvPr>
        </p:nvSpPr>
        <p:spPr bwMode="auto"/>
        <p:txBody>
          <a:bodyPr/>
          <a:lstStyle/>
          <a:p>
            <a:pPr>
              <a:defRPr/>
            </a:pPr>
            <a:r>
              <a:rPr lang="pt-BR"/>
              <a:t>Exemplo</a:t>
            </a:r>
            <a:endParaRPr/>
          </a:p>
        </p:txBody>
      </p:sp>
      <p:sp>
        <p:nvSpPr>
          <p:cNvPr id="518170821" name="Espaço Reservado para Conteúdo 2"/>
          <p:cNvSpPr>
            <a:spLocks noGrp="1"/>
          </p:cNvSpPr>
          <p:nvPr>
            <p:ph idx="1"/>
          </p:nvPr>
        </p:nvSpPr>
        <p:spPr bwMode="auto">
          <a:xfrm>
            <a:off x="647902" y="2011680"/>
            <a:ext cx="10782479" cy="4556939"/>
          </a:xfrm>
        </p:spPr>
        <p:txBody>
          <a:bodyPr vert="horz" lIns="91440" tIns="45720" rIns="91440" bIns="45720" rtlCol="0" anchor="t">
            <a:normAutofit/>
          </a:bodyPr>
          <a:lstStyle/>
          <a:p>
            <a:pPr marL="0" indent="0" algn="just">
              <a:buNone/>
              <a:defRPr/>
            </a:pPr>
            <a:r>
              <a:rPr lang="pt-BR" sz="3200">
                <a:ea typeface="Calibri Light"/>
                <a:cs typeface="Calibri Light"/>
              </a:rPr>
              <a:t>Escrever um aplicativo em React/Next.js com as seguintes características:</a:t>
            </a:r>
            <a:endParaRPr/>
          </a:p>
          <a:p>
            <a:pPr algn="just">
              <a:buChar char="•"/>
              <a:defRPr/>
            </a:pPr>
            <a:r>
              <a:rPr lang="pt-BR" sz="3200">
                <a:ea typeface="Calibri Light"/>
                <a:cs typeface="Calibri Light"/>
              </a:rPr>
              <a:t> Criar um componente (C) que exibe dois componentes do tipo (A) e um do tipo (B), e exibe o resultado da operação escolhida entre os números escolhidos. Caso não seja possível calcular a operação, não exibir um resultado na tela.</a:t>
            </a:r>
            <a:endParaRPr/>
          </a:p>
        </p:txBody>
      </p:sp>
    </p:spTree>
  </p:cSld>
  <p:clrMapOvr>
    <a:masterClrMapping/>
  </p:clrMapOvr>
</p:sld>
</file>

<file path=ppt/theme/theme1.xml><?xml version="1.0" encoding="utf-8"?>
<a:theme xmlns:a="http://schemas.openxmlformats.org/drawingml/2006/main" name="Metropolitano">
  <a:themeElements>
    <a:clrScheme name="Verd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Metropolitano">
      <a:majorFont>
        <a:latin typeface="Calibri Light"/>
        <a:ea typeface="Arial"/>
        <a:cs typeface="Arial"/>
      </a:majorFont>
      <a:minorFont>
        <a:latin typeface="Calibri Light"/>
        <a:ea typeface="Arial"/>
        <a:cs typeface="Arial"/>
      </a:minorFont>
    </a:fontScheme>
    <a:fmtScheme name="Metropolitano">
      <a:fillStyleLst>
        <a:solidFill>
          <a:schemeClr val="phClr"/>
        </a:solidFill>
        <a:gradFill>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lnDef>
      <a:spPr bwMode="auto">
        <a:prstGeom prst="rect">
          <a:avLst/>
        </a:prstGeom>
        <a:ln w="381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3673</Words>
  <Application>Microsoft Office PowerPoint</Application>
  <PresentationFormat>Widescreen</PresentationFormat>
  <Paragraphs>529</Paragraphs>
  <Slides>30</Slides>
  <Notes>30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30</vt:i4>
      </vt:variant>
    </vt:vector>
  </HeadingPairs>
  <TitlesOfParts>
    <vt:vector size="36" baseType="lpstr">
      <vt:lpstr>Arial</vt:lpstr>
      <vt:lpstr>Calibri</vt:lpstr>
      <vt:lpstr>Calibri Light</vt:lpstr>
      <vt:lpstr>Cascadia Mono</vt:lpstr>
      <vt:lpstr>Consolas</vt:lpstr>
      <vt:lpstr>Metropolitano</vt:lpstr>
      <vt:lpstr>Desenvolvimento Web 3</vt:lpstr>
      <vt:lpstr>Apresentação do PowerPoint</vt:lpstr>
      <vt:lpstr>Apresentação do PowerPoint</vt:lpstr>
      <vt:lpstr>Exercício</vt:lpstr>
      <vt:lpstr>Exercício – Solução (1 de 2)</vt:lpstr>
      <vt:lpstr>Apresentação do PowerPoint</vt:lpstr>
      <vt:lpstr>Exercício – Solução (2 de 2)</vt:lpstr>
      <vt:lpstr>Apresentação do PowerPoint</vt:lpstr>
      <vt:lpstr>Apresentação do PowerPoint</vt:lpstr>
      <vt:lpstr>Apresentação do PowerPoint</vt:lpstr>
      <vt:lpstr>Introdução</vt:lpstr>
      <vt:lpstr>Apresentação do PowerPoint</vt:lpstr>
      <vt:lpstr>Problema</vt:lpstr>
      <vt:lpstr>Apresentação do PowerPoint</vt:lpstr>
      <vt:lpstr>Apresentação do PowerPoint</vt:lpstr>
      <vt:lpstr>Apresentação do PowerPoint</vt:lpstr>
      <vt:lpstr>Problema</vt:lpstr>
      <vt:lpstr>Context</vt:lpstr>
      <vt:lpstr>Context</vt:lpstr>
      <vt:lpstr>Apresentação do PowerPoint</vt:lpstr>
      <vt:lpstr>Apresentação do PowerPoint</vt:lpstr>
      <vt:lpstr>Apresentação do PowerPoint</vt:lpstr>
      <vt:lpstr>Troca de informações</vt:lpstr>
      <vt:lpstr>Troca de informações</vt:lpstr>
      <vt:lpstr>Exemplo</vt:lpstr>
      <vt:lpstr>Apresentação do PowerPoint</vt:lpstr>
      <vt:lpstr>Apresentação do PowerPoint</vt:lpstr>
      <vt:lpstr>Exemplo</vt:lpstr>
      <vt:lpstr>Exemplo</vt:lpstr>
      <vt:lpstr>Exemplo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Desenvolvimento Web III</dc:title>
  <dc:creator>Tiago Docusse</dc:creator>
  <cp:lastModifiedBy>Tiago Docusse</cp:lastModifiedBy>
  <cp:revision>438</cp:revision>
  <dcterms:created xsi:type="dcterms:W3CDTF">2020-10-26T16:07:06Z</dcterms:created>
  <dcterms:modified xsi:type="dcterms:W3CDTF">2026-02-23T12:08:35Z</dcterms:modified>
</cp:coreProperties>
</file>