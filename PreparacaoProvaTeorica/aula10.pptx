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4" d="100"/>
          <a:sy n="104" d="100"/>
        </p:scale>
        <p:origin x="756" y="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 /><Relationship Id="rId39" Type="http://schemas.openxmlformats.org/officeDocument/2006/relationships/tableStyles" Target="tableStyles.xml" /><Relationship Id="rId4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62260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 Light"/>
              </a:rPr>
              <a:t>Clique para mover o slide</a:t>
            </a:r>
            <a:endParaRPr/>
          </a:p>
        </p:txBody>
      </p:sp>
      <p:sp>
        <p:nvSpPr>
          <p:cNvPr id="72873597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r>
              <a:rPr lang="pt-BR" sz="2000" b="0" strike="noStrike" spc="-1">
                <a:latin typeface="Arial"/>
              </a:rPr>
              <a:t>Clique para editar o formato de notas</a:t>
            </a:r>
            <a:endParaRPr/>
          </a:p>
        </p:txBody>
      </p:sp>
      <p:sp>
        <p:nvSpPr>
          <p:cNvPr id="84557535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r>
              <a:rPr lang="pt-BR" sz="1400" b="0" strike="noStrike" spc="-1">
                <a:latin typeface="Times New Roman"/>
              </a:rPr>
              <a:t>&lt;cabeçalho&gt;</a:t>
            </a:r>
            <a:endParaRPr/>
          </a:p>
        </p:txBody>
      </p:sp>
      <p:sp>
        <p:nvSpPr>
          <p:cNvPr id="796980" name="PlaceHolder 4"/>
          <p:cNvSpPr>
            <a:spLocks noGrp="1"/>
          </p:cNvSpPr>
          <p:nvPr>
            <p:ph type="dt" idx="7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  <a:defRPr/>
            </a:pPr>
            <a:r>
              <a:rPr lang="pt-BR" sz="1400" b="0" strike="noStrike" spc="-1">
                <a:latin typeface="Times New Roman"/>
              </a:rPr>
              <a:t>&lt;data/hora&gt;</a:t>
            </a:r>
            <a:endParaRPr/>
          </a:p>
        </p:txBody>
      </p:sp>
      <p:sp>
        <p:nvSpPr>
          <p:cNvPr id="1955793726" name="PlaceHolder 5"/>
          <p:cNvSpPr>
            <a:spLocks noGrp="1"/>
          </p:cNvSpPr>
          <p:nvPr>
            <p:ph type="ftr" idx="8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pPr>
              <a:defRPr/>
            </a:pPr>
            <a:r>
              <a:rPr lang="pt-BR" sz="1400" b="0" strike="noStrike" spc="-1">
                <a:latin typeface="Times New Roman"/>
              </a:rPr>
              <a:t>&lt;rodapé&gt;</a:t>
            </a:r>
            <a:endParaRPr/>
          </a:p>
        </p:txBody>
      </p:sp>
      <p:sp>
        <p:nvSpPr>
          <p:cNvPr id="1926273854" name="PlaceHolder 6"/>
          <p:cNvSpPr>
            <a:spLocks noGrp="1"/>
          </p:cNvSpPr>
          <p:nvPr>
            <p:ph type="sldNum" idx="9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380351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864523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/>
            </a:pPr>
            <a:endParaRPr lang="pt-BR" sz="2000" b="0" strike="noStrike" spc="-1">
              <a:latin typeface="Arial"/>
            </a:endParaRPr>
          </a:p>
        </p:txBody>
      </p:sp>
      <p:sp>
        <p:nvSpPr>
          <p:cNvPr id="199335434" name="PlaceHolder 3"/>
          <p:cNvSpPr>
            <a:spLocks noGrp="1"/>
          </p:cNvSpPr>
          <p:nvPr>
            <p:ph type="sldNum" idx="1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12ADE51A-6925-4658-BF5D-320EB1FAED69}" type="slidenum">
              <a:rPr lang="pt-BR" sz="1200" b="0" strike="noStrike" spc="-1">
                <a:latin typeface="Times New Roman"/>
              </a:rPr>
              <a:t>1</a:t>
            </a:fld>
            <a:endParaRPr lang="pt-BR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C6CD6A-5B24-5E19-EDD3-45F8DDDB10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367DB-8E47-CFB8-AAED-82B0161824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73837-8D3F-D055-5352-2F67915753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BCF57-B8A7-B317-5232-02FBD2E5C7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6A4AD9-723B-72F9-2D61-66DB6BD8D8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E736B3-A2B8-1196-8C62-8A24DA914B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8B0EC4-0179-8A23-C20E-FD59C9FE33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B2A9B9-0C19-D089-DDB1-BFF029646E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FAE871-1EBA-AA43-B9F4-4F7BC5EA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9FB0EF-375B-C207-327E-3F001B794A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17F4A0-407D-03B5-2D74-7B820C8B4D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224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347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17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9A3546-0451-3D99-E4BA-A58BAC27FB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77865C-960B-ED64-66F4-E812DE43AE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74F22F-9F62-EE11-6A48-71CE0350F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656843-A788-1210-0917-17A6BD0362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99807-B1BE-EDC2-23D4-0DA312F765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F1E081-8D55-7606-7BF9-2528B79300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6C37B3-2841-B1E3-22A6-1D5ADCAC49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CC17DC-79F5-B734-8EE7-62CBF08A03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9956C6-139C-70D0-C93A-818CB938BC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C28383-CBF9-3CA2-5A1C-8ADA41BC94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E42F83-56E3-9156-FC3D-A50D756F14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F0DC39-805F-E99D-17A6-A258B39461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43524-9207-A14A-DABE-1B5F875E73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4164D8-72DA-4DB5-947D-8EEC960842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21138E-BE60-22EE-3B2E-1A77B71767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E191EE-5DEB-B0E2-543B-CF2352CEC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CA13A-9197-C3A5-5974-8A7D162724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DE4666-F7AC-3B7D-349A-C8F0654DDA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8B48A8-9029-66C0-5A69-1B79E7077E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387657" name="PlaceHolder 1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92462422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C9B14809-837C-4D37-946B-9E15846CADED}" type="slidenum">
              <a:rPr/>
              <a:t>‹nº›</a:t>
            </a:fld>
            <a:endParaRPr/>
          </a:p>
        </p:txBody>
      </p:sp>
      <p:sp>
        <p:nvSpPr>
          <p:cNvPr id="267367113" name="PlaceHolder 3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16181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47934298" name="PlaceHolder 2"/>
          <p:cNvSpPr>
            <a:spLocks noGrp="1"/>
          </p:cNvSpPr>
          <p:nvPr>
            <p:ph type="subTitle"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28023323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52036571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5E9D9544-AEBF-443B-BAF0-3C204FBEEF04}" type="slidenum">
              <a:rPr/>
              <a:t>‹nº›</a:t>
            </a:fld>
            <a:endParaRPr/>
          </a:p>
        </p:txBody>
      </p:sp>
      <p:sp>
        <p:nvSpPr>
          <p:cNvPr id="549938029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44417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5300543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12222526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18017937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EA145D91-A0AA-49D7-B5CB-905E4F0F9BF6}" type="slidenum">
              <a:rPr/>
              <a:t>‹nº›</a:t>
            </a:fld>
            <a:endParaRPr/>
          </a:p>
        </p:txBody>
      </p:sp>
      <p:sp>
        <p:nvSpPr>
          <p:cNvPr id="1543909607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50007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11903160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434954489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82571470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1552329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70805917-36F6-4349-8A18-140F9176ADC9}" type="slidenum">
              <a:rPr/>
              <a:t>‹nº›</a:t>
            </a:fld>
            <a:endParaRPr/>
          </a:p>
        </p:txBody>
      </p:sp>
      <p:sp>
        <p:nvSpPr>
          <p:cNvPr id="1214547954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59111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92402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04597208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31A8880B-38A2-4427-AAAB-64C4AA22CD31}" type="slidenum">
              <a:rPr/>
              <a:t>‹nº›</a:t>
            </a:fld>
            <a:endParaRPr/>
          </a:p>
        </p:txBody>
      </p:sp>
      <p:sp>
        <p:nvSpPr>
          <p:cNvPr id="162103154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425059" name="PlaceHolder 1"/>
          <p:cNvSpPr>
            <a:spLocks noGrp="1"/>
          </p:cNvSpPr>
          <p:nvPr>
            <p:ph type="subTitle"/>
          </p:nvPr>
        </p:nvSpPr>
        <p:spPr bwMode="auto"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1030820461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34206120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C2CBB90-F26C-46B4-BA37-274104690AFE}" type="slidenum">
              <a:rPr/>
              <a:t>‹nº›</a:t>
            </a:fld>
            <a:endParaRPr/>
          </a:p>
        </p:txBody>
      </p:sp>
      <p:sp>
        <p:nvSpPr>
          <p:cNvPr id="200825017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4261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01986935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20603961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94784584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91717990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98482225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F08AA5D2-BD98-4F89-B166-EFE371AA385D}" type="slidenum">
              <a:rPr/>
              <a:t>‹nº›</a:t>
            </a:fld>
            <a:endParaRPr/>
          </a:p>
        </p:txBody>
      </p:sp>
      <p:sp>
        <p:nvSpPr>
          <p:cNvPr id="1522851415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91483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135360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9924572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56929481" name="PlaceHolder 4"/>
          <p:cNvSpPr>
            <a:spLocks noGrp="1"/>
          </p:cNvSpPr>
          <p:nvPr>
            <p:ph/>
          </p:nvPr>
        </p:nvSpPr>
        <p:spPr bwMode="auto"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6733792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92133654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D0C0A58-2BA3-4977-BB5B-B374E350E1E3}" type="slidenum">
              <a:rPr/>
              <a:t>‹nº›</a:t>
            </a:fld>
            <a:endParaRPr/>
          </a:p>
        </p:txBody>
      </p:sp>
      <p:sp>
        <p:nvSpPr>
          <p:cNvPr id="2140727749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49518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8538843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57890832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40701737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13669547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37022800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F6CEAFB5-CC54-4E99-9397-14067843D92A}" type="slidenum">
              <a:rPr/>
              <a:t>‹nº›</a:t>
            </a:fld>
            <a:endParaRPr/>
          </a:p>
        </p:txBody>
      </p:sp>
      <p:sp>
        <p:nvSpPr>
          <p:cNvPr id="1739221743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2799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278659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10081663" name="PlaceHolder 3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76070158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11330270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D958FBE-DFFE-43B0-A2F7-4E760D1C75EC}" type="slidenum">
              <a:rPr/>
              <a:t>‹nº›</a:t>
            </a:fld>
            <a:endParaRPr/>
          </a:p>
        </p:txBody>
      </p:sp>
      <p:sp>
        <p:nvSpPr>
          <p:cNvPr id="1777754333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69501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9827527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83002909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8996368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14993686" name="PlaceHolder 5"/>
          <p:cNvSpPr>
            <a:spLocks noGrp="1"/>
          </p:cNvSpPr>
          <p:nvPr>
            <p:ph/>
          </p:nvPr>
        </p:nvSpPr>
        <p:spPr bwMode="auto"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142679" name="PlaceHolder 6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62601724" name="PlaceHolder 7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1BE59253-D3D8-4877-920F-59EDB6FE77FF}" type="slidenum">
              <a:rPr/>
              <a:t>‹nº›</a:t>
            </a:fld>
            <a:endParaRPr/>
          </a:p>
        </p:txBody>
      </p:sp>
      <p:sp>
        <p:nvSpPr>
          <p:cNvPr id="2060647336" name="PlaceHolder 8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21423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913119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318707517" name="PlaceHolder 3"/>
          <p:cNvSpPr>
            <a:spLocks noGrp="1"/>
          </p:cNvSpPr>
          <p:nvPr>
            <p:ph/>
          </p:nvPr>
        </p:nvSpPr>
        <p:spPr bwMode="auto"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88108174" name="PlaceHolder 4"/>
          <p:cNvSpPr>
            <a:spLocks noGrp="1"/>
          </p:cNvSpPr>
          <p:nvPr>
            <p:ph/>
          </p:nvPr>
        </p:nvSpPr>
        <p:spPr bwMode="auto"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173305973" name="PlaceHolder 5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985884704" name="PlaceHolder 6"/>
          <p:cNvSpPr>
            <a:spLocks noGrp="1"/>
          </p:cNvSpPr>
          <p:nvPr>
            <p:ph/>
          </p:nvPr>
        </p:nvSpPr>
        <p:spPr bwMode="auto"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23098721" name="PlaceHolder 7"/>
          <p:cNvSpPr>
            <a:spLocks noGrp="1"/>
          </p:cNvSpPr>
          <p:nvPr>
            <p:ph/>
          </p:nvPr>
        </p:nvSpPr>
        <p:spPr bwMode="auto"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14377979" name="PlaceHolder 8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14545279" name="PlaceHolder 9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CC77A697-010B-41E5-AD09-8F6908BCD089}" type="slidenum">
              <a:rPr/>
              <a:t>‹nº›</a:t>
            </a:fld>
            <a:endParaRPr/>
          </a:p>
        </p:txBody>
      </p:sp>
      <p:sp>
        <p:nvSpPr>
          <p:cNvPr id="530717365" name="PlaceHolder 10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883965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44009595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A5AD1F37-5351-49D5-9A90-62319FCCF222}" type="slidenum">
              <a:rPr/>
              <a:t>‹nº›</a:t>
            </a:fld>
            <a:endParaRPr/>
          </a:p>
        </p:txBody>
      </p:sp>
      <p:sp>
        <p:nvSpPr>
          <p:cNvPr id="1810003239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28317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75691229" name="PlaceHolder 2"/>
          <p:cNvSpPr>
            <a:spLocks noGrp="1"/>
          </p:cNvSpPr>
          <p:nvPr>
            <p:ph type="subTitle"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69596199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50380274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0E86B8A-75C0-428B-ADD9-F62E5EEE2793}" type="slidenum">
              <a:rPr/>
              <a:t>‹nº›</a:t>
            </a:fld>
            <a:endParaRPr/>
          </a:p>
        </p:txBody>
      </p:sp>
      <p:sp>
        <p:nvSpPr>
          <p:cNvPr id="1405305098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49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3347229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11074740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2237348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0D6B4ED2-AAA2-4055-9C1D-BEF13DF91887}" type="slidenum">
              <a:rPr/>
              <a:t>‹nº›</a:t>
            </a:fld>
            <a:endParaRPr/>
          </a:p>
        </p:txBody>
      </p:sp>
      <p:sp>
        <p:nvSpPr>
          <p:cNvPr id="257570689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0249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9962382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38298795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85197842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7715748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3A170694-B6AB-490C-B834-C60A50018902}" type="slidenum">
              <a:rPr/>
              <a:t>‹nº›</a:t>
            </a:fld>
            <a:endParaRPr/>
          </a:p>
        </p:txBody>
      </p:sp>
      <p:sp>
        <p:nvSpPr>
          <p:cNvPr id="752431879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72443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68310580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97293852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A5F636C1-4470-4E06-B388-6082420AE6CC}" type="slidenum">
              <a:rPr/>
              <a:t>‹nº›</a:t>
            </a:fld>
            <a:endParaRPr/>
          </a:p>
        </p:txBody>
      </p:sp>
      <p:sp>
        <p:nvSpPr>
          <p:cNvPr id="139338356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841611" name="PlaceHolder 1"/>
          <p:cNvSpPr>
            <a:spLocks noGrp="1"/>
          </p:cNvSpPr>
          <p:nvPr>
            <p:ph type="subTitle"/>
          </p:nvPr>
        </p:nvSpPr>
        <p:spPr bwMode="auto"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709879072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64717968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EB7233D5-B52E-4951-A2CB-218CA54530E6}" type="slidenum">
              <a:rPr/>
              <a:t>‹nº›</a:t>
            </a:fld>
            <a:endParaRPr/>
          </a:p>
        </p:txBody>
      </p:sp>
      <p:sp>
        <p:nvSpPr>
          <p:cNvPr id="122805735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45089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3307604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22690811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544033456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47006703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79024271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A5A9C711-42C2-4AFE-B9BE-DF12941C9320}" type="slidenum">
              <a:rPr/>
              <a:t>‹nº›</a:t>
            </a:fld>
            <a:endParaRPr/>
          </a:p>
        </p:txBody>
      </p:sp>
      <p:sp>
        <p:nvSpPr>
          <p:cNvPr id="1804323439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72999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801037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950423388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09177032" name="PlaceHolder 4"/>
          <p:cNvSpPr>
            <a:spLocks noGrp="1"/>
          </p:cNvSpPr>
          <p:nvPr>
            <p:ph/>
          </p:nvPr>
        </p:nvSpPr>
        <p:spPr bwMode="auto"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52105004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4202779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C4CA64AB-E28D-4EB9-87EE-AF4B23CEB3DE}" type="slidenum">
              <a:rPr/>
              <a:t>‹nº›</a:t>
            </a:fld>
            <a:endParaRPr/>
          </a:p>
        </p:txBody>
      </p:sp>
      <p:sp>
        <p:nvSpPr>
          <p:cNvPr id="604536981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96729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52506310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86707998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365286984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0806653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75917348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2B71710A-62C6-454D-8BD0-450F5A11D02A}" type="slidenum">
              <a:rPr/>
              <a:t>‹nº›</a:t>
            </a:fld>
            <a:endParaRPr/>
          </a:p>
        </p:txBody>
      </p:sp>
      <p:sp>
        <p:nvSpPr>
          <p:cNvPr id="1758779443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88876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992150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24381751" name="PlaceHolder 3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96443168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04541141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C90AD442-888E-4F94-9BE8-1F62A1435333}" type="slidenum">
              <a:rPr/>
              <a:t>‹nº›</a:t>
            </a:fld>
            <a:endParaRPr/>
          </a:p>
        </p:txBody>
      </p:sp>
      <p:sp>
        <p:nvSpPr>
          <p:cNvPr id="204652288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17175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7605644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73882400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78584761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14036581" name="PlaceHolder 5"/>
          <p:cNvSpPr>
            <a:spLocks noGrp="1"/>
          </p:cNvSpPr>
          <p:nvPr>
            <p:ph/>
          </p:nvPr>
        </p:nvSpPr>
        <p:spPr bwMode="auto"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592885208" name="PlaceHolder 6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62162346" name="PlaceHolder 7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F47940B9-3180-4B95-AE0C-D826DC382C91}" type="slidenum">
              <a:rPr/>
              <a:t>‹nº›</a:t>
            </a:fld>
            <a:endParaRPr/>
          </a:p>
        </p:txBody>
      </p:sp>
      <p:sp>
        <p:nvSpPr>
          <p:cNvPr id="1441324118" name="PlaceHolder 8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4603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0660381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564488360" name="PlaceHolder 3"/>
          <p:cNvSpPr>
            <a:spLocks noGrp="1"/>
          </p:cNvSpPr>
          <p:nvPr>
            <p:ph/>
          </p:nvPr>
        </p:nvSpPr>
        <p:spPr bwMode="auto"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19359240" name="PlaceHolder 4"/>
          <p:cNvSpPr>
            <a:spLocks noGrp="1"/>
          </p:cNvSpPr>
          <p:nvPr>
            <p:ph/>
          </p:nvPr>
        </p:nvSpPr>
        <p:spPr bwMode="auto"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35168359" name="PlaceHolder 5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632393873" name="PlaceHolder 6"/>
          <p:cNvSpPr>
            <a:spLocks noGrp="1"/>
          </p:cNvSpPr>
          <p:nvPr>
            <p:ph/>
          </p:nvPr>
        </p:nvSpPr>
        <p:spPr bwMode="auto"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18805712" name="PlaceHolder 7"/>
          <p:cNvSpPr>
            <a:spLocks noGrp="1"/>
          </p:cNvSpPr>
          <p:nvPr>
            <p:ph/>
          </p:nvPr>
        </p:nvSpPr>
        <p:spPr bwMode="auto"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40232533" name="PlaceHolder 8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925829175" name="PlaceHolder 9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98D67ADE-E27E-4BD8-9FFD-F82C6B9057F2}" type="slidenum">
              <a:rPr/>
              <a:t>‹nº›</a:t>
            </a:fld>
            <a:endParaRPr/>
          </a:p>
        </p:txBody>
      </p:sp>
      <p:sp>
        <p:nvSpPr>
          <p:cNvPr id="1069255403" name="PlaceHolder 10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549E3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033339" name="Rectangle 3"/>
          <p:cNvSpPr/>
          <p:nvPr/>
        </p:nvSpPr>
        <p:spPr bwMode="auto">
          <a:xfrm>
            <a:off x="0" y="0"/>
            <a:ext cx="12191760" cy="6857640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5307265" name="PlaceHolder 1"/>
          <p:cNvSpPr>
            <a:spLocks noGrp="1"/>
          </p:cNvSpPr>
          <p:nvPr>
            <p:ph type="title"/>
          </p:nvPr>
        </p:nvSpPr>
        <p:spPr bwMode="auto">
          <a:xfrm>
            <a:off x="603360" y="770400"/>
            <a:ext cx="10782000" cy="335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pt-BR" sz="8800" b="0" strike="noStrike" spc="-120">
                <a:solidFill>
                  <a:srgbClr val="FFFFFF"/>
                </a:solidFill>
                <a:latin typeface="Calibri Light"/>
              </a:rPr>
              <a:t>Clique para editar o título Mestre</a:t>
            </a:r>
            <a:endParaRPr lang="en-US" sz="8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43417921" name="PlaceHolder 2"/>
          <p:cNvSpPr>
            <a:spLocks noGrp="1"/>
          </p:cNvSpPr>
          <p:nvPr>
            <p:ph type="dt" idx="1"/>
          </p:nvPr>
        </p:nvSpPr>
        <p:spPr bwMode="auto"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2022922081" name="PlaceHolder 3"/>
          <p:cNvSpPr>
            <a:spLocks noGrp="1"/>
          </p:cNvSpPr>
          <p:nvPr>
            <p:ph type="ftr" idx="2"/>
          </p:nvPr>
        </p:nvSpPr>
        <p:spPr bwMode="auto"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pt-BR" sz="1400" b="0" strike="noStrike" spc="-1">
                <a:latin typeface="Times New Roman"/>
              </a:rPr>
              <a:t>&lt;rodapé&gt;</a:t>
            </a:r>
            <a:endParaRPr/>
          </a:p>
        </p:txBody>
      </p:sp>
      <p:sp>
        <p:nvSpPr>
          <p:cNvPr id="1814390125" name="PlaceHolder 4"/>
          <p:cNvSpPr>
            <a:spLocks noGrp="1"/>
          </p:cNvSpPr>
          <p:nvPr>
            <p:ph type="sldNum" idx="3"/>
          </p:nvPr>
        </p:nvSpPr>
        <p:spPr bwMode="auto"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D687F324-676B-4E9B-85A3-A764F18BEED5}" type="slidenum">
              <a: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  <p:sp>
        <p:nvSpPr>
          <p:cNvPr id="1711101558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8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262626"/>
                </a:solidFill>
                <a:latin typeface="Calibri Light"/>
              </a:rPr>
              <a:t>Clique para editar o formato do texto da estrutura de tópicos</a:t>
            </a:r>
            <a:endParaRPr/>
          </a:p>
          <a:p>
            <a:pPr marL="864000" lvl="1" indent="-324000">
              <a:lnSpc>
                <a:spcPct val="8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i="1" strike="noStrike" spc="-1">
                <a:solidFill>
                  <a:srgbClr val="262626"/>
                </a:solidFill>
                <a:latin typeface="Calibri Light"/>
              </a:rPr>
              <a:t>2.º nível da estrutura de tópicos</a:t>
            </a:r>
            <a:endParaRPr/>
          </a:p>
          <a:p>
            <a:pPr marL="1296000" lvl="2" indent="-288000">
              <a:lnSpc>
                <a:spcPct val="8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3.º nível da estrutura de tópicos</a:t>
            </a:r>
            <a:endParaRPr/>
          </a:p>
          <a:p>
            <a:pPr marL="1728000" lvl="3" indent="-216000">
              <a:lnSpc>
                <a:spcPct val="8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4.º nível da estrutura de tópicos</a:t>
            </a:r>
            <a:endParaRPr/>
          </a:p>
          <a:p>
            <a:pPr marL="2160000" lvl="4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5.º nível da estrutura de tópicos</a:t>
            </a:r>
            <a:endParaRPr/>
          </a:p>
          <a:p>
            <a:pPr marL="2592000" lvl="5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6.º nível da estrutura de tópicos</a:t>
            </a:r>
            <a:endParaRPr/>
          </a:p>
          <a:p>
            <a:pPr marL="3024000" lvl="6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7.º nível da estrutura de tópicos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56584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Clique para editar o título Mestre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2355067" name="PlaceHolder 2"/>
          <p:cNvSpPr>
            <a:spLocks noGrp="1"/>
          </p:cNvSpPr>
          <p:nvPr>
            <p:ph type="body"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Clique para editar os estilos de texto Mestres</a:t>
            </a: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Segundo nível</a:t>
            </a:r>
            <a:endParaRPr lang="en-US" sz="2400" b="0" i="1" strike="noStrike" spc="-1">
              <a:solidFill>
                <a:srgbClr val="262626"/>
              </a:solidFill>
              <a:latin typeface="Calibri Light"/>
            </a:endParaRPr>
          </a:p>
          <a:p>
            <a:pPr marL="548640" lvl="2" indent="-54864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2000" b="0" i="1" strike="noStrike" spc="-1">
                <a:solidFill>
                  <a:srgbClr val="262626"/>
                </a:solidFill>
                <a:latin typeface="Calibri Light"/>
              </a:rPr>
              <a:t>Terceiro nível</a:t>
            </a:r>
            <a:endParaRPr lang="en-US" sz="2000" b="0" strike="noStrike" spc="-1">
              <a:solidFill>
                <a:srgbClr val="262626"/>
              </a:solidFill>
              <a:latin typeface="Calibri Light"/>
            </a:endParaRPr>
          </a:p>
          <a:p>
            <a:pPr marL="822960" lvl="3" indent="-82296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Quarto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  <a:p>
            <a:pPr marL="1097280" lvl="4" indent="-10972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Quinto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72872292" name="PlaceHolder 3"/>
          <p:cNvSpPr>
            <a:spLocks noGrp="1"/>
          </p:cNvSpPr>
          <p:nvPr>
            <p:ph type="dt" idx="4"/>
          </p:nvPr>
        </p:nvSpPr>
        <p:spPr bwMode="auto"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259492424" name="PlaceHolder 4"/>
          <p:cNvSpPr>
            <a:spLocks noGrp="1"/>
          </p:cNvSpPr>
          <p:nvPr>
            <p:ph type="ftr" idx="5"/>
          </p:nvPr>
        </p:nvSpPr>
        <p:spPr bwMode="auto"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pt-BR" sz="1400" b="0" strike="noStrike" spc="-1">
                <a:latin typeface="Times New Roman"/>
              </a:rPr>
              <a:t>&lt;rodapé&gt;</a:t>
            </a:r>
            <a:endParaRPr/>
          </a:p>
        </p:txBody>
      </p:sp>
      <p:sp>
        <p:nvSpPr>
          <p:cNvPr id="2094516957" name="PlaceHolder 5"/>
          <p:cNvSpPr>
            <a:spLocks noGrp="1"/>
          </p:cNvSpPr>
          <p:nvPr>
            <p:ph type="sldNum" idx="6"/>
          </p:nvPr>
        </p:nvSpPr>
        <p:spPr bwMode="auto"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67C4E7D6-E39B-4324-9914-DEA6C4F58F7E}" type="slidenum">
              <a: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588405" name="PlaceHolder 1"/>
          <p:cNvSpPr>
            <a:spLocks noGrp="1"/>
          </p:cNvSpPr>
          <p:nvPr>
            <p:ph type="title"/>
          </p:nvPr>
        </p:nvSpPr>
        <p:spPr bwMode="auto">
          <a:xfrm>
            <a:off x="795240" y="637920"/>
            <a:ext cx="10416960" cy="3189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Desenvolvimento </a:t>
            </a:r>
            <a:r>
              <a:rPr lang="pt-BR" sz="8000" b="0" i="1" strike="noStrike" spc="-120">
                <a:solidFill>
                  <a:srgbClr val="FFFFFF"/>
                </a:solidFill>
                <a:latin typeface="Calibri Light"/>
              </a:rPr>
              <a:t>Web</a:t>
            </a: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 III</a:t>
            </a:r>
            <a:endParaRPr lang="en-US" sz="8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71919990" name="PlaceHolder 2"/>
          <p:cNvSpPr>
            <a:spLocks noGrp="1"/>
          </p:cNvSpPr>
          <p:nvPr>
            <p:ph type="subTitle"/>
          </p:nvPr>
        </p:nvSpPr>
        <p:spPr bwMode="auto">
          <a:xfrm>
            <a:off x="795240" y="4377240"/>
            <a:ext cx="10558800" cy="44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  <a:defRPr/>
            </a:pPr>
            <a:r>
              <a:rPr lang="pt-BR" sz="2800" b="0" strike="noStrike" spc="-1">
                <a:solidFill>
                  <a:srgbClr val="FEFFFF"/>
                </a:solidFill>
                <a:latin typeface="Calibri Light"/>
              </a:rPr>
              <a:t>Tecnologia em Análise e Desenvolvimento de Sistemas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1015103304" name="Subtítulo 2"/>
          <p:cNvSpPr/>
          <p:nvPr/>
        </p:nvSpPr>
        <p:spPr bwMode="auto">
          <a:xfrm>
            <a:off x="3603044" y="6089276"/>
            <a:ext cx="7092664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  <a:defRPr/>
            </a:pPr>
            <a:r>
              <a:rPr lang="pt-BR" sz="2800" b="0" strike="noStrike" spc="-1">
                <a:solidFill>
                  <a:srgbClr val="FEFFFF"/>
                </a:solidFill>
                <a:latin typeface="Calibri Light"/>
              </a:rPr>
              <a:t>Aula 9 – Acesso a banco de dados (3)</a:t>
            </a:r>
            <a:endParaRPr lang="pt-BR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66081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8763855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Veremos hoje mais alguns recursos com o Prisma.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No exemplo da aula anterior, fizemos as operações CRUD básicas para um livro e uma editora.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Recupere o projeto que está disponível no SUAP, e siga os seguintes passos:</a:t>
            </a:r>
            <a:endParaRPr/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Execute o comando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npm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install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para fazer 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download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do código dos módulos utilizados;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20719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288213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2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Inicie o Docker;</a:t>
            </a:r>
            <a:endParaRPr/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2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Suba um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container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do Docker com a imagem do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Postgre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utilizada:</a:t>
            </a: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73884524" name="CaixaDeTexto 1"/>
          <p:cNvSpPr txBox="1"/>
          <p:nvPr/>
        </p:nvSpPr>
        <p:spPr bwMode="auto">
          <a:xfrm>
            <a:off x="1000073" y="3830877"/>
            <a:ext cx="10752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 b="1"/>
              <a:t>docker</a:t>
            </a:r>
            <a:r>
              <a:rPr lang="pt-BR" sz="2000" b="1"/>
              <a:t> </a:t>
            </a:r>
            <a:r>
              <a:rPr lang="pt-BR" sz="2000" b="1"/>
              <a:t>run</a:t>
            </a:r>
            <a:r>
              <a:rPr lang="pt-BR" sz="2000" b="1"/>
              <a:t> --</a:t>
            </a:r>
            <a:r>
              <a:rPr lang="pt-BR" sz="2000" b="1"/>
              <a:t>name</a:t>
            </a:r>
            <a:r>
              <a:rPr lang="pt-BR" sz="2000" b="1"/>
              <a:t> </a:t>
            </a:r>
            <a:r>
              <a:rPr lang="pt-BR" sz="2000" b="1"/>
              <a:t>postgres</a:t>
            </a:r>
            <a:r>
              <a:rPr lang="pt-BR" sz="2000" b="1"/>
              <a:t> -e POSTGRES_PASSWORD=</a:t>
            </a:r>
            <a:r>
              <a:rPr lang="pt-BR" sz="2000" b="1"/>
              <a:t>senhadobanco</a:t>
            </a:r>
            <a:r>
              <a:rPr lang="pt-BR" sz="2000" b="1"/>
              <a:t> -p 5432:5432 -v </a:t>
            </a:r>
            <a:r>
              <a:rPr lang="pt-BR" sz="2000" b="1"/>
              <a:t>postgres</a:t>
            </a:r>
            <a:r>
              <a:rPr lang="pt-BR" sz="2000" b="1"/>
              <a:t>:/var/</a:t>
            </a:r>
            <a:r>
              <a:rPr lang="pt-BR" sz="2000" b="1"/>
              <a:t>lib</a:t>
            </a:r>
            <a:r>
              <a:rPr lang="pt-BR" sz="2000" b="1"/>
              <a:t>/</a:t>
            </a:r>
            <a:r>
              <a:rPr lang="pt-BR" sz="2000" b="1"/>
              <a:t>postgresql</a:t>
            </a:r>
            <a:r>
              <a:rPr lang="pt-BR" sz="2000" b="1"/>
              <a:t>/data -d postgres:17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649449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16659615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4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Execute o comando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npx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 prisma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db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push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para gerar o código de acesso ao banco de dados e enviar as alterações (de esquema) para a base de dados;</a:t>
            </a:r>
            <a:endParaRPr/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4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Execute o comando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npx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 prisma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generate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para gerar os arquivos de acesso;</a:t>
            </a:r>
            <a:endParaRPr/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4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Execute o servidor com o comando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npm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 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run</a:t>
            </a:r>
            <a:r>
              <a:rPr lang="pt-BR" b="1" spc="-1">
                <a:solidFill>
                  <a:srgbClr val="262626"/>
                </a:solidFill>
                <a:latin typeface="Cascadia Code"/>
                <a:cs typeface="Cascadia Code"/>
              </a:rPr>
              <a:t> dev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deve funcionar como na aula anterior.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34557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451608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Para os exemplos desta aula, crie um novo botão em “livros/page.js”: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rie uma função para ser executada no seu clique: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95732764" name="CaixaDeTexto 2"/>
          <p:cNvSpPr txBox="1"/>
          <p:nvPr/>
        </p:nvSpPr>
        <p:spPr bwMode="auto">
          <a:xfrm>
            <a:off x="762000" y="3080618"/>
            <a:ext cx="109497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button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"ml-2 bg-blue-600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text-white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px-4 py-2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rounded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hover:bg-blue-700 active:bg-blue-800 disabled:bg-blue-200"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disabled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busy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onClick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18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busy</a:t>
            </a:r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?</a:t>
            </a:r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 ...... "</a:t>
            </a:r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</a:t>
            </a:r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"Outro"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8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18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button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/>
          </a:p>
        </p:txBody>
      </p:sp>
      <p:sp>
        <p:nvSpPr>
          <p:cNvPr id="1282177900" name="CaixaDeTexto 3"/>
          <p:cNvSpPr txBox="1"/>
          <p:nvPr/>
        </p:nvSpPr>
        <p:spPr bwMode="auto">
          <a:xfrm>
            <a:off x="762000" y="5626884"/>
            <a:ext cx="109497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() =&gt; {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40858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3627034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Em “livros/actions.js”, crie uma função para ser executar códigos diversos: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31782660" name="CaixaDeTexto 3"/>
          <p:cNvSpPr txBox="1"/>
          <p:nvPr/>
        </p:nvSpPr>
        <p:spPr bwMode="auto">
          <a:xfrm>
            <a:off x="762000" y="2984491"/>
            <a:ext cx="71073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let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null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44284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0726264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 faça sua chamada em page.js na função criada anteriormente: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Não esqueça de importar a função: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57843939" name="CaixaDeTexto 5"/>
          <p:cNvSpPr txBox="1"/>
          <p:nvPr/>
        </p:nvSpPr>
        <p:spPr bwMode="auto">
          <a:xfrm>
            <a:off x="762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() =&gt;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/>
          </a:p>
        </p:txBody>
      </p:sp>
      <p:sp>
        <p:nvSpPr>
          <p:cNvPr id="1471971987" name="CaixaDeTexto 2"/>
          <p:cNvSpPr txBox="1"/>
          <p:nvPr/>
        </p:nvSpPr>
        <p:spPr bwMode="auto">
          <a:xfrm>
            <a:off x="761999" y="5079499"/>
            <a:ext cx="9684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Pesquisar, Remover }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"./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actions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18702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Buscar apenas a primeira tupla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6555500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O comando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findFirst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do Prisma recupera apenas a primeira tupla que satisfaz a condição informada.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31237010" name="CaixaDeTexto 2"/>
          <p:cNvSpPr txBox="1"/>
          <p:nvPr/>
        </p:nvSpPr>
        <p:spPr bwMode="auto">
          <a:xfrm>
            <a:off x="762000" y="3377082"/>
            <a:ext cx="94349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let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prisma.livro.findFirst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id: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gt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10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36201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Retornando quantidades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6098805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O comando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count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do Prisma retorna a quantidade de tuplas que satisfazem a condição informada.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50955369" name="CaixaDeTexto 2"/>
          <p:cNvSpPr txBox="1"/>
          <p:nvPr/>
        </p:nvSpPr>
        <p:spPr bwMode="auto">
          <a:xfrm>
            <a:off x="762000" y="3377082"/>
            <a:ext cx="94349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let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prisma.livro.count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editoraId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not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null</a:t>
            </a: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1437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Ignorando caixa alta/baixa em pesquisa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474065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ignorar caixa alta/baixa na pesquisa de campos de texto, utilize a opção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insensitive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do atributo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mode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:</a:t>
            </a:r>
            <a:endParaRPr lang="pt-BR" sz="3600" i="1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31283545" name="CaixaDeTexto 2"/>
          <p:cNvSpPr txBox="1"/>
          <p:nvPr/>
        </p:nvSpPr>
        <p:spPr bwMode="auto">
          <a:xfrm>
            <a:off x="762000" y="3377082"/>
            <a:ext cx="94349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let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prisma.livro.count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titulo: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equals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'estruturas de dados'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mode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insensitive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43798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Inserindo vários itens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640880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inserir vários itens com um único comando, utilize o comando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createMany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do Prisma:</a:t>
            </a:r>
            <a:endParaRPr lang="pt-BR" sz="3600" i="1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77618183" name="CaixaDeTexto 2"/>
          <p:cNvSpPr txBox="1"/>
          <p:nvPr/>
        </p:nvSpPr>
        <p:spPr bwMode="auto">
          <a:xfrm>
            <a:off x="762000" y="3136937"/>
            <a:ext cx="943494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1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1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1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livros = [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{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titulo: </a:t>
            </a:r>
            <a:r>
              <a:rPr lang="pt-BR" sz="11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'livro 1'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2021,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editoraId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null</a:t>
            </a:r>
            <a:endParaRPr lang="pt-BR" sz="11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},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{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titulo: </a:t>
            </a:r>
            <a:r>
              <a:rPr lang="pt-BR" sz="11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'livro 2'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2022,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editoraId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null</a:t>
            </a:r>
            <a:endParaRPr lang="pt-BR" sz="11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];</a:t>
            </a:r>
            <a:endParaRPr/>
          </a:p>
          <a:p>
            <a:pPr>
              <a:defRPr/>
            </a:pPr>
            <a:endParaRPr lang="pt-BR" sz="11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1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1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prisma.livro.createMany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data: livros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/>
          </a:p>
          <a:p>
            <a:pPr>
              <a:defRPr/>
            </a:pPr>
            <a:endParaRPr lang="pt-BR" sz="11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1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resultado.count</a:t>
            </a: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/>
          </a:p>
          <a:p>
            <a:pPr>
              <a:defRPr/>
            </a:pPr>
            <a:r>
              <a:rPr lang="pt-BR" sz="11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92808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Removendo vários itens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49775646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O comando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delete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utilizando anteriormente remove pela chave primária:</a:t>
            </a:r>
            <a:endParaRPr lang="pt-BR" sz="3600" i="1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07446376" name="CaixaDeTexto 2"/>
          <p:cNvSpPr txBox="1"/>
          <p:nvPr/>
        </p:nvSpPr>
        <p:spPr bwMode="auto">
          <a:xfrm>
            <a:off x="762000" y="3127701"/>
            <a:ext cx="94349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prisma.livro.delete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id: 5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11768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19">
                <a:solidFill>
                  <a:srgbClr val="549E39"/>
                </a:solidFill>
                <a:latin typeface="Calibri Light"/>
              </a:rPr>
              <a:t>Removendo vários itens</a:t>
            </a:r>
            <a:endParaRPr lang="en-US" sz="5400" b="0" strike="noStrike" spc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99351755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0"/>
              </a:spcBef>
              <a:buClr>
                <a:srgbClr val="262626"/>
              </a:buClr>
              <a:buNone/>
              <a:defRPr/>
            </a:pPr>
            <a:r>
              <a:rPr lang="pt-BR" sz="3600" spc="0">
                <a:solidFill>
                  <a:srgbClr val="262626"/>
                </a:solidFill>
                <a:latin typeface="Calibri Light"/>
              </a:rPr>
              <a:t>Para remover por campos que não sejam únicos, utilize o comando </a:t>
            </a:r>
            <a:r>
              <a:rPr lang="pt-BR" sz="3600" b="1" spc="0">
                <a:solidFill>
                  <a:srgbClr val="262626"/>
                </a:solidFill>
                <a:latin typeface="Calibri Light"/>
              </a:rPr>
              <a:t>deleteMany</a:t>
            </a:r>
            <a:r>
              <a:rPr lang="pt-BR" sz="3600" i="1" spc="0">
                <a:solidFill>
                  <a:srgbClr val="262626"/>
                </a:solidFill>
                <a:latin typeface="Calibri Light"/>
              </a:rPr>
              <a:t>.</a:t>
            </a:r>
            <a:endParaRPr lang="pt-BR" sz="3600" i="1" spc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0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09161398" name="CaixaDeTexto 2"/>
          <p:cNvSpPr txBox="1"/>
          <p:nvPr/>
        </p:nvSpPr>
        <p:spPr bwMode="auto">
          <a:xfrm>
            <a:off x="761999" y="3127700"/>
            <a:ext cx="9440345" cy="256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prisma.livro.deleteMany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editoraId: </a:t>
            </a:r>
            <a:r>
              <a:rPr lang="pt-BR" sz="1800">
                <a:solidFill>
                  <a:srgbClr val="000000"/>
                </a:solidFill>
                <a:latin typeface="Cascadia Mono"/>
              </a:rPr>
              <a:t>3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27816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Atualização ou criação de item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0100954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atualizar um item existente (ou criar caso ele não exista), use o comando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upsert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:</a:t>
            </a:r>
            <a:endParaRPr lang="pt-BR" sz="3600" i="1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82681137" name="CaixaDeTexto 2"/>
          <p:cNvSpPr txBox="1"/>
          <p:nvPr/>
        </p:nvSpPr>
        <p:spPr bwMode="auto">
          <a:xfrm>
            <a:off x="676800" y="3007627"/>
            <a:ext cx="94349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prisma.livro.upsert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id: 1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},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create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titulo: </a:t>
            </a:r>
            <a:r>
              <a:rPr lang="pt-BR" sz="1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'Estruturas de dados'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2020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},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update: {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2020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6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39666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Buscando em conjunto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11292786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Em relacionamentos do tipo 1:N, podemos buscar itens dentro do conjunto relacionado de acordo com três regras: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1" spc="-1">
                <a:solidFill>
                  <a:srgbClr val="262626"/>
                </a:solidFill>
                <a:latin typeface="Calibri Light"/>
              </a:rPr>
              <a:t>none</a:t>
            </a:r>
            <a:r>
              <a:rPr lang="pt-BR" sz="3200" spc="-1">
                <a:solidFill>
                  <a:srgbClr val="262626"/>
                </a:solidFill>
                <a:latin typeface="Calibri Light"/>
              </a:rPr>
              <a:t>, que indica que nenhum item do conjunto deve corresponder ao filtro informado;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1" spc="-1">
                <a:solidFill>
                  <a:srgbClr val="262626"/>
                </a:solidFill>
                <a:latin typeface="Calibri Light"/>
              </a:rPr>
              <a:t>some</a:t>
            </a:r>
            <a:r>
              <a:rPr lang="pt-BR" sz="3200" spc="-1">
                <a:solidFill>
                  <a:srgbClr val="262626"/>
                </a:solidFill>
                <a:latin typeface="Calibri Light"/>
              </a:rPr>
              <a:t>, que indica que ao menos um item do conjunto deve corresponder ao filtro informado;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1" spc="-1">
                <a:solidFill>
                  <a:srgbClr val="262626"/>
                </a:solidFill>
                <a:latin typeface="Calibri Light"/>
              </a:rPr>
              <a:t>every</a:t>
            </a:r>
            <a:r>
              <a:rPr lang="pt-BR" sz="3200" spc="-1">
                <a:solidFill>
                  <a:srgbClr val="262626"/>
                </a:solidFill>
                <a:latin typeface="Calibri Light"/>
              </a:rPr>
              <a:t>, que indica que todos os itens do conjunto deve corresponder ao filtro informado.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912266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Buscando em conjunto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270726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Exemplo: retornar todas as editoras que não possuem livro publicado em 2010.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69791617" name="CaixaDeTexto 2"/>
          <p:cNvSpPr txBox="1"/>
          <p:nvPr/>
        </p:nvSpPr>
        <p:spPr bwMode="auto">
          <a:xfrm>
            <a:off x="789709" y="3090790"/>
            <a:ext cx="89823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prisma.editora.findMany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livros: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none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2010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02545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Buscando em conjunto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0562274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Exemplo: retornar todas as editoras que possuem ao menos um livro publicado em 2010.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27310017" name="CaixaDeTexto 2"/>
          <p:cNvSpPr txBox="1"/>
          <p:nvPr/>
        </p:nvSpPr>
        <p:spPr bwMode="auto">
          <a:xfrm>
            <a:off x="789709" y="3090790"/>
            <a:ext cx="89823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prisma.editora.findMany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livros: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some: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2010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25872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Buscando em conjunto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7902989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Exemplo: retornar todas as editoras que possuem todos os livros publicados em 2010.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71754851" name="CaixaDeTexto 2"/>
          <p:cNvSpPr txBox="1"/>
          <p:nvPr/>
        </p:nvSpPr>
        <p:spPr bwMode="auto">
          <a:xfrm>
            <a:off x="789709" y="3090790"/>
            <a:ext cx="89823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prisma.editora.findMany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livros: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every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2010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72304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Buscando em conjunto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09739149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O filtro de pesquisas com o campo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where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não se aplicam a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. Por exemplo, se pesquisarmos todas as editoras que possuem ao menos um livro publicado em 2012, e usarmos o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para trazer os livros, todos serão recuperados, inclusive os que não forem publicados em 2012.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listar apenas os de 2012, um novo filtro deve ser feito dentro do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select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24037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Buscando em conjunto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07631022" name="CaixaDeTexto 2"/>
          <p:cNvSpPr txBox="1"/>
          <p:nvPr/>
        </p:nvSpPr>
        <p:spPr bwMode="auto">
          <a:xfrm>
            <a:off x="762360" y="1836314"/>
            <a:ext cx="107722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prisma.editora.findMany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livros: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some: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2012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select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nome: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livros: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select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titulo: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endParaRPr lang="pt-BR" sz="12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2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200"/>
          </a:p>
        </p:txBody>
      </p:sp>
      <p:sp>
        <p:nvSpPr>
          <p:cNvPr id="154299211" name="CaixaDeTexto 1"/>
          <p:cNvSpPr txBox="1"/>
          <p:nvPr/>
        </p:nvSpPr>
        <p:spPr bwMode="auto">
          <a:xfrm>
            <a:off x="7439257" y="5067968"/>
            <a:ext cx="45833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defRPr/>
            </a:pPr>
            <a:r>
              <a:rPr lang="pt-BR"/>
              <a:t>Retorna o nome de todas as editoras</a:t>
            </a:r>
            <a:endParaRPr/>
          </a:p>
          <a:p>
            <a:pPr algn="just">
              <a:defRPr/>
            </a:pPr>
            <a:r>
              <a:rPr lang="pt-BR"/>
              <a:t>que tiveram ao menos um livro publicado</a:t>
            </a:r>
            <a:endParaRPr/>
          </a:p>
          <a:p>
            <a:pPr algn="just">
              <a:defRPr/>
            </a:pPr>
            <a:r>
              <a:rPr lang="pt-BR"/>
              <a:t>em 2012, juntamente com todos os seus</a:t>
            </a:r>
            <a:endParaRPr/>
          </a:p>
          <a:p>
            <a:pPr algn="just">
              <a:defRPr/>
            </a:pPr>
            <a:r>
              <a:rPr lang="pt-BR"/>
              <a:t>livros, independente do ano em que foram</a:t>
            </a:r>
            <a:endParaRPr/>
          </a:p>
          <a:p>
            <a:pPr algn="just">
              <a:defRPr/>
            </a:pPr>
            <a:r>
              <a:rPr lang="pt-BR"/>
              <a:t>publicados.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15583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Buscando em conjunto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07025706" name="CaixaDeTexto 2"/>
          <p:cNvSpPr txBox="1"/>
          <p:nvPr/>
        </p:nvSpPr>
        <p:spPr bwMode="auto">
          <a:xfrm>
            <a:off x="762360" y="1836314"/>
            <a:ext cx="107722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prisma.editora.findMany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livros: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some: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2012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select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nome: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livros: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select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titulo: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endParaRPr lang="pt-BR" sz="12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2012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2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.log(resultado);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200"/>
          </a:p>
        </p:txBody>
      </p:sp>
      <p:sp>
        <p:nvSpPr>
          <p:cNvPr id="451304500" name="CaixaDeTexto 3"/>
          <p:cNvSpPr txBox="1"/>
          <p:nvPr/>
        </p:nvSpPr>
        <p:spPr bwMode="auto">
          <a:xfrm>
            <a:off x="7535437" y="5067968"/>
            <a:ext cx="43909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defRPr/>
            </a:pPr>
            <a:r>
              <a:rPr lang="pt-BR"/>
              <a:t>Retorna o nome de todas as editoras</a:t>
            </a:r>
            <a:endParaRPr/>
          </a:p>
          <a:p>
            <a:pPr algn="just">
              <a:defRPr/>
            </a:pPr>
            <a:r>
              <a:rPr lang="pt-BR"/>
              <a:t>que tiveram ao menos um livro publicado</a:t>
            </a:r>
            <a:endParaRPr/>
          </a:p>
          <a:p>
            <a:pPr algn="just">
              <a:defRPr/>
            </a:pPr>
            <a:r>
              <a:rPr lang="pt-BR"/>
              <a:t>em 2012, juntamente com todos os seus</a:t>
            </a:r>
            <a:endParaRPr/>
          </a:p>
          <a:p>
            <a:pPr algn="just">
              <a:defRPr/>
            </a:pPr>
            <a:r>
              <a:rPr lang="pt-BR"/>
              <a:t>livros que foram publicados em 2012.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80700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Transações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91380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fazer várias consultas em uma mesma transação, use o objeto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$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transaction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do Prisma.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Exemplo: retornar a quantidade total de livros, a quantidade de livros sem editora e a quantidade de livros com editora. Realizar na mesma transação para garantir que outras transações não executem entre as consultas desta transação.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98265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Transações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4791304" name="CaixaDeTexto 2"/>
          <p:cNvSpPr txBox="1"/>
          <p:nvPr/>
        </p:nvSpPr>
        <p:spPr bwMode="auto">
          <a:xfrm>
            <a:off x="762360" y="2010167"/>
            <a:ext cx="1040440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Acao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args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[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livrosTotal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livrosSemEditora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livrosComEditora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 =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prisma.$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transaction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[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prisma.livro.count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(),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prisma.livro.count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editoraId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null</a:t>
            </a:r>
            <a:endParaRPr lang="pt-BR" sz="12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}),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prisma.livro.count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where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NOT: 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editoraId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null</a:t>
            </a:r>
            <a:endParaRPr lang="pt-BR" sz="12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]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);</a:t>
            </a:r>
            <a:endParaRPr/>
          </a:p>
          <a:p>
            <a:pPr>
              <a:defRPr/>
            </a:pPr>
            <a:endParaRPr lang="pt-BR" sz="12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2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total: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livrosTotal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semEditora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livrosSemEditora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comEditora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livrosComEditora</a:t>
            </a:r>
            <a:endParaRPr lang="pt-BR" sz="12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24274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Migrações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26052202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Até agora utilizamos o comando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prisma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db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push</a:t>
            </a:r>
            <a:r>
              <a:rPr lang="pt-BR" sz="3600" b="1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para sincronizar o banco de dados com as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models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criadas no arquivo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schema.prisma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Esse processo é rápido, mas no entanto não é rastreável nem verificável, normalmente sendo utilizado em desenvolvimento mas não em produção.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85093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Migrações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00192455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Ao alterar 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schema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do banco de dados normalmente criamos uma migração, a qual podemos ver o código que foi utilizado para fazer alterações se necessário.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O Prisma não possui, atualmente, um comando de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rollback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para realizar 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rollback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de uma migração.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criar uma migração, utilizamos o comando: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209284915" name="CaixaDeTexto 2"/>
          <p:cNvSpPr txBox="1"/>
          <p:nvPr/>
        </p:nvSpPr>
        <p:spPr bwMode="auto">
          <a:xfrm>
            <a:off x="762000" y="5427702"/>
            <a:ext cx="6096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2000" b="1" spc="-1">
                <a:solidFill>
                  <a:srgbClr val="262626"/>
                </a:solidFill>
                <a:latin typeface="+mj-lt"/>
              </a:rPr>
              <a:t>npx</a:t>
            </a:r>
            <a:r>
              <a:rPr lang="pt-BR" sz="2000" b="1" spc="-1">
                <a:solidFill>
                  <a:srgbClr val="262626"/>
                </a:solidFill>
                <a:latin typeface="+mj-lt"/>
              </a:rPr>
              <a:t> prisma </a:t>
            </a:r>
            <a:r>
              <a:rPr lang="pt-BR" sz="2000" b="1" spc="-1">
                <a:solidFill>
                  <a:srgbClr val="262626"/>
                </a:solidFill>
                <a:latin typeface="+mj-lt"/>
              </a:rPr>
              <a:t>migrate</a:t>
            </a:r>
            <a:r>
              <a:rPr lang="pt-BR" sz="2000" b="1" spc="-1">
                <a:solidFill>
                  <a:srgbClr val="262626"/>
                </a:solidFill>
                <a:latin typeface="+mj-lt"/>
              </a:rPr>
              <a:t> </a:t>
            </a:r>
            <a:r>
              <a:rPr lang="pt-BR" sz="2000" b="1" spc="-1">
                <a:solidFill>
                  <a:srgbClr val="262626"/>
                </a:solidFill>
                <a:latin typeface="+mj-lt"/>
              </a:rPr>
              <a:t>dev</a:t>
            </a:r>
            <a:r>
              <a:rPr lang="pt-BR" sz="2000" b="1" spc="-1">
                <a:solidFill>
                  <a:srgbClr val="262626"/>
                </a:solidFill>
                <a:latin typeface="+mj-lt"/>
              </a:rPr>
              <a:t> --</a:t>
            </a:r>
            <a:r>
              <a:rPr lang="pt-BR" sz="2000" b="1" spc="-1">
                <a:solidFill>
                  <a:srgbClr val="262626"/>
                </a:solidFill>
                <a:latin typeface="+mj-lt"/>
              </a:rPr>
              <a:t>name</a:t>
            </a:r>
            <a:r>
              <a:rPr lang="pt-BR" sz="2000" b="1" spc="-1">
                <a:solidFill>
                  <a:srgbClr val="262626"/>
                </a:solidFill>
                <a:latin typeface="+mj-lt"/>
              </a:rPr>
              <a:t> </a:t>
            </a:r>
            <a:r>
              <a:rPr lang="pt-BR" sz="2000" b="1" spc="-1">
                <a:solidFill>
                  <a:srgbClr val="262626"/>
                </a:solidFill>
                <a:latin typeface="+mj-lt"/>
              </a:rPr>
              <a:t>nomeMigracao</a:t>
            </a:r>
            <a:endParaRPr lang="pt-BR" sz="2000" b="1" spc="-1">
              <a:solidFill>
                <a:srgbClr val="262626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245356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Migrações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5627702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O comando anterior gerará um código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sql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na pasta “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migrations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”, que você pode conferir antes de executar.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Crie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uma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migração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inicial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. 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Pode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 ser 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necessário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reiniciar</a:t>
            </a:r>
            <a:r>
              <a:rPr lang="en-US" sz="3600" b="0" strike="noStrike" spc="-1">
                <a:solidFill>
                  <a:srgbClr val="262626"/>
                </a:solidFill>
                <a:latin typeface="Calibri Light"/>
              </a:rPr>
              <a:t> a base de dados:</a:t>
            </a:r>
            <a:endParaRPr/>
          </a:p>
        </p:txBody>
      </p:sp>
      <p:sp>
        <p:nvSpPr>
          <p:cNvPr id="575942005" name="CaixaDeTexto 2"/>
          <p:cNvSpPr txBox="1"/>
          <p:nvPr/>
        </p:nvSpPr>
        <p:spPr bwMode="auto">
          <a:xfrm>
            <a:off x="762000" y="42388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/>
              <a:t>npx</a:t>
            </a:r>
            <a:r>
              <a:rPr lang="pt-BR" sz="2400" b="1"/>
              <a:t> prisma </a:t>
            </a:r>
            <a:r>
              <a:rPr lang="pt-BR" sz="2400" b="1"/>
              <a:t>migrate</a:t>
            </a:r>
            <a:r>
              <a:rPr lang="pt-BR" sz="2400" b="1"/>
              <a:t> </a:t>
            </a:r>
            <a:r>
              <a:rPr lang="pt-BR" sz="2400" b="1"/>
              <a:t>dev</a:t>
            </a:r>
            <a:r>
              <a:rPr lang="pt-BR" sz="2400" b="1"/>
              <a:t> --</a:t>
            </a:r>
            <a:r>
              <a:rPr lang="pt-BR" sz="2400" b="1"/>
              <a:t>name</a:t>
            </a:r>
            <a:r>
              <a:rPr lang="pt-BR" sz="2400" b="1"/>
              <a:t> </a:t>
            </a:r>
            <a:r>
              <a:rPr lang="pt-BR" sz="2400" b="1"/>
              <a:t>init</a:t>
            </a:r>
            <a:endParaRPr lang="pt-BR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332136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Migrações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44973992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Adicione o campo Autor na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model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Livro em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schema.prisma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:</a:t>
            </a:r>
            <a:endParaRPr lang="pt-BR" sz="3600" b="1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21534038" name="CaixaDeTexto 4"/>
          <p:cNvSpPr txBox="1"/>
          <p:nvPr/>
        </p:nvSpPr>
        <p:spPr bwMode="auto">
          <a:xfrm>
            <a:off x="761999" y="3218639"/>
            <a:ext cx="108573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model Livro {</a:t>
            </a:r>
            <a:endParaRPr/>
          </a:p>
          <a:p>
            <a:pPr>
              <a:defRPr/>
            </a:pP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id            Int @id @default (autoincrement())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titulo    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String</a:t>
            </a: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anoPublicacao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Int</a:t>
            </a: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editoraId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Int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?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editora      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Editora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? @relation(fields: [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editoraId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], 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references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[id])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autor         </a:t>
            </a:r>
            <a:r>
              <a:rPr lang="pt-BR" sz="18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String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?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20710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Migrações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61951514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Crie uma nova migração com o comando: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O banco de dados será atualizado e os arquivos locais também, não sendo necessário utilizar o comando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generate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para os atualizar.</a:t>
            </a: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67211436" name="CaixaDeTexto 2"/>
          <p:cNvSpPr txBox="1"/>
          <p:nvPr/>
        </p:nvSpPr>
        <p:spPr bwMode="auto">
          <a:xfrm>
            <a:off x="762000" y="254860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/>
              <a:t>npx</a:t>
            </a:r>
            <a:r>
              <a:rPr lang="pt-BR" sz="2400" b="1"/>
              <a:t> prisma </a:t>
            </a:r>
            <a:r>
              <a:rPr lang="pt-BR" sz="2400" b="1"/>
              <a:t>migrate</a:t>
            </a:r>
            <a:r>
              <a:rPr lang="pt-BR" sz="2400" b="1"/>
              <a:t> </a:t>
            </a:r>
            <a:r>
              <a:rPr lang="pt-BR" sz="2400" b="1"/>
              <a:t>dev</a:t>
            </a:r>
            <a:r>
              <a:rPr lang="pt-BR" sz="2400" b="1"/>
              <a:t> --</a:t>
            </a:r>
            <a:r>
              <a:rPr lang="pt-BR" sz="2400" b="1"/>
              <a:t>name</a:t>
            </a:r>
            <a:r>
              <a:rPr lang="pt-BR" sz="2400" b="1"/>
              <a:t> autor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41871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Prisma Studio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28773296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É possível utilizar o Prisma Studio para visualizar os dados, realizar consultas SQL no navegador, entre outros, de forma a facilitar o desenvolvimento.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Para isso, utilize o comando:</a:t>
            </a: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487464346" name="CaixaDeTexto 3"/>
          <p:cNvSpPr txBox="1"/>
          <p:nvPr/>
        </p:nvSpPr>
        <p:spPr bwMode="auto">
          <a:xfrm>
            <a:off x="762000" y="42388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/>
              <a:t>npx</a:t>
            </a:r>
            <a:r>
              <a:rPr lang="pt-BR" sz="2400" b="1"/>
              <a:t> prisma </a:t>
            </a:r>
            <a:r>
              <a:rPr lang="pt-BR" sz="2400" b="1"/>
              <a:t>studio</a:t>
            </a:r>
            <a:endParaRPr lang="pt-BR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39890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Exercício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3702751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Criar um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para registro de diários escolares, sendo:</a:t>
            </a:r>
            <a:endParaRPr/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Docente (nome, e-mail) pode ser vinculado a diversas disciplinas;</a:t>
            </a:r>
            <a:endParaRPr/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Disciplina (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código, nome) pode ser de apenas um curso;</a:t>
            </a:r>
            <a:endParaRPr/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Curso (código, nome, ano de início) pode ter diversas disciplinas.</a:t>
            </a: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51230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spc="-120">
                <a:solidFill>
                  <a:srgbClr val="549E39"/>
                </a:solidFill>
                <a:latin typeface="Calibri Light"/>
              </a:rPr>
              <a:t>Exercício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969281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Realizar o CRUD básico de docente;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Realizar o CRID básico de curso;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Permitir associar disciplinas (criar, remover, atualizar, etc.) a um curso;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Listar disciplinas por docente;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Listar cursos que cada docente atua;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Listar todos os docentes de um curso.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0</TotalTime>
  <Words>0</Words>
  <Application>ONLYOFFICE/9.2.1.43</Application>
  <PresentationFormat>On-screen Show (4:3)</PresentationFormat>
  <Paragraphs>0</Paragraphs>
  <Slides>31</Slides>
  <Notes>31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subject/>
  <dc:creator>Tiago Docusse</dc:creator>
  <dc:description/>
  <dc:language>pt-BR</dc:language>
  <cp:lastModifiedBy/>
  <cp:revision>359</cp:revision>
  <dcterms:created xsi:type="dcterms:W3CDTF">2020-10-26T16:07:06Z</dcterms:created>
  <dcterms:modified xsi:type="dcterms:W3CDTF">2026-04-23T23:41:02Z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123</vt:i4>
  </property>
</Properties>
</file>