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412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4" r:id="rId17"/>
    <p:sldId id="363" r:id="rId18"/>
    <p:sldId id="365" r:id="rId19"/>
    <p:sldId id="366" r:id="rId20"/>
    <p:sldId id="418" r:id="rId21"/>
    <p:sldId id="419" r:id="rId22"/>
    <p:sldId id="417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8" r:id="rId32"/>
    <p:sldId id="379" r:id="rId33"/>
    <p:sldId id="380" r:id="rId34"/>
    <p:sldId id="381" r:id="rId35"/>
    <p:sldId id="375" r:id="rId36"/>
    <p:sldId id="382" r:id="rId37"/>
    <p:sldId id="383" r:id="rId38"/>
    <p:sldId id="384" r:id="rId39"/>
    <p:sldId id="385" r:id="rId40"/>
    <p:sldId id="376" r:id="rId41"/>
    <p:sldId id="387" r:id="rId42"/>
    <p:sldId id="392" r:id="rId43"/>
    <p:sldId id="42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428" r:id="rId52"/>
    <p:sldId id="429" r:id="rId53"/>
    <p:sldId id="430" r:id="rId54"/>
    <p:sldId id="432" r:id="rId55"/>
    <p:sldId id="431" r:id="rId56"/>
    <p:sldId id="433" r:id="rId57"/>
    <p:sldId id="434" r:id="rId58"/>
    <p:sldId id="377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549E39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B05DB-36DA-DAEB-CE08-30B04151FCC0}" v="1228" dt="2024-09-10T01:08:45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>
        <p:scale>
          <a:sx n="100" d="100"/>
          <a:sy n="100" d="100"/>
        </p:scale>
        <p:origin x="10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Docusse" userId="S::tad@ifsp.edu.br::82cd302d-985b-46d4-af94-997036e3c08a" providerId="AD" clId="Web-{C7EB05DB-36DA-DAEB-CE08-30B04151FCC0}"/>
    <pc:docChg chg="addSld delSld modSld sldOrd">
      <pc:chgData name="Tiago Docusse" userId="S::tad@ifsp.edu.br::82cd302d-985b-46d4-af94-997036e3c08a" providerId="AD" clId="Web-{C7EB05DB-36DA-DAEB-CE08-30B04151FCC0}" dt="2024-09-10T01:08:45.284" v="1042" actId="20577"/>
      <pc:docMkLst>
        <pc:docMk/>
      </pc:docMkLst>
      <pc:sldChg chg="addSp delSp modSp">
        <pc:chgData name="Tiago Docusse" userId="S::tad@ifsp.edu.br::82cd302d-985b-46d4-af94-997036e3c08a" providerId="AD" clId="Web-{C7EB05DB-36DA-DAEB-CE08-30B04151FCC0}" dt="2024-09-10T00:25:24.146" v="27"/>
        <pc:sldMkLst>
          <pc:docMk/>
          <pc:sldMk cId="0" sldId="348"/>
        </pc:sldMkLst>
        <pc:spChg chg="add mod">
          <ac:chgData name="Tiago Docusse" userId="S::tad@ifsp.edu.br::82cd302d-985b-46d4-af94-997036e3c08a" providerId="AD" clId="Web-{C7EB05DB-36DA-DAEB-CE08-30B04151FCC0}" dt="2024-09-10T00:25:24.146" v="27"/>
          <ac:spMkLst>
            <pc:docMk/>
            <pc:sldMk cId="0" sldId="348"/>
            <ac:spMk id="2" creationId="{96235D7D-F436-AC76-920C-5AA436B6BB8E}"/>
          </ac:spMkLst>
        </pc:spChg>
        <pc:spChg chg="del">
          <ac:chgData name="Tiago Docusse" userId="S::tad@ifsp.edu.br::82cd302d-985b-46d4-af94-997036e3c08a" providerId="AD" clId="Web-{C7EB05DB-36DA-DAEB-CE08-30B04151FCC0}" dt="2024-09-10T00:23:32.107" v="0"/>
          <ac:spMkLst>
            <pc:docMk/>
            <pc:sldMk cId="0" sldId="348"/>
            <ac:spMk id="4" creationId="{00000000-0000-0000-0000-000000000000}"/>
          </ac:spMkLst>
        </pc:spChg>
      </pc:sldChg>
      <pc:sldChg chg="ord">
        <pc:chgData name="Tiago Docusse" userId="S::tad@ifsp.edu.br::82cd302d-985b-46d4-af94-997036e3c08a" providerId="AD" clId="Web-{C7EB05DB-36DA-DAEB-CE08-30B04151FCC0}" dt="2024-09-10T01:08:20.344" v="1039"/>
        <pc:sldMkLst>
          <pc:docMk/>
          <pc:sldMk cId="0" sldId="350"/>
        </pc:sldMkLst>
      </pc:sldChg>
      <pc:sldChg chg="modSp">
        <pc:chgData name="Tiago Docusse" userId="S::tad@ifsp.edu.br::82cd302d-985b-46d4-af94-997036e3c08a" providerId="AD" clId="Web-{C7EB05DB-36DA-DAEB-CE08-30B04151FCC0}" dt="2024-09-10T01:08:45.284" v="1042" actId="20577"/>
        <pc:sldMkLst>
          <pc:docMk/>
          <pc:sldMk cId="0" sldId="351"/>
        </pc:sldMkLst>
        <pc:spChg chg="mod">
          <ac:chgData name="Tiago Docusse" userId="S::tad@ifsp.edu.br::82cd302d-985b-46d4-af94-997036e3c08a" providerId="AD" clId="Web-{C7EB05DB-36DA-DAEB-CE08-30B04151FCC0}" dt="2024-09-10T01:08:45.284" v="1042" actId="20577"/>
          <ac:spMkLst>
            <pc:docMk/>
            <pc:sldMk cId="0" sldId="351"/>
            <ac:spMk id="3" creationId="{00000000-0000-0000-0000-000000000000}"/>
          </ac:spMkLst>
        </pc:spChg>
      </pc:sldChg>
      <pc:sldChg chg="addSp modSp">
        <pc:chgData name="Tiago Docusse" userId="S::tad@ifsp.edu.br::82cd302d-985b-46d4-af94-997036e3c08a" providerId="AD" clId="Web-{C7EB05DB-36DA-DAEB-CE08-30B04151FCC0}" dt="2024-09-10T00:26:46.608" v="51" actId="1076"/>
        <pc:sldMkLst>
          <pc:docMk/>
          <pc:sldMk cId="0" sldId="396"/>
        </pc:sldMkLst>
        <pc:spChg chg="add mod">
          <ac:chgData name="Tiago Docusse" userId="S::tad@ifsp.edu.br::82cd302d-985b-46d4-af94-997036e3c08a" providerId="AD" clId="Web-{C7EB05DB-36DA-DAEB-CE08-30B04151FCC0}" dt="2024-09-10T00:26:46.608" v="51" actId="1076"/>
          <ac:spMkLst>
            <pc:docMk/>
            <pc:sldMk cId="0" sldId="396"/>
            <ac:spMk id="2" creationId="{43E92CEB-7C21-BF8A-F483-F6BDFDC6F3B5}"/>
          </ac:spMkLst>
        </pc:spChg>
      </pc:sldChg>
      <pc:sldChg chg="addSp modSp">
        <pc:chgData name="Tiago Docusse" userId="S::tad@ifsp.edu.br::82cd302d-985b-46d4-af94-997036e3c08a" providerId="AD" clId="Web-{C7EB05DB-36DA-DAEB-CE08-30B04151FCC0}" dt="2024-09-10T00:26:23.433" v="44"/>
        <pc:sldMkLst>
          <pc:docMk/>
          <pc:sldMk cId="0" sldId="397"/>
        </pc:sldMkLst>
        <pc:spChg chg="add mod">
          <ac:chgData name="Tiago Docusse" userId="S::tad@ifsp.edu.br::82cd302d-985b-46d4-af94-997036e3c08a" providerId="AD" clId="Web-{C7EB05DB-36DA-DAEB-CE08-30B04151FCC0}" dt="2024-09-10T00:26:23.433" v="44"/>
          <ac:spMkLst>
            <pc:docMk/>
            <pc:sldMk cId="0" sldId="397"/>
            <ac:spMk id="2" creationId="{3434CADF-DE2E-F0E4-E672-143702462E71}"/>
          </ac:spMkLst>
        </pc:spChg>
      </pc:sldChg>
      <pc:sldChg chg="addSp modSp">
        <pc:chgData name="Tiago Docusse" userId="S::tad@ifsp.edu.br::82cd302d-985b-46d4-af94-997036e3c08a" providerId="AD" clId="Web-{C7EB05DB-36DA-DAEB-CE08-30B04151FCC0}" dt="2024-09-10T00:26:41.123" v="50"/>
        <pc:sldMkLst>
          <pc:docMk/>
          <pc:sldMk cId="0" sldId="398"/>
        </pc:sldMkLst>
        <pc:spChg chg="add mod">
          <ac:chgData name="Tiago Docusse" userId="S::tad@ifsp.edu.br::82cd302d-985b-46d4-af94-997036e3c08a" providerId="AD" clId="Web-{C7EB05DB-36DA-DAEB-CE08-30B04151FCC0}" dt="2024-09-10T00:26:41.123" v="50"/>
          <ac:spMkLst>
            <pc:docMk/>
            <pc:sldMk cId="0" sldId="398"/>
            <ac:spMk id="2" creationId="{2284CC24-098F-8784-A0C5-F040905B2424}"/>
          </ac:spMkLst>
        </pc:spChg>
      </pc:sldChg>
      <pc:sldChg chg="addSp modSp">
        <pc:chgData name="Tiago Docusse" userId="S::tad@ifsp.edu.br::82cd302d-985b-46d4-af94-997036e3c08a" providerId="AD" clId="Web-{C7EB05DB-36DA-DAEB-CE08-30B04151FCC0}" dt="2024-09-10T00:27:29.533" v="62" actId="20577"/>
        <pc:sldMkLst>
          <pc:docMk/>
          <pc:sldMk cId="0" sldId="399"/>
        </pc:sldMkLst>
        <pc:spChg chg="add mod">
          <ac:chgData name="Tiago Docusse" userId="S::tad@ifsp.edu.br::82cd302d-985b-46d4-af94-997036e3c08a" providerId="AD" clId="Web-{C7EB05DB-36DA-DAEB-CE08-30B04151FCC0}" dt="2024-09-10T00:27:29.533" v="62" actId="20577"/>
          <ac:spMkLst>
            <pc:docMk/>
            <pc:sldMk cId="0" sldId="399"/>
            <ac:spMk id="2" creationId="{A81C7DE1-F7CB-216A-EE51-3DC779A2DAE4}"/>
          </ac:spMkLst>
        </pc:spChg>
      </pc:sldChg>
      <pc:sldChg chg="modSp add replId">
        <pc:chgData name="Tiago Docusse" userId="S::tad@ifsp.edu.br::82cd302d-985b-46d4-af94-997036e3c08a" providerId="AD" clId="Web-{C7EB05DB-36DA-DAEB-CE08-30B04151FCC0}" dt="2024-09-10T00:33:11.418" v="123" actId="20577"/>
        <pc:sldMkLst>
          <pc:docMk/>
          <pc:sldMk cId="804493553" sldId="400"/>
        </pc:sldMkLst>
        <pc:spChg chg="mod">
          <ac:chgData name="Tiago Docusse" userId="S::tad@ifsp.edu.br::82cd302d-985b-46d4-af94-997036e3c08a" providerId="AD" clId="Web-{C7EB05DB-36DA-DAEB-CE08-30B04151FCC0}" dt="2024-09-10T00:33:11.418" v="123" actId="20577"/>
          <ac:spMkLst>
            <pc:docMk/>
            <pc:sldMk cId="804493553" sldId="400"/>
            <ac:spMk id="6" creationId="{00000000-0000-0000-0000-000000000000}"/>
          </ac:spMkLst>
        </pc:spChg>
      </pc:sldChg>
      <pc:sldChg chg="modSp add ord replId">
        <pc:chgData name="Tiago Docusse" userId="S::tad@ifsp.edu.br::82cd302d-985b-46d4-af94-997036e3c08a" providerId="AD" clId="Web-{C7EB05DB-36DA-DAEB-CE08-30B04151FCC0}" dt="2024-09-10T00:40:14.450" v="345" actId="20577"/>
        <pc:sldMkLst>
          <pc:docMk/>
          <pc:sldMk cId="701182892" sldId="401"/>
        </pc:sldMkLst>
        <pc:spChg chg="mod">
          <ac:chgData name="Tiago Docusse" userId="S::tad@ifsp.edu.br::82cd302d-985b-46d4-af94-997036e3c08a" providerId="AD" clId="Web-{C7EB05DB-36DA-DAEB-CE08-30B04151FCC0}" dt="2024-09-10T00:40:14.450" v="345" actId="20577"/>
          <ac:spMkLst>
            <pc:docMk/>
            <pc:sldMk cId="701182892" sldId="401"/>
            <ac:spMk id="3" creationId="{00000000-0000-0000-0000-000000000000}"/>
          </ac:spMkLst>
        </pc:spChg>
      </pc:sldChg>
      <pc:sldChg chg="addSp modSp add replId">
        <pc:chgData name="Tiago Docusse" userId="S::tad@ifsp.edu.br::82cd302d-985b-46d4-af94-997036e3c08a" providerId="AD" clId="Web-{C7EB05DB-36DA-DAEB-CE08-30B04151FCC0}" dt="2024-09-10T00:43:04.931" v="446" actId="14100"/>
        <pc:sldMkLst>
          <pc:docMk/>
          <pc:sldMk cId="162897652" sldId="402"/>
        </pc:sldMkLst>
        <pc:spChg chg="mod">
          <ac:chgData name="Tiago Docusse" userId="S::tad@ifsp.edu.br::82cd302d-985b-46d4-af94-997036e3c08a" providerId="AD" clId="Web-{C7EB05DB-36DA-DAEB-CE08-30B04151FCC0}" dt="2024-09-10T00:40:22.732" v="347" actId="20577"/>
          <ac:spMkLst>
            <pc:docMk/>
            <pc:sldMk cId="162897652" sldId="402"/>
            <ac:spMk id="2" creationId="{00000000-0000-0000-0000-000000000000}"/>
          </ac:spMkLst>
        </pc:spChg>
        <pc:spChg chg="mod">
          <ac:chgData name="Tiago Docusse" userId="S::tad@ifsp.edu.br::82cd302d-985b-46d4-af94-997036e3c08a" providerId="AD" clId="Web-{C7EB05DB-36DA-DAEB-CE08-30B04151FCC0}" dt="2024-09-10T00:43:04.931" v="446" actId="14100"/>
          <ac:spMkLst>
            <pc:docMk/>
            <pc:sldMk cId="162897652" sldId="402"/>
            <ac:spMk id="3" creationId="{00000000-0000-0000-0000-000000000000}"/>
          </ac:spMkLst>
        </pc:spChg>
        <pc:spChg chg="add mod">
          <ac:chgData name="Tiago Docusse" userId="S::tad@ifsp.edu.br::82cd302d-985b-46d4-af94-997036e3c08a" providerId="AD" clId="Web-{C7EB05DB-36DA-DAEB-CE08-30B04151FCC0}" dt="2024-09-10T00:42:51.602" v="424"/>
          <ac:spMkLst>
            <pc:docMk/>
            <pc:sldMk cId="162897652" sldId="402"/>
            <ac:spMk id="4" creationId="{7343DE0E-7FD6-D688-64BA-0651C44DD17F}"/>
          </ac:spMkLst>
        </pc:spChg>
      </pc:sldChg>
      <pc:sldChg chg="addSp delSp modSp add replId">
        <pc:chgData name="Tiago Docusse" userId="S::tad@ifsp.edu.br::82cd302d-985b-46d4-af94-997036e3c08a" providerId="AD" clId="Web-{C7EB05DB-36DA-DAEB-CE08-30B04151FCC0}" dt="2024-09-10T00:44:39.563" v="523" actId="1076"/>
        <pc:sldMkLst>
          <pc:docMk/>
          <pc:sldMk cId="1274551846" sldId="403"/>
        </pc:sldMkLst>
        <pc:spChg chg="mod">
          <ac:chgData name="Tiago Docusse" userId="S::tad@ifsp.edu.br::82cd302d-985b-46d4-af94-997036e3c08a" providerId="AD" clId="Web-{C7EB05DB-36DA-DAEB-CE08-30B04151FCC0}" dt="2024-09-10T00:43:40.309" v="456" actId="20577"/>
          <ac:spMkLst>
            <pc:docMk/>
            <pc:sldMk cId="1274551846" sldId="403"/>
            <ac:spMk id="2" creationId="{00000000-0000-0000-0000-000000000000}"/>
          </ac:spMkLst>
        </pc:spChg>
        <pc:spChg chg="del">
          <ac:chgData name="Tiago Docusse" userId="S::tad@ifsp.edu.br::82cd302d-985b-46d4-af94-997036e3c08a" providerId="AD" clId="Web-{C7EB05DB-36DA-DAEB-CE08-30B04151FCC0}" dt="2024-09-10T00:43:14.619" v="447"/>
          <ac:spMkLst>
            <pc:docMk/>
            <pc:sldMk cId="1274551846" sldId="403"/>
            <ac:spMk id="3" creationId="{00000000-0000-0000-0000-000000000000}"/>
          </ac:spMkLst>
        </pc:spChg>
        <pc:spChg chg="del mod">
          <ac:chgData name="Tiago Docusse" userId="S::tad@ifsp.edu.br::82cd302d-985b-46d4-af94-997036e3c08a" providerId="AD" clId="Web-{C7EB05DB-36DA-DAEB-CE08-30B04151FCC0}" dt="2024-09-10T00:43:23.448" v="448"/>
          <ac:spMkLst>
            <pc:docMk/>
            <pc:sldMk cId="1274551846" sldId="403"/>
            <ac:spMk id="4" creationId="{7343DE0E-7FD6-D688-64BA-0651C44DD17F}"/>
          </ac:spMkLst>
        </pc:spChg>
        <pc:spChg chg="add del mod">
          <ac:chgData name="Tiago Docusse" userId="S::tad@ifsp.edu.br::82cd302d-985b-46d4-af94-997036e3c08a" providerId="AD" clId="Web-{C7EB05DB-36DA-DAEB-CE08-30B04151FCC0}" dt="2024-09-10T00:43:36.949" v="453"/>
          <ac:spMkLst>
            <pc:docMk/>
            <pc:sldMk cId="1274551846" sldId="403"/>
            <ac:spMk id="6" creationId="{84338EC1-6F1A-A573-5CDA-41460B5D6A86}"/>
          </ac:spMkLst>
        </pc:spChg>
        <pc:spChg chg="add mod">
          <ac:chgData name="Tiago Docusse" userId="S::tad@ifsp.edu.br::82cd302d-985b-46d4-af94-997036e3c08a" providerId="AD" clId="Web-{C7EB05DB-36DA-DAEB-CE08-30B04151FCC0}" dt="2024-09-10T00:43:43.371" v="457" actId="14100"/>
          <ac:spMkLst>
            <pc:docMk/>
            <pc:sldMk cId="1274551846" sldId="403"/>
            <ac:spMk id="7" creationId="{4D57F17B-71CB-0D7A-B64C-58853B3ED61F}"/>
          </ac:spMkLst>
        </pc:spChg>
        <pc:spChg chg="add mod">
          <ac:chgData name="Tiago Docusse" userId="S::tad@ifsp.edu.br::82cd302d-985b-46d4-af94-997036e3c08a" providerId="AD" clId="Web-{C7EB05DB-36DA-DAEB-CE08-30B04151FCC0}" dt="2024-09-10T00:44:39.563" v="523" actId="1076"/>
          <ac:spMkLst>
            <pc:docMk/>
            <pc:sldMk cId="1274551846" sldId="403"/>
            <ac:spMk id="8" creationId="{7EEF3146-1650-84B7-657B-08883CF1997B}"/>
          </ac:spMkLst>
        </pc:spChg>
      </pc:sldChg>
      <pc:sldChg chg="delSp modSp add ord replId">
        <pc:chgData name="Tiago Docusse" userId="S::tad@ifsp.edu.br::82cd302d-985b-46d4-af94-997036e3c08a" providerId="AD" clId="Web-{C7EB05DB-36DA-DAEB-CE08-30B04151FCC0}" dt="2024-09-10T00:51:19.781" v="683" actId="20577"/>
        <pc:sldMkLst>
          <pc:docMk/>
          <pc:sldMk cId="4239981037" sldId="404"/>
        </pc:sldMkLst>
        <pc:spChg chg="mod">
          <ac:chgData name="Tiago Docusse" userId="S::tad@ifsp.edu.br::82cd302d-985b-46d4-af94-997036e3c08a" providerId="AD" clId="Web-{C7EB05DB-36DA-DAEB-CE08-30B04151FCC0}" dt="2024-09-10T00:51:09.296" v="662" actId="20577"/>
          <ac:spMkLst>
            <pc:docMk/>
            <pc:sldMk cId="4239981037" sldId="404"/>
            <ac:spMk id="2" creationId="{00000000-0000-0000-0000-000000000000}"/>
          </ac:spMkLst>
        </pc:spChg>
        <pc:spChg chg="mod">
          <ac:chgData name="Tiago Docusse" userId="S::tad@ifsp.edu.br::82cd302d-985b-46d4-af94-997036e3c08a" providerId="AD" clId="Web-{C7EB05DB-36DA-DAEB-CE08-30B04151FCC0}" dt="2024-09-10T00:51:19.781" v="683" actId="20577"/>
          <ac:spMkLst>
            <pc:docMk/>
            <pc:sldMk cId="4239981037" sldId="404"/>
            <ac:spMk id="3" creationId="{00000000-0000-0000-0000-000000000000}"/>
          </ac:spMkLst>
        </pc:spChg>
        <pc:spChg chg="del">
          <ac:chgData name="Tiago Docusse" userId="S::tad@ifsp.edu.br::82cd302d-985b-46d4-af94-997036e3c08a" providerId="AD" clId="Web-{C7EB05DB-36DA-DAEB-CE08-30B04151FCC0}" dt="2024-09-10T00:50:13.417" v="526"/>
          <ac:spMkLst>
            <pc:docMk/>
            <pc:sldMk cId="4239981037" sldId="404"/>
            <ac:spMk id="4" creationId="{7343DE0E-7FD6-D688-64BA-0651C44DD17F}"/>
          </ac:spMkLst>
        </pc:spChg>
      </pc:sldChg>
      <pc:sldChg chg="addSp delSp modSp add replId">
        <pc:chgData name="Tiago Docusse" userId="S::tad@ifsp.edu.br::82cd302d-985b-46d4-af94-997036e3c08a" providerId="AD" clId="Web-{C7EB05DB-36DA-DAEB-CE08-30B04151FCC0}" dt="2024-09-10T00:55:58.849" v="932" actId="20577"/>
        <pc:sldMkLst>
          <pc:docMk/>
          <pc:sldMk cId="3308084151" sldId="405"/>
        </pc:sldMkLst>
        <pc:spChg chg="mod">
          <ac:chgData name="Tiago Docusse" userId="S::tad@ifsp.edu.br::82cd302d-985b-46d4-af94-997036e3c08a" providerId="AD" clId="Web-{C7EB05DB-36DA-DAEB-CE08-30B04151FCC0}" dt="2024-09-10T00:51:27.282" v="685" actId="20577"/>
          <ac:spMkLst>
            <pc:docMk/>
            <pc:sldMk cId="3308084151" sldId="405"/>
            <ac:spMk id="2" creationId="{00000000-0000-0000-0000-000000000000}"/>
          </ac:spMkLst>
        </pc:spChg>
        <pc:spChg chg="del">
          <ac:chgData name="Tiago Docusse" userId="S::tad@ifsp.edu.br::82cd302d-985b-46d4-af94-997036e3c08a" providerId="AD" clId="Web-{C7EB05DB-36DA-DAEB-CE08-30B04151FCC0}" dt="2024-09-10T00:51:29.360" v="686"/>
          <ac:spMkLst>
            <pc:docMk/>
            <pc:sldMk cId="3308084151" sldId="405"/>
            <ac:spMk id="3" creationId="{00000000-0000-0000-0000-000000000000}"/>
          </ac:spMkLst>
        </pc:spChg>
        <pc:spChg chg="add del mod">
          <ac:chgData name="Tiago Docusse" userId="S::tad@ifsp.edu.br::82cd302d-985b-46d4-af94-997036e3c08a" providerId="AD" clId="Web-{C7EB05DB-36DA-DAEB-CE08-30B04151FCC0}" dt="2024-09-10T00:51:40.705" v="687"/>
          <ac:spMkLst>
            <pc:docMk/>
            <pc:sldMk cId="3308084151" sldId="405"/>
            <ac:spMk id="5" creationId="{8D7D997D-1C57-B388-33A1-C1E3523B07B5}"/>
          </ac:spMkLst>
        </pc:spChg>
        <pc:spChg chg="add mod">
          <ac:chgData name="Tiago Docusse" userId="S::tad@ifsp.edu.br::82cd302d-985b-46d4-af94-997036e3c08a" providerId="AD" clId="Web-{C7EB05DB-36DA-DAEB-CE08-30B04151FCC0}" dt="2024-09-10T00:55:58.849" v="932" actId="20577"/>
          <ac:spMkLst>
            <pc:docMk/>
            <pc:sldMk cId="3308084151" sldId="405"/>
            <ac:spMk id="6" creationId="{D824FE35-CF4F-64A7-2876-D98E79D1E1A7}"/>
          </ac:spMkLst>
        </pc:spChg>
        <pc:spChg chg="add mod">
          <ac:chgData name="Tiago Docusse" userId="S::tad@ifsp.edu.br::82cd302d-985b-46d4-af94-997036e3c08a" providerId="AD" clId="Web-{C7EB05DB-36DA-DAEB-CE08-30B04151FCC0}" dt="2024-09-10T00:53:13.165" v="757" actId="20577"/>
          <ac:spMkLst>
            <pc:docMk/>
            <pc:sldMk cId="3308084151" sldId="405"/>
            <ac:spMk id="7" creationId="{FF27DC58-029D-B31E-CF12-6AAD29807180}"/>
          </ac:spMkLst>
        </pc:spChg>
      </pc:sldChg>
      <pc:sldChg chg="addSp modSp add replId">
        <pc:chgData name="Tiago Docusse" userId="S::tad@ifsp.edu.br::82cd302d-985b-46d4-af94-997036e3c08a" providerId="AD" clId="Web-{C7EB05DB-36DA-DAEB-CE08-30B04151FCC0}" dt="2024-09-10T00:55:51.380" v="919" actId="20577"/>
        <pc:sldMkLst>
          <pc:docMk/>
          <pc:sldMk cId="631426109" sldId="406"/>
        </pc:sldMkLst>
        <pc:spChg chg="add mod">
          <ac:chgData name="Tiago Docusse" userId="S::tad@ifsp.edu.br::82cd302d-985b-46d4-af94-997036e3c08a" providerId="AD" clId="Web-{C7EB05DB-36DA-DAEB-CE08-30B04151FCC0}" dt="2024-09-10T00:53:28.431" v="766" actId="20577"/>
          <ac:spMkLst>
            <pc:docMk/>
            <pc:sldMk cId="631426109" sldId="406"/>
            <ac:spMk id="4" creationId="{DBDDE7DC-C64A-21FF-3BF2-86C2B26A7201}"/>
          </ac:spMkLst>
        </pc:spChg>
        <pc:spChg chg="mod">
          <ac:chgData name="Tiago Docusse" userId="S::tad@ifsp.edu.br::82cd302d-985b-46d4-af94-997036e3c08a" providerId="AD" clId="Web-{C7EB05DB-36DA-DAEB-CE08-30B04151FCC0}" dt="2024-09-10T00:55:51.380" v="919" actId="20577"/>
          <ac:spMkLst>
            <pc:docMk/>
            <pc:sldMk cId="631426109" sldId="406"/>
            <ac:spMk id="6" creationId="{D824FE35-CF4F-64A7-2876-D98E79D1E1A7}"/>
          </ac:spMkLst>
        </pc:spChg>
      </pc:sldChg>
      <pc:sldChg chg="modSp add replId">
        <pc:chgData name="Tiago Docusse" userId="S::tad@ifsp.edu.br::82cd302d-985b-46d4-af94-997036e3c08a" providerId="AD" clId="Web-{C7EB05DB-36DA-DAEB-CE08-30B04151FCC0}" dt="2024-09-10T01:04:57.407" v="1008" actId="20577"/>
        <pc:sldMkLst>
          <pc:docMk/>
          <pc:sldMk cId="4281843897" sldId="407"/>
        </pc:sldMkLst>
        <pc:spChg chg="mod">
          <ac:chgData name="Tiago Docusse" userId="S::tad@ifsp.edu.br::82cd302d-985b-46d4-af94-997036e3c08a" providerId="AD" clId="Web-{C7EB05DB-36DA-DAEB-CE08-30B04151FCC0}" dt="2024-09-10T01:04:57.407" v="1008" actId="20577"/>
          <ac:spMkLst>
            <pc:docMk/>
            <pc:sldMk cId="4281843897" sldId="407"/>
            <ac:spMk id="3" creationId="{00000000-0000-0000-0000-000000000000}"/>
          </ac:spMkLst>
        </pc:spChg>
      </pc:sldChg>
      <pc:sldChg chg="modSp add replId">
        <pc:chgData name="Tiago Docusse" userId="S::tad@ifsp.edu.br::82cd302d-985b-46d4-af94-997036e3c08a" providerId="AD" clId="Web-{C7EB05DB-36DA-DAEB-CE08-30B04151FCC0}" dt="2024-09-10T00:56:11.569" v="934" actId="20577"/>
        <pc:sldMkLst>
          <pc:docMk/>
          <pc:sldMk cId="1732902360" sldId="408"/>
        </pc:sldMkLst>
        <pc:spChg chg="mod">
          <ac:chgData name="Tiago Docusse" userId="S::tad@ifsp.edu.br::82cd302d-985b-46d4-af94-997036e3c08a" providerId="AD" clId="Web-{C7EB05DB-36DA-DAEB-CE08-30B04151FCC0}" dt="2024-09-10T00:54:47.281" v="894" actId="20577"/>
          <ac:spMkLst>
            <pc:docMk/>
            <pc:sldMk cId="1732902360" sldId="408"/>
            <ac:spMk id="4" creationId="{DBDDE7DC-C64A-21FF-3BF2-86C2B26A7201}"/>
          </ac:spMkLst>
        </pc:spChg>
        <pc:spChg chg="mod">
          <ac:chgData name="Tiago Docusse" userId="S::tad@ifsp.edu.br::82cd302d-985b-46d4-af94-997036e3c08a" providerId="AD" clId="Web-{C7EB05DB-36DA-DAEB-CE08-30B04151FCC0}" dt="2024-09-10T00:56:11.569" v="934" actId="20577"/>
          <ac:spMkLst>
            <pc:docMk/>
            <pc:sldMk cId="1732902360" sldId="408"/>
            <ac:spMk id="6" creationId="{D824FE35-CF4F-64A7-2876-D98E79D1E1A7}"/>
          </ac:spMkLst>
        </pc:spChg>
      </pc:sldChg>
      <pc:sldChg chg="add del replId">
        <pc:chgData name="Tiago Docusse" userId="S::tad@ifsp.edu.br::82cd302d-985b-46d4-af94-997036e3c08a" providerId="AD" clId="Web-{C7EB05DB-36DA-DAEB-CE08-30B04151FCC0}" dt="2024-09-10T00:54:18.826" v="864"/>
        <pc:sldMkLst>
          <pc:docMk/>
          <pc:sldMk cId="2395635511" sldId="408"/>
        </pc:sldMkLst>
      </pc:sldChg>
      <pc:sldChg chg="modSp add replId">
        <pc:chgData name="Tiago Docusse" userId="S::tad@ifsp.edu.br::82cd302d-985b-46d4-af94-997036e3c08a" providerId="AD" clId="Web-{C7EB05DB-36DA-DAEB-CE08-30B04151FCC0}" dt="2024-09-10T00:56:24.507" v="937" actId="20577"/>
        <pc:sldMkLst>
          <pc:docMk/>
          <pc:sldMk cId="3348644378" sldId="409"/>
        </pc:sldMkLst>
        <pc:spChg chg="mod">
          <ac:chgData name="Tiago Docusse" userId="S::tad@ifsp.edu.br::82cd302d-985b-46d4-af94-997036e3c08a" providerId="AD" clId="Web-{C7EB05DB-36DA-DAEB-CE08-30B04151FCC0}" dt="2024-09-10T00:56:23.663" v="936" actId="20577"/>
          <ac:spMkLst>
            <pc:docMk/>
            <pc:sldMk cId="3348644378" sldId="409"/>
            <ac:spMk id="4" creationId="{DBDDE7DC-C64A-21FF-3BF2-86C2B26A7201}"/>
          </ac:spMkLst>
        </pc:spChg>
        <pc:spChg chg="mod">
          <ac:chgData name="Tiago Docusse" userId="S::tad@ifsp.edu.br::82cd302d-985b-46d4-af94-997036e3c08a" providerId="AD" clId="Web-{C7EB05DB-36DA-DAEB-CE08-30B04151FCC0}" dt="2024-09-10T00:56:24.507" v="937" actId="20577"/>
          <ac:spMkLst>
            <pc:docMk/>
            <pc:sldMk cId="3348644378" sldId="409"/>
            <ac:spMk id="6" creationId="{D824FE35-CF4F-64A7-2876-D98E79D1E1A7}"/>
          </ac:spMkLst>
        </pc:spChg>
      </pc:sldChg>
      <pc:sldChg chg="modSp add replId">
        <pc:chgData name="Tiago Docusse" userId="S::tad@ifsp.edu.br::82cd302d-985b-46d4-af94-997036e3c08a" providerId="AD" clId="Web-{C7EB05DB-36DA-DAEB-CE08-30B04151FCC0}" dt="2024-09-10T00:57:00.932" v="991" actId="20577"/>
        <pc:sldMkLst>
          <pc:docMk/>
          <pc:sldMk cId="1497156571" sldId="410"/>
        </pc:sldMkLst>
        <pc:spChg chg="mod">
          <ac:chgData name="Tiago Docusse" userId="S::tad@ifsp.edu.br::82cd302d-985b-46d4-af94-997036e3c08a" providerId="AD" clId="Web-{C7EB05DB-36DA-DAEB-CE08-30B04151FCC0}" dt="2024-09-10T00:56:52.165" v="987" actId="20577"/>
          <ac:spMkLst>
            <pc:docMk/>
            <pc:sldMk cId="1497156571" sldId="410"/>
            <ac:spMk id="4" creationId="{DBDDE7DC-C64A-21FF-3BF2-86C2B26A7201}"/>
          </ac:spMkLst>
        </pc:spChg>
        <pc:spChg chg="mod">
          <ac:chgData name="Tiago Docusse" userId="S::tad@ifsp.edu.br::82cd302d-985b-46d4-af94-997036e3c08a" providerId="AD" clId="Web-{C7EB05DB-36DA-DAEB-CE08-30B04151FCC0}" dt="2024-09-10T00:57:00.932" v="991" actId="20577"/>
          <ac:spMkLst>
            <pc:docMk/>
            <pc:sldMk cId="1497156571" sldId="410"/>
            <ac:spMk id="6" creationId="{D824FE35-CF4F-64A7-2876-D98E79D1E1A7}"/>
          </ac:spMkLst>
        </pc:spChg>
      </pc:sldChg>
      <pc:sldChg chg="modSp add replId">
        <pc:chgData name="Tiago Docusse" userId="S::tad@ifsp.edu.br::82cd302d-985b-46d4-af94-997036e3c08a" providerId="AD" clId="Web-{C7EB05DB-36DA-DAEB-CE08-30B04151FCC0}" dt="2024-09-10T01:06:52.400" v="1033"/>
        <pc:sldMkLst>
          <pc:docMk/>
          <pc:sldMk cId="1429776689" sldId="411"/>
        </pc:sldMkLst>
        <pc:spChg chg="mod">
          <ac:chgData name="Tiago Docusse" userId="S::tad@ifsp.edu.br::82cd302d-985b-46d4-af94-997036e3c08a" providerId="AD" clId="Web-{C7EB05DB-36DA-DAEB-CE08-30B04151FCC0}" dt="2024-09-10T01:06:28.993" v="1013" actId="20577"/>
          <ac:spMkLst>
            <pc:docMk/>
            <pc:sldMk cId="1429776689" sldId="411"/>
            <ac:spMk id="4" creationId="{DBDDE7DC-C64A-21FF-3BF2-86C2B26A7201}"/>
          </ac:spMkLst>
        </pc:spChg>
        <pc:spChg chg="mod">
          <ac:chgData name="Tiago Docusse" userId="S::tad@ifsp.edu.br::82cd302d-985b-46d4-af94-997036e3c08a" providerId="AD" clId="Web-{C7EB05DB-36DA-DAEB-CE08-30B04151FCC0}" dt="2024-09-10T01:06:52.400" v="1033"/>
          <ac:spMkLst>
            <pc:docMk/>
            <pc:sldMk cId="1429776689" sldId="411"/>
            <ac:spMk id="6" creationId="{D824FE35-CF4F-64A7-2876-D98E79D1E1A7}"/>
          </ac:spMkLst>
        </pc:spChg>
      </pc:sldChg>
      <pc:sldChg chg="delSp modSp add replId">
        <pc:chgData name="Tiago Docusse" userId="S::tad@ifsp.edu.br::82cd302d-985b-46d4-af94-997036e3c08a" providerId="AD" clId="Web-{C7EB05DB-36DA-DAEB-CE08-30B04151FCC0}" dt="2024-09-10T01:08:26.876" v="1040" actId="20577"/>
        <pc:sldMkLst>
          <pc:docMk/>
          <pc:sldMk cId="530207432" sldId="412"/>
        </pc:sldMkLst>
        <pc:spChg chg="mod">
          <ac:chgData name="Tiago Docusse" userId="S::tad@ifsp.edu.br::82cd302d-985b-46d4-af94-997036e3c08a" providerId="AD" clId="Web-{C7EB05DB-36DA-DAEB-CE08-30B04151FCC0}" dt="2024-09-10T01:08:26.876" v="1040" actId="20577"/>
          <ac:spMkLst>
            <pc:docMk/>
            <pc:sldMk cId="530207432" sldId="412"/>
            <ac:spMk id="3" creationId="{00000000-0000-0000-0000-000000000000}"/>
          </ac:spMkLst>
        </pc:spChg>
        <pc:spChg chg="del">
          <ac:chgData name="Tiago Docusse" userId="S::tad@ifsp.edu.br::82cd302d-985b-46d4-af94-997036e3c08a" providerId="AD" clId="Web-{C7EB05DB-36DA-DAEB-CE08-30B04151FCC0}" dt="2024-09-10T01:08:09.812" v="1038"/>
          <ac:spMkLst>
            <pc:docMk/>
            <pc:sldMk cId="530207432" sldId="412"/>
            <ac:spMk id="7" creationId="{00000000-0000-0000-0000-000000000000}"/>
          </ac:spMkLst>
        </pc:spChg>
        <pc:spChg chg="del">
          <ac:chgData name="Tiago Docusse" userId="S::tad@ifsp.edu.br::82cd302d-985b-46d4-af94-997036e3c08a" providerId="AD" clId="Web-{C7EB05DB-36DA-DAEB-CE08-30B04151FCC0}" dt="2024-09-10T01:08:08.312" v="1037"/>
          <ac:spMkLst>
            <pc:docMk/>
            <pc:sldMk cId="530207432" sldId="412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949C9-9CE7-4F3E-9D45-43DA33BA51FD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82CE-1854-4397-8FED-D567AEDD370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17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act-hook-form.com/" TargetMode="External"/><Relationship Id="rId2" Type="http://schemas.openxmlformats.org/officeDocument/2006/relationships/hyperlink" Target="https://formik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od.dev/" TargetMode="External"/><Relationship Id="rId4" Type="http://schemas.openxmlformats.org/officeDocument/2006/relationships/hyperlink" Target="https://github.com/jquense/yup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III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/>
          <p:cNvSpPr txBox="1"/>
          <p:nvPr/>
        </p:nvSpPr>
        <p:spPr>
          <a:xfrm>
            <a:off x="4359275" y="6276975"/>
            <a:ext cx="3430905" cy="4432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5000"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anose="020B0604020202020204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Aula 6 – Formulários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3200">
                <a:ea typeface="+mn-lt"/>
                <a:cs typeface="+mn-lt"/>
              </a:rPr>
              <a:t>Até agora utilizamos apenas botões para informar a entrada dos nossos aplicativos;</a:t>
            </a:r>
            <a:endParaRPr lang="pt-BR" sz="3200" dirty="0">
              <a:ea typeface="Calibri Light"/>
              <a:cs typeface="Calibri Light"/>
            </a:endParaRPr>
          </a:p>
          <a:p>
            <a:pPr algn="just"/>
            <a:r>
              <a:rPr lang="pt-BR" sz="3200">
                <a:ea typeface="+mn-lt"/>
                <a:cs typeface="+mn-lt"/>
              </a:rPr>
              <a:t>No entanto, páginas </a:t>
            </a:r>
            <a:r>
              <a:rPr lang="pt-BR" sz="3200" i="1">
                <a:ea typeface="+mn-lt"/>
                <a:cs typeface="+mn-lt"/>
              </a:rPr>
              <a:t>web </a:t>
            </a:r>
            <a:r>
              <a:rPr lang="pt-BR" sz="3200">
                <a:ea typeface="+mn-lt"/>
                <a:cs typeface="+mn-lt"/>
              </a:rPr>
              <a:t>utilizam formulários como boa parte das suas interfaces de entrada de dados;</a:t>
            </a:r>
            <a:endParaRPr lang="pt-BR"/>
          </a:p>
          <a:p>
            <a:pPr algn="just"/>
            <a:r>
              <a:rPr lang="pt-BR" sz="3200">
                <a:ea typeface="+mn-lt"/>
                <a:cs typeface="+mn-lt"/>
              </a:rPr>
              <a:t>Formulários em React funcionam de forma um pouco diferente das vistas na disciplina anterior.</a:t>
            </a:r>
            <a:endParaRPr lang="pt-BR"/>
          </a:p>
          <a:p>
            <a:pPr algn="just"/>
            <a:endParaRPr lang="pt-BR" sz="32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3020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/>
              <a:t>Para que o usuário informe um campo nome, costumamos fazer o seguinte código HTML:</a:t>
            </a:r>
          </a:p>
          <a:p>
            <a:pPr algn="just"/>
            <a:endParaRPr lang="pt-BR" sz="3200" dirty="0"/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E para obter o valor digitado:</a:t>
            </a:r>
            <a:endParaRPr lang="pt-BR" sz="28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3048000" y="3172752"/>
            <a:ext cx="7121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txtNome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2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022835" y="4865106"/>
            <a:ext cx="104925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pt-BR" sz="2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txtNome</a:t>
            </a:r>
            <a:r>
              <a:rPr lang="pt-BR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2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pt-BR" sz="3200" dirty="0"/>
              <a:t>Não faremos isso em </a:t>
            </a:r>
            <a:r>
              <a:rPr lang="pt-BR" sz="3200" err="1"/>
              <a:t>React</a:t>
            </a:r>
            <a:r>
              <a:rPr lang="pt-BR" sz="3200" dirty="0"/>
              <a:t>, pois já utilizamos o conceito de estado para guardar valores internos do componente;</a:t>
            </a:r>
          </a:p>
          <a:p>
            <a:pPr algn="just"/>
            <a:r>
              <a:rPr lang="pt-BR" sz="3200" dirty="0"/>
              <a:t>Ao invés de acessar o valor do controle pelo seu id, vamos ler o valor do estado relacionado ao controle;</a:t>
            </a:r>
          </a:p>
          <a:p>
            <a:pPr algn="just"/>
            <a:r>
              <a:rPr lang="pt-BR" sz="3200" dirty="0"/>
              <a:t>Todo controle de um formulário terá um valor de estado </a:t>
            </a:r>
            <a:r>
              <a:rPr lang="pt-BR" sz="3200"/>
              <a:t>associado a ele.</a:t>
            </a:r>
            <a:endParaRPr lang="pt-BR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Armazenar as seguintes informações sobre um docente: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Nome;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E-mail;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Quantidade de cursos em que ministra aula;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Área do docente (Biologia, Física, Informática, Letras, Matemática, Química ou Sociologia);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Tipo de contrato (20 horas ou 40 horas);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Autorização para envio de e-mail.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Vamos usar as seguintes entradas: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Nome – </a:t>
            </a:r>
            <a:r>
              <a:rPr lang="pt-BR" sz="2800" dirty="0">
                <a:solidFill>
                  <a:srgbClr val="00B050"/>
                </a:solidFill>
              </a:rPr>
              <a:t>input </a:t>
            </a:r>
            <a:r>
              <a:rPr lang="pt-BR" sz="2800" dirty="0" err="1">
                <a:solidFill>
                  <a:srgbClr val="00B050"/>
                </a:solidFill>
              </a:rPr>
              <a:t>type</a:t>
            </a:r>
            <a:r>
              <a:rPr lang="pt-BR" sz="2800" dirty="0">
                <a:solidFill>
                  <a:srgbClr val="00B050"/>
                </a:solidFill>
              </a:rPr>
              <a:t>=“</a:t>
            </a:r>
            <a:r>
              <a:rPr lang="pt-BR" sz="2800" dirty="0" err="1">
                <a:solidFill>
                  <a:srgbClr val="00B050"/>
                </a:solidFill>
              </a:rPr>
              <a:t>text</a:t>
            </a:r>
            <a:r>
              <a:rPr lang="pt-BR" sz="2800" dirty="0">
                <a:solidFill>
                  <a:srgbClr val="00B050"/>
                </a:solidFill>
              </a:rPr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E-mail – </a:t>
            </a:r>
            <a:r>
              <a:rPr lang="pt-BR" sz="2800" dirty="0">
                <a:solidFill>
                  <a:srgbClr val="00B050"/>
                </a:solidFill>
              </a:rPr>
              <a:t>input </a:t>
            </a:r>
            <a:r>
              <a:rPr lang="pt-BR" sz="2800" dirty="0" err="1">
                <a:solidFill>
                  <a:srgbClr val="00B050"/>
                </a:solidFill>
              </a:rPr>
              <a:t>type</a:t>
            </a:r>
            <a:r>
              <a:rPr lang="pt-BR" sz="2800" dirty="0">
                <a:solidFill>
                  <a:srgbClr val="00B050"/>
                </a:solidFill>
              </a:rPr>
              <a:t>=“</a:t>
            </a:r>
            <a:r>
              <a:rPr lang="pt-BR" sz="2800" dirty="0" err="1">
                <a:solidFill>
                  <a:srgbClr val="00B050"/>
                </a:solidFill>
              </a:rPr>
              <a:t>email</a:t>
            </a:r>
            <a:r>
              <a:rPr lang="pt-BR" sz="2800" dirty="0">
                <a:solidFill>
                  <a:srgbClr val="00B050"/>
                </a:solidFill>
              </a:rPr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Quantidade de cursos em que ministra aula – </a:t>
            </a:r>
            <a:r>
              <a:rPr lang="pt-BR" sz="2800" dirty="0">
                <a:solidFill>
                  <a:srgbClr val="00B050"/>
                </a:solidFill>
              </a:rPr>
              <a:t>input </a:t>
            </a:r>
            <a:r>
              <a:rPr lang="pt-BR" sz="2800" dirty="0" err="1">
                <a:solidFill>
                  <a:srgbClr val="00B050"/>
                </a:solidFill>
              </a:rPr>
              <a:t>type</a:t>
            </a:r>
            <a:r>
              <a:rPr lang="pt-BR" sz="2800" dirty="0">
                <a:solidFill>
                  <a:srgbClr val="00B050"/>
                </a:solidFill>
              </a:rPr>
              <a:t>=“</a:t>
            </a:r>
            <a:r>
              <a:rPr lang="pt-BR" sz="2800" dirty="0" err="1">
                <a:solidFill>
                  <a:srgbClr val="00B050"/>
                </a:solidFill>
              </a:rPr>
              <a:t>number</a:t>
            </a:r>
            <a:r>
              <a:rPr lang="pt-BR" sz="2800" dirty="0">
                <a:solidFill>
                  <a:srgbClr val="00B050"/>
                </a:solidFill>
              </a:rPr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Área do docente (Biologia, Física, Informática, Letras, Matemática, Química ou Sociologia) – </a:t>
            </a:r>
            <a:r>
              <a:rPr lang="pt-BR" sz="2800" dirty="0" err="1">
                <a:solidFill>
                  <a:srgbClr val="00B050"/>
                </a:solidFill>
              </a:rPr>
              <a:t>select</a:t>
            </a:r>
            <a:endParaRPr lang="pt-BR" sz="2800" dirty="0">
              <a:solidFill>
                <a:srgbClr val="00B05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Tipo de contrato (20 horas ou 40 horas) – </a:t>
            </a:r>
            <a:r>
              <a:rPr lang="pt-BR" sz="2800" dirty="0">
                <a:solidFill>
                  <a:srgbClr val="00B050"/>
                </a:solidFill>
              </a:rPr>
              <a:t>input </a:t>
            </a:r>
            <a:r>
              <a:rPr lang="pt-BR" sz="2800" dirty="0" err="1">
                <a:solidFill>
                  <a:srgbClr val="00B050"/>
                </a:solidFill>
              </a:rPr>
              <a:t>type</a:t>
            </a:r>
            <a:r>
              <a:rPr lang="pt-BR" sz="2800" dirty="0">
                <a:solidFill>
                  <a:srgbClr val="00B050"/>
                </a:solidFill>
              </a:rPr>
              <a:t>=“radio”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Autorização para envio de e-mail – </a:t>
            </a:r>
            <a:r>
              <a:rPr lang="pt-BR" sz="2800" dirty="0">
                <a:solidFill>
                  <a:srgbClr val="00B050"/>
                </a:solidFill>
              </a:rPr>
              <a:t>input </a:t>
            </a:r>
            <a:r>
              <a:rPr lang="pt-BR" sz="2800" dirty="0" err="1">
                <a:solidFill>
                  <a:srgbClr val="00B050"/>
                </a:solidFill>
              </a:rPr>
              <a:t>type</a:t>
            </a:r>
            <a:r>
              <a:rPr lang="pt-BR" sz="2800" dirty="0">
                <a:solidFill>
                  <a:srgbClr val="00B050"/>
                </a:solidFill>
              </a:rPr>
              <a:t>=“</a:t>
            </a:r>
            <a:r>
              <a:rPr lang="pt-BR" sz="2800" dirty="0" err="1">
                <a:solidFill>
                  <a:srgbClr val="00B050"/>
                </a:solidFill>
              </a:rPr>
              <a:t>checkbox</a:t>
            </a:r>
            <a:r>
              <a:rPr lang="pt-BR" sz="2800" dirty="0">
                <a:solidFill>
                  <a:srgbClr val="00B050"/>
                </a:solidFill>
              </a:rPr>
              <a:t>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0" y="733246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document.getElementById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"text"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1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FF44E09-68A6-5461-E377-EF660A8D2BDF}"/>
              </a:ext>
            </a:extLst>
          </p:cNvPr>
          <p:cNvSpPr txBox="1"/>
          <p:nvPr/>
        </p:nvSpPr>
        <p:spPr>
          <a:xfrm>
            <a:off x="0" y="0"/>
            <a:ext cx="833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page.js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cód</a:t>
            </a:r>
            <a:r>
              <a:rPr lang="pt-BR" sz="3200" dirty="0">
                <a:solidFill>
                  <a:schemeClr val="tx1"/>
                </a:solidFill>
              </a:rPr>
              <a:t>igo anterior não utiliza estado;</a:t>
            </a:r>
          </a:p>
          <a:p>
            <a:r>
              <a:rPr lang="pt-BR" sz="3200" dirty="0">
                <a:solidFill>
                  <a:schemeClr val="tx1"/>
                </a:solidFill>
              </a:rPr>
              <a:t>Na função </a:t>
            </a:r>
            <a:r>
              <a:rPr lang="pt-BR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handleSubmit</a:t>
            </a:r>
            <a:r>
              <a:rPr lang="pt-BR" sz="3200" dirty="0">
                <a:solidFill>
                  <a:schemeClr val="tx1"/>
                </a:solidFill>
              </a:rPr>
              <a:t>, prevenimos a execução para não recarregar novamente a página, e pegamos os dados do formulário para poder fazer alguma operação com eles;</a:t>
            </a:r>
          </a:p>
          <a:p>
            <a:r>
              <a:rPr lang="pt-BR" sz="3200" dirty="0">
                <a:solidFill>
                  <a:schemeClr val="tx1"/>
                </a:solidFill>
              </a:rPr>
              <a:t>No entanto, não queremos utilizar a operação </a:t>
            </a:r>
            <a:r>
              <a:rPr lang="pt-BR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getElementById</a:t>
            </a:r>
            <a:r>
              <a:rPr lang="pt-BR" sz="3200" dirty="0">
                <a:solidFill>
                  <a:schemeClr val="tx1"/>
                </a:solidFill>
              </a:rPr>
              <a:t>, e sim, pegar o valor de estado que o próprio componente armazena (ou, neste caso, deve armazenar).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um estado para o campo do formulário:</a:t>
            </a:r>
          </a:p>
          <a:p>
            <a:endParaRPr lang="pt-BR" sz="3200" dirty="0">
              <a:solidFill>
                <a:schemeClr val="tx1"/>
              </a:solidFill>
            </a:endParaRPr>
          </a:p>
          <a:p>
            <a:r>
              <a:rPr lang="pt-BR" sz="3200" dirty="0">
                <a:solidFill>
                  <a:schemeClr val="tx1"/>
                </a:solidFill>
              </a:rPr>
              <a:t>Altere o controle do formulário, para guardar internamente o valor do estado criado. Além disso, toda vez que seu conteúdo for alterado, ele executará uma função: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761619" y="2590861"/>
            <a:ext cx="819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[nome,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761620" y="4700270"/>
            <a:ext cx="10753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={nome}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a função para alterar o valor do estado para o valor recebido pelo evento de alteração do conteúdo do controle:</a:t>
            </a:r>
            <a:endParaRPr lang="pt-BR" sz="3200" dirty="0">
              <a:solidFill>
                <a:schemeClr val="tx1"/>
              </a:solidFill>
            </a:endParaRPr>
          </a:p>
          <a:p>
            <a:endParaRPr lang="pt-BR" sz="3200" dirty="0">
              <a:solidFill>
                <a:schemeClr val="tx1"/>
              </a:solidFill>
            </a:endParaRPr>
          </a:p>
          <a:p>
            <a:endParaRPr lang="pt-BR" sz="3200" dirty="0">
              <a:solidFill>
                <a:schemeClr val="tx1"/>
              </a:solidFill>
            </a:endParaRPr>
          </a:p>
          <a:p>
            <a:r>
              <a:rPr lang="pt-BR" sz="2800" dirty="0">
                <a:solidFill>
                  <a:schemeClr val="tx1"/>
                </a:solidFill>
              </a:rPr>
              <a:t>Altere a função de submissão do formulário, para exibir o valor do estado:</a:t>
            </a:r>
            <a:endParaRPr lang="pt-BR" sz="3200" dirty="0">
              <a:solidFill>
                <a:schemeClr val="tx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61619" y="292116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        	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61618" y="4953778"/>
            <a:ext cx="69507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pPr lvl="1"/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console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.log(nome);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[nome,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.log(nome);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={nome}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12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2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Adicione um campo, no formulário anterior, para armazenar um e-mail do docente informado.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[nome,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setNome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.log(nome);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={nome}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handleNome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Perceba que, para adicionar o e-mail, criamos um novo componente, um novo estado, e uma nova função para ser executada toda vez que este componente for alterado;</a:t>
            </a:r>
          </a:p>
          <a:p>
            <a:r>
              <a:rPr lang="pt-BR" sz="3200" dirty="0"/>
              <a:t>Esta abordagem funciona, porém, caso tenhamos vários campos, criar vários estados e várias funções pode ser tediosa, bem como dificultar a manutenção do código;</a:t>
            </a:r>
          </a:p>
          <a:p>
            <a:r>
              <a:rPr lang="pt-BR" sz="3200" dirty="0"/>
              <a:t>Vamos utilizar uma nova abordagem.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1782618"/>
            <a:ext cx="10753725" cy="3995247"/>
          </a:xfrm>
        </p:spPr>
        <p:txBody>
          <a:bodyPr>
            <a:normAutofit/>
          </a:bodyPr>
          <a:lstStyle/>
          <a:p>
            <a:r>
              <a:rPr lang="pt-BR" sz="3200" dirty="0"/>
              <a:t>Vamos armazenar todos os dados em um objeto. Para isso, remova os estados </a:t>
            </a:r>
            <a:r>
              <a:rPr lang="pt-BR" sz="3200" b="1" dirty="0"/>
              <a:t>nome</a:t>
            </a:r>
            <a:r>
              <a:rPr lang="pt-BR" sz="3200" dirty="0"/>
              <a:t> e </a:t>
            </a:r>
            <a:r>
              <a:rPr lang="pt-BR" sz="3200" b="1" dirty="0" err="1"/>
              <a:t>email</a:t>
            </a:r>
            <a:r>
              <a:rPr lang="pt-BR" sz="3200" dirty="0"/>
              <a:t>, e crie um novo estado </a:t>
            </a:r>
            <a:r>
              <a:rPr lang="pt-BR" sz="3200" b="1" dirty="0"/>
              <a:t>dados</a:t>
            </a:r>
            <a:r>
              <a:rPr lang="pt-BR" sz="3200" dirty="0"/>
              <a:t>, contendo os atributos </a:t>
            </a:r>
            <a:r>
              <a:rPr lang="pt-BR" sz="3200" b="1" dirty="0"/>
              <a:t>nome </a:t>
            </a:r>
            <a:r>
              <a:rPr lang="pt-BR" sz="3200" dirty="0"/>
              <a:t>e</a:t>
            </a:r>
            <a:r>
              <a:rPr lang="pt-BR" sz="3200" b="1" dirty="0"/>
              <a:t> </a:t>
            </a:r>
            <a:r>
              <a:rPr lang="pt-BR" sz="3200" b="1" dirty="0" err="1"/>
              <a:t>email</a:t>
            </a:r>
            <a:r>
              <a:rPr lang="pt-BR" sz="3200" dirty="0"/>
              <a:t>.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r>
              <a:rPr lang="pt-BR" sz="3200" dirty="0"/>
              <a:t>Na função </a:t>
            </a:r>
            <a:r>
              <a:rPr lang="pt-BR" sz="2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handleSubmit</a:t>
            </a:r>
            <a:r>
              <a:rPr lang="pt-BR" sz="3200" dirty="0"/>
              <a:t>, faça a exibição deste objeto: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61619" y="3038894"/>
            <a:ext cx="107727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61619" y="528834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pt-BR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Em cada controle de entrada, altere o valor para o objeto dados e seu atributo correspondente, altere a função de alteração para </a:t>
            </a:r>
            <a:r>
              <a:rPr lang="pt-BR" sz="3200" b="1" dirty="0" err="1"/>
              <a:t>handleChange</a:t>
            </a:r>
            <a:r>
              <a:rPr lang="pt-BR" sz="3200" b="1" dirty="0"/>
              <a:t> </a:t>
            </a:r>
            <a:r>
              <a:rPr lang="pt-BR" sz="3200" dirty="0"/>
              <a:t>(ainda a ser criada), e adicione um campo </a:t>
            </a:r>
            <a:r>
              <a:rPr lang="pt-BR" sz="3200" b="1" dirty="0" err="1"/>
              <a:t>name</a:t>
            </a:r>
            <a:r>
              <a:rPr lang="pt-BR" sz="3200" b="1" dirty="0"/>
              <a:t> </a:t>
            </a:r>
            <a:r>
              <a:rPr lang="pt-BR" sz="3200" dirty="0"/>
              <a:t>com o mesmo valor do atributo do objeto de controle.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61618" y="3894772"/>
            <a:ext cx="109316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"nome"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"nome"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2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handleDados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border-neutral-300 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rounded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61618" y="5270033"/>
            <a:ext cx="110978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2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handleDados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border-neutral-300 </a:t>
            </a:r>
            <a:r>
              <a:rPr lang="pt-BR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rounded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Por fim, crie a função </a:t>
            </a:r>
            <a:r>
              <a:rPr lang="pt-BR" sz="3200" b="1" dirty="0" err="1"/>
              <a:t>handleChange</a:t>
            </a:r>
            <a:r>
              <a:rPr lang="pt-BR" sz="3200" dirty="0"/>
              <a:t>, que será a responsável para alterar os valores de todos os estados do componente.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61618" y="3209928"/>
            <a:ext cx="109777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[event.target.name]: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pt-BR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pt-BR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0" y="0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.log(dados);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dados.nome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9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9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9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código anterior funciona pois:</a:t>
            </a:r>
          </a:p>
          <a:p>
            <a:pPr marL="628650" lvl="1">
              <a:buFont typeface="Arial" panose="020B0604020202020204" pitchFamily="34" charset="0"/>
              <a:buChar char="•"/>
            </a:pPr>
            <a:r>
              <a:rPr lang="pt-BR" sz="2800" dirty="0"/>
              <a:t>O operador </a:t>
            </a:r>
            <a:r>
              <a:rPr lang="pt-BR" sz="2800" i="1" dirty="0"/>
              <a:t>spread </a:t>
            </a:r>
            <a:r>
              <a:rPr lang="pt-BR" sz="2800" dirty="0"/>
              <a:t>(...) copia todos os dados de um objeto, permitindo alterações em apenas atributos desejados.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C295E1-9FB7-9313-3F78-74E1951BB5F5}"/>
              </a:ext>
            </a:extLst>
          </p:cNvPr>
          <p:cNvSpPr txBox="1"/>
          <p:nvPr/>
        </p:nvSpPr>
        <p:spPr>
          <a:xfrm>
            <a:off x="762000" y="1806507"/>
            <a:ext cx="75137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docente1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'Tiago'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instituicao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'IFSP'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cidade: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'Barretos'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docente2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'Mauro'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instituicao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docente1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instituicao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cidade: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docente1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instituicao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docente3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docente1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'JP'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b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docente1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docente2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docente3</a:t>
            </a:r>
            <a:r>
              <a:rPr lang="pt-BR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54816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código anterior funciona pois:</a:t>
            </a:r>
          </a:p>
          <a:p>
            <a:pPr marL="628650" lvl="1">
              <a:buFont typeface="Arial" panose="020B0604020202020204" pitchFamily="34" charset="0"/>
              <a:buChar char="•"/>
            </a:pPr>
            <a:r>
              <a:rPr lang="pt-BR" sz="2800" dirty="0"/>
              <a:t>O operador []</a:t>
            </a:r>
            <a:r>
              <a:rPr lang="pt-BR" sz="2800" i="1" dirty="0"/>
              <a:t> </a:t>
            </a:r>
            <a:r>
              <a:rPr lang="pt-BR" sz="2800" dirty="0"/>
              <a:t>atribui ao atributo </a:t>
            </a:r>
            <a:r>
              <a:rPr lang="pt-BR" sz="2800" b="1" dirty="0" err="1"/>
              <a:t>name</a:t>
            </a:r>
            <a:r>
              <a:rPr lang="pt-BR" sz="2800" dirty="0"/>
              <a:t> o valor </a:t>
            </a:r>
            <a:r>
              <a:rPr lang="pt-BR" sz="2800" b="1" dirty="0" err="1"/>
              <a:t>value</a:t>
            </a:r>
            <a:r>
              <a:rPr lang="pt-BR" sz="2800" dirty="0"/>
              <a:t>;</a:t>
            </a:r>
          </a:p>
          <a:p>
            <a:pPr marL="628650" lvl="1">
              <a:buFont typeface="Arial" panose="020B0604020202020204" pitchFamily="34" charset="0"/>
              <a:buChar char="•"/>
            </a:pPr>
            <a:r>
              <a:rPr lang="pt-BR" sz="2800" b="1" dirty="0" err="1"/>
              <a:t>name</a:t>
            </a:r>
            <a:r>
              <a:rPr lang="pt-BR" sz="2800" b="1" dirty="0"/>
              <a:t> </a:t>
            </a:r>
            <a:r>
              <a:rPr lang="pt-BR" sz="2800" dirty="0"/>
              <a:t>é o nome da propriedade </a:t>
            </a:r>
            <a:r>
              <a:rPr lang="pt-BR" sz="2800" b="1" dirty="0" err="1"/>
              <a:t>name</a:t>
            </a:r>
            <a:r>
              <a:rPr lang="pt-BR" sz="2800" b="1" dirty="0"/>
              <a:t> </a:t>
            </a:r>
            <a:r>
              <a:rPr lang="pt-BR" sz="2800" dirty="0"/>
              <a:t>do controle que disparou o evento. Por isso o nome da propriedade tem que ser o mesmo do atributo criado no estado;</a:t>
            </a:r>
          </a:p>
          <a:p>
            <a:pPr marL="628650" lvl="1">
              <a:buFont typeface="Arial" panose="020B0604020202020204" pitchFamily="34" charset="0"/>
              <a:buChar char="•"/>
            </a:pPr>
            <a:r>
              <a:rPr lang="pt-BR" sz="2800" b="1" dirty="0" err="1"/>
              <a:t>value</a:t>
            </a:r>
            <a:r>
              <a:rPr lang="pt-BR" sz="2800" dirty="0"/>
              <a:t> é o valor recebido no controle que disparou o evento.</a:t>
            </a:r>
          </a:p>
        </p:txBody>
      </p:sp>
    </p:spTree>
    <p:extLst>
      <p:ext uri="{BB962C8B-B14F-4D97-AF65-F5344CB8AC3E}">
        <p14:creationId xmlns:p14="http://schemas.microsoft.com/office/powerpoint/2010/main" val="372999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Adicione um campo, no formulário anterior, para armazenar a quantidade de cursos que o discente ministra.</a:t>
            </a:r>
          </a:p>
        </p:txBody>
      </p:sp>
    </p:spTree>
    <p:extLst>
      <p:ext uri="{BB962C8B-B14F-4D97-AF65-F5344CB8AC3E}">
        <p14:creationId xmlns:p14="http://schemas.microsoft.com/office/powerpoint/2010/main" val="2327314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0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.log(dados);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dados.nome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dados.cursos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"cursos"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Adicione um campo, no formulário anterior, para armazenar a área de atuação do docente (Biologia, Física, Informática, Letras, Matemática, Química ou Sociologia).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Trabalhando com listas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200" dirty="0"/>
              <a:t>Para utilizar o </a:t>
            </a:r>
            <a:r>
              <a:rPr lang="pt-BR" sz="3200" i="1" dirty="0" err="1"/>
              <a:t>select</a:t>
            </a:r>
            <a:r>
              <a:rPr lang="pt-BR" sz="3200" dirty="0"/>
              <a:t>, criamos uma lista de objetos </a:t>
            </a:r>
            <a:r>
              <a:rPr lang="pt-BR" sz="3200" i="1" dirty="0" err="1"/>
              <a:t>option</a:t>
            </a:r>
            <a:r>
              <a:rPr lang="pt-BR" sz="3200" dirty="0"/>
              <a:t> como seus filhos;</a:t>
            </a:r>
          </a:p>
          <a:p>
            <a:r>
              <a:rPr lang="pt-BR" sz="3200" dirty="0"/>
              <a:t>É ideal, sempre que utilizarmos uma lista em </a:t>
            </a:r>
            <a:r>
              <a:rPr lang="pt-BR" sz="3200" dirty="0" err="1"/>
              <a:t>React</a:t>
            </a:r>
            <a:r>
              <a:rPr lang="pt-BR" sz="3200" dirty="0"/>
              <a:t>, adicionarmos um atributo </a:t>
            </a:r>
            <a:r>
              <a:rPr lang="pt-BR" sz="3200" b="1" dirty="0" err="1"/>
              <a:t>key</a:t>
            </a:r>
            <a:r>
              <a:rPr lang="pt-BR" sz="3200" b="1" dirty="0"/>
              <a:t> </a:t>
            </a:r>
            <a:r>
              <a:rPr lang="pt-BR" sz="3200" dirty="0"/>
              <a:t>a cada um de seus elementos, para melhorar o desempenho da aplicação;</a:t>
            </a:r>
          </a:p>
          <a:p>
            <a:r>
              <a:rPr lang="pt-BR" sz="3200" dirty="0"/>
              <a:t>Esse valor deve ser único, podendo ser um valor qualquer ou uma chave primária;</a:t>
            </a:r>
          </a:p>
          <a:p>
            <a:r>
              <a:rPr lang="pt-BR" sz="3200" dirty="0"/>
              <a:t>Para definir o valor inicial do </a:t>
            </a:r>
            <a:r>
              <a:rPr lang="pt-BR" sz="3200" i="1" dirty="0" err="1"/>
              <a:t>select</a:t>
            </a:r>
            <a:r>
              <a:rPr lang="pt-BR" sz="3200" dirty="0"/>
              <a:t>, basta utilizar como valor do estado o valor do </a:t>
            </a:r>
            <a:r>
              <a:rPr lang="pt-BR" sz="3200" i="1" dirty="0" err="1"/>
              <a:t>option</a:t>
            </a:r>
            <a:r>
              <a:rPr lang="pt-BR" sz="3200" i="1" dirty="0"/>
              <a:t> </a:t>
            </a:r>
            <a:r>
              <a:rPr lang="pt-BR" sz="3200" dirty="0"/>
              <a:t>desejado.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o atributo referente à área de atuação do docente: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61619" y="2591183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cursos: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o </a:t>
            </a:r>
            <a:r>
              <a:rPr lang="pt-BR" sz="3200" i="1" dirty="0" err="1"/>
              <a:t>select</a:t>
            </a:r>
            <a:r>
              <a:rPr lang="pt-BR" sz="3200" dirty="0"/>
              <a:t>, informando seu valor, função para alteração e atributo </a:t>
            </a:r>
            <a:r>
              <a:rPr lang="pt-BR" sz="3200" i="1" dirty="0" err="1"/>
              <a:t>name</a:t>
            </a:r>
            <a:r>
              <a:rPr lang="pt-BR" sz="3200" dirty="0"/>
              <a:t>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61619" y="3257196"/>
            <a:ext cx="1097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dados.area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opções aqui */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os </a:t>
            </a:r>
            <a:r>
              <a:rPr lang="pt-BR" sz="3200" i="1" dirty="0" err="1"/>
              <a:t>options</a:t>
            </a:r>
            <a:r>
              <a:rPr lang="pt-BR" sz="3200" dirty="0"/>
              <a:t> dentro do </a:t>
            </a:r>
            <a:r>
              <a:rPr lang="pt-BR" sz="3200" i="1" dirty="0" err="1"/>
              <a:t>select</a:t>
            </a:r>
            <a:r>
              <a:rPr lang="pt-BR" sz="3200" dirty="0"/>
              <a:t>, com valor, chave e o texto a ser exibido: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60944" y="3296727"/>
            <a:ext cx="79155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0" y="0"/>
            <a:ext cx="12192000" cy="647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0,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.log(dados);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dados.nome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dados.cursos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"cursos"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dados.area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6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pt-BR" sz="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Adicione um campo, no formulário anterior, para armazenar o tipo de contrato do cliente (20 horas ou 40 horas).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trabalhar com </a:t>
            </a:r>
            <a:r>
              <a:rPr lang="pt-BR" sz="3200" i="1" dirty="0" err="1"/>
              <a:t>radios</a:t>
            </a:r>
            <a:r>
              <a:rPr lang="pt-BR" sz="3200" dirty="0"/>
              <a:t>, primeiro criamos um atributo para armazenar seu valor (coloque o valor inicial caso queira que o radio venha preenchido com este valor):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61619" y="3269201"/>
            <a:ext cx="78374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cursos: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contrato: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um </a:t>
            </a:r>
            <a:r>
              <a:rPr lang="pt-BR" sz="3200" b="1" dirty="0"/>
              <a:t>input </a:t>
            </a:r>
            <a:r>
              <a:rPr lang="pt-BR" sz="3200" b="1" dirty="0" err="1"/>
              <a:t>type</a:t>
            </a:r>
            <a:r>
              <a:rPr lang="pt-BR" sz="3200" b="1" dirty="0"/>
              <a:t>=“radio”</a:t>
            </a:r>
            <a:r>
              <a:rPr lang="pt-BR" sz="3200" dirty="0"/>
              <a:t> para cada valor possível, cada um com um valor único em </a:t>
            </a:r>
            <a:r>
              <a:rPr lang="pt-BR" sz="3200" b="1" dirty="0" err="1"/>
              <a:t>value</a:t>
            </a:r>
            <a:r>
              <a:rPr lang="pt-BR" sz="3200" dirty="0"/>
              <a:t>. Atributa a eles a função </a:t>
            </a:r>
            <a:r>
              <a:rPr lang="pt-BR" sz="3200" b="1" dirty="0" err="1"/>
              <a:t>handleChange</a:t>
            </a:r>
            <a:r>
              <a:rPr lang="pt-BR" sz="3200" dirty="0"/>
              <a:t> para o método </a:t>
            </a:r>
            <a:r>
              <a:rPr lang="pt-BR" sz="3200" b="1" dirty="0" err="1"/>
              <a:t>onChange</a:t>
            </a:r>
            <a:r>
              <a:rPr lang="pt-BR" sz="3200" b="1" dirty="0"/>
              <a:t> </a:t>
            </a:r>
            <a:r>
              <a:rPr lang="pt-BR" sz="3200" dirty="0"/>
              <a:t>e o nome do atributo em </a:t>
            </a:r>
            <a:r>
              <a:rPr lang="pt-BR" sz="3200" b="1" dirty="0" err="1"/>
              <a:t>name</a:t>
            </a:r>
            <a:r>
              <a:rPr lang="pt-BR" sz="3200" dirty="0"/>
              <a:t>;</a:t>
            </a:r>
          </a:p>
          <a:p>
            <a:r>
              <a:rPr lang="pt-BR" sz="3200" dirty="0"/>
              <a:t>Para a propriedade </a:t>
            </a:r>
            <a:r>
              <a:rPr lang="pt-BR" sz="3200" b="1" dirty="0" err="1"/>
              <a:t>checked</a:t>
            </a:r>
            <a:r>
              <a:rPr lang="pt-BR" sz="3200" dirty="0"/>
              <a:t>, que indica que o radio está selecionado ou não, compare o valor do estado com o valor do radio.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31273" y="1745615"/>
            <a:ext cx="1059872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Tipo de contrato</a:t>
            </a: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0" y="0"/>
            <a:ext cx="12192000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0,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contrato: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.log(dados);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dados.nome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dados.cursos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"cursos"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dados.area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Tipo de contrato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Adicione um campo, no formulário anterior, para armazenar se o cliente autoriza o recebimento de e-mail.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um atributo no objeto </a:t>
            </a:r>
            <a:r>
              <a:rPr lang="pt-BR" sz="3200" b="1" dirty="0"/>
              <a:t>dados </a:t>
            </a:r>
            <a:r>
              <a:rPr lang="pt-BR" sz="3200" dirty="0"/>
              <a:t>para armazenar essa informação: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61619" y="2896075"/>
            <a:ext cx="75049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pt-BR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setDados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cursos: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contrato: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autoriza:</a:t>
            </a:r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Crie o controle: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406399" y="2628221"/>
            <a:ext cx="114161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px-4 py-2 items-center"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dados.autoriza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mr-2"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Autorizo o envio de e-mail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583261" y="4936381"/>
            <a:ext cx="104897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FF9933"/>
                </a:solidFill>
              </a:rPr>
              <a:t>No entanto, este código não funciona, pois não registra o valor</a:t>
            </a:r>
          </a:p>
          <a:p>
            <a:r>
              <a:rPr lang="pt-BR" sz="3200" b="1" dirty="0">
                <a:solidFill>
                  <a:srgbClr val="FF9933"/>
                </a:solidFill>
              </a:rPr>
              <a:t>correto do atributo autoriza do objeto dados.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 Controlados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Este tipo de controle armazena sua informação em </a:t>
            </a:r>
            <a:r>
              <a:rPr lang="pt-BR" sz="3200" b="1" dirty="0" err="1"/>
              <a:t>checked</a:t>
            </a:r>
            <a:r>
              <a:rPr lang="pt-BR" sz="3200" dirty="0"/>
              <a:t>, não em </a:t>
            </a:r>
            <a:r>
              <a:rPr lang="pt-BR" sz="3200" b="1" dirty="0" err="1"/>
              <a:t>value</a:t>
            </a:r>
            <a:r>
              <a:rPr lang="pt-BR" sz="3200" dirty="0"/>
              <a:t>;</a:t>
            </a:r>
          </a:p>
          <a:p>
            <a:r>
              <a:rPr lang="pt-BR" sz="3200" dirty="0"/>
              <a:t>Portanto, devemos mudar a função </a:t>
            </a:r>
            <a:r>
              <a:rPr lang="pt-BR" sz="3200" b="1" dirty="0" err="1"/>
              <a:t>handleChange</a:t>
            </a:r>
            <a:r>
              <a:rPr lang="pt-BR" sz="3200" dirty="0"/>
              <a:t>, para utilizar este atributo quando trabalhar com controles do tipo </a:t>
            </a:r>
            <a:r>
              <a:rPr lang="pt-BR" sz="3200" dirty="0" err="1"/>
              <a:t>checkbox</a:t>
            </a:r>
            <a:r>
              <a:rPr lang="pt-BR" sz="3200" dirty="0"/>
              <a:t>.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498764" y="4078849"/>
            <a:ext cx="113237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valor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event.target.type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event.target.checked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valor }));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[dados,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0,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contrato: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autoriza: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valor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?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event.target.checked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event.target.value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 =&gt; ({ ...p, [event.target.name]: valor }));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event.preventDefault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.log(dados);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dados.nome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"nome"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dados.cursos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"cursos"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dados.area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w-full p-2"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Tipo de contrato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checked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dados.contrato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===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px-4 py-2 items-center"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dados.autoriza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onChange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handleDados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Autorizo o envio de e-mail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Podemos utilizar o próprio navegador (HTML5) para fazer a validação dos dados se utilizarmos os atributos corretos nas </a:t>
            </a:r>
            <a:r>
              <a:rPr lang="pt-BR" sz="3200" i="1" dirty="0" err="1"/>
              <a:t>tags</a:t>
            </a:r>
            <a:r>
              <a:rPr lang="pt-BR" sz="3200" dirty="0"/>
              <a:t>:</a:t>
            </a:r>
          </a:p>
          <a:p>
            <a:pPr algn="ctr"/>
            <a:r>
              <a:rPr lang="pt-BR" sz="3200" dirty="0" err="1"/>
              <a:t>required,min</a:t>
            </a:r>
            <a:r>
              <a:rPr lang="pt-BR" sz="3200" dirty="0"/>
              <a:t>, </a:t>
            </a:r>
            <a:r>
              <a:rPr lang="pt-BR" sz="3200" dirty="0" err="1"/>
              <a:t>max</a:t>
            </a:r>
            <a:r>
              <a:rPr lang="pt-BR" sz="3200" dirty="0"/>
              <a:t>, </a:t>
            </a:r>
            <a:r>
              <a:rPr lang="pt-BR" sz="3200" dirty="0" err="1"/>
              <a:t>pattern</a:t>
            </a:r>
            <a:r>
              <a:rPr lang="pt-BR" sz="3200" dirty="0"/>
              <a:t>, </a:t>
            </a:r>
            <a:r>
              <a:rPr lang="pt-BR" sz="3200" dirty="0" err="1"/>
              <a:t>maxLength</a:t>
            </a:r>
            <a:r>
              <a:rPr lang="pt-BR" sz="3200" dirty="0"/>
              <a:t>, etc.</a:t>
            </a:r>
          </a:p>
          <a:p>
            <a:pPr algn="ctr"/>
            <a:endParaRPr lang="pt-BR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Deixar a validação a cargo do navegador apresenta alguns problemas: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/>
              <a:t>Não há como garantir que o usuário irá utilizar um navegador compatível;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/>
              <a:t>Apresentação de um erro por vez;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/>
              <a:t>Facilidade de manipular o código.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endParaRPr lang="pt-BR" sz="2800" i="0" dirty="0"/>
          </a:p>
          <a:p>
            <a:pPr marL="92075" lvl="2" indent="-92075">
              <a:buNone/>
            </a:pPr>
            <a:r>
              <a:rPr lang="pt-BR" sz="3200" i="0" dirty="0"/>
              <a:t>De toda forma, devemos validar as entradas antes de processá-las no </a:t>
            </a:r>
            <a:r>
              <a:rPr lang="pt-BR" sz="3200" dirty="0" err="1"/>
              <a:t>back-end</a:t>
            </a:r>
            <a:r>
              <a:rPr lang="pt-BR" sz="3200" i="0" dirty="0"/>
              <a:t> da aplicação.</a:t>
            </a:r>
          </a:p>
          <a:p>
            <a:pPr algn="ctr"/>
            <a:endParaRPr lang="pt-BR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Também é possível fazer a validação e o controle de formulários utilizando bibliotecas.</a:t>
            </a:r>
          </a:p>
          <a:p>
            <a:r>
              <a:rPr lang="pt-BR" sz="3200" dirty="0"/>
              <a:t>Algumas das mais utilizadas são:</a:t>
            </a:r>
            <a:endParaRPr lang="pt-BR" sz="3600" dirty="0"/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 err="1"/>
              <a:t>Formik</a:t>
            </a:r>
            <a:r>
              <a:rPr lang="pt-BR" sz="2800" i="0" dirty="0"/>
              <a:t> (</a:t>
            </a:r>
            <a:r>
              <a:rPr lang="pt-BR" sz="2800" i="0" dirty="0">
                <a:hlinkClick r:id="rId2"/>
              </a:rPr>
              <a:t>https://formik.org</a:t>
            </a:r>
            <a:r>
              <a:rPr lang="pt-BR" sz="2800" i="0" dirty="0"/>
              <a:t>)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 err="1"/>
              <a:t>React</a:t>
            </a:r>
            <a:r>
              <a:rPr lang="pt-BR" sz="2800" i="0" dirty="0"/>
              <a:t> Hook </a:t>
            </a:r>
            <a:r>
              <a:rPr lang="pt-BR" sz="2800" i="0" dirty="0" err="1"/>
              <a:t>Forms</a:t>
            </a:r>
            <a:r>
              <a:rPr lang="pt-BR" sz="2800" i="0" dirty="0"/>
              <a:t> (</a:t>
            </a:r>
            <a:r>
              <a:rPr lang="pt-BR" sz="2800" i="0" dirty="0">
                <a:hlinkClick r:id="rId3"/>
              </a:rPr>
              <a:t>https://www.react-hook-form.com</a:t>
            </a:r>
            <a:r>
              <a:rPr lang="pt-BR" sz="2800" i="0" dirty="0"/>
              <a:t>)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endParaRPr lang="pt-BR" sz="2800" i="0" dirty="0"/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 err="1"/>
              <a:t>Yup</a:t>
            </a:r>
            <a:r>
              <a:rPr lang="pt-BR" sz="2800" i="0" dirty="0"/>
              <a:t> (</a:t>
            </a:r>
            <a:r>
              <a:rPr lang="pt-BR" sz="2800" i="0" dirty="0">
                <a:hlinkClick r:id="rId4"/>
              </a:rPr>
              <a:t>https://github.com/</a:t>
            </a:r>
            <a:r>
              <a:rPr lang="pt-BR" sz="2800" i="0" dirty="0" err="1">
                <a:hlinkClick r:id="rId4"/>
              </a:rPr>
              <a:t>jquense</a:t>
            </a:r>
            <a:r>
              <a:rPr lang="pt-BR" sz="2800" i="0" dirty="0">
                <a:hlinkClick r:id="rId4"/>
              </a:rPr>
              <a:t>/</a:t>
            </a:r>
            <a:r>
              <a:rPr lang="pt-BR" sz="2800" i="0" dirty="0" err="1">
                <a:hlinkClick r:id="rId4"/>
              </a:rPr>
              <a:t>yup</a:t>
            </a:r>
            <a:r>
              <a:rPr lang="pt-BR" sz="2800" i="0" dirty="0"/>
              <a:t>)</a:t>
            </a:r>
          </a:p>
          <a:p>
            <a:pPr marL="548005" lvl="2" indent="-187325">
              <a:buFont typeface="Arial" panose="020B0604020202020204" pitchFamily="34" charset="0"/>
              <a:buChar char="•"/>
            </a:pPr>
            <a:r>
              <a:rPr lang="pt-BR" sz="2800" i="0" dirty="0" err="1"/>
              <a:t>Zod</a:t>
            </a:r>
            <a:r>
              <a:rPr lang="pt-BR" sz="2800" i="0" dirty="0"/>
              <a:t> (</a:t>
            </a:r>
            <a:r>
              <a:rPr lang="pt-BR" sz="2800" i="0" dirty="0">
                <a:hlinkClick r:id="rId5"/>
              </a:rPr>
              <a:t>https://zod.dev</a:t>
            </a:r>
            <a:r>
              <a:rPr lang="pt-BR" sz="2800" i="0" dirty="0"/>
              <a:t>)</a:t>
            </a:r>
          </a:p>
          <a:p>
            <a:endParaRPr lang="pt-BR" sz="3200" dirty="0"/>
          </a:p>
          <a:p>
            <a:endParaRPr lang="pt-BR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26065"/>
          </a:xfrm>
        </p:spPr>
        <p:txBody>
          <a:bodyPr>
            <a:normAutofit/>
          </a:bodyPr>
          <a:lstStyle/>
          <a:p>
            <a:r>
              <a:rPr lang="pt-BR" sz="3200" dirty="0"/>
              <a:t>Vamos utilizar o </a:t>
            </a:r>
            <a:r>
              <a:rPr lang="pt-BR" sz="3200" dirty="0" err="1"/>
              <a:t>React</a:t>
            </a:r>
            <a:r>
              <a:rPr lang="pt-BR" sz="3200" dirty="0"/>
              <a:t> Hook </a:t>
            </a:r>
            <a:r>
              <a:rPr lang="pt-BR" sz="3200" dirty="0" err="1"/>
              <a:t>Form</a:t>
            </a:r>
            <a:r>
              <a:rPr lang="pt-BR" sz="3200" dirty="0"/>
              <a:t> juntamente com o </a:t>
            </a:r>
            <a:r>
              <a:rPr lang="pt-BR" sz="3200" dirty="0" err="1"/>
              <a:t>Yup</a:t>
            </a:r>
            <a:r>
              <a:rPr lang="pt-BR" sz="3200" dirty="0"/>
              <a:t> para controlar os formulários.</a:t>
            </a:r>
          </a:p>
          <a:p>
            <a:r>
              <a:rPr lang="pt-BR" sz="3200" i="0" dirty="0"/>
              <a:t>Instale o </a:t>
            </a:r>
            <a:r>
              <a:rPr lang="pt-BR" sz="3200" i="0" dirty="0" err="1"/>
              <a:t>React</a:t>
            </a:r>
            <a:r>
              <a:rPr lang="pt-BR" sz="3200" i="0" dirty="0"/>
              <a:t> Hook </a:t>
            </a:r>
            <a:r>
              <a:rPr lang="pt-BR" sz="3200" i="0" dirty="0" err="1"/>
              <a:t>Form</a:t>
            </a:r>
            <a:r>
              <a:rPr lang="pt-BR" sz="3200" i="0" dirty="0"/>
              <a:t>:</a:t>
            </a:r>
          </a:p>
          <a:p>
            <a:endParaRPr lang="pt-BR" sz="3200" dirty="0"/>
          </a:p>
          <a:p>
            <a:r>
              <a:rPr lang="pt-BR" sz="3200" dirty="0"/>
              <a:t>Instale o </a:t>
            </a:r>
            <a:r>
              <a:rPr lang="pt-BR" sz="3200" dirty="0" err="1"/>
              <a:t>Yup</a:t>
            </a:r>
            <a:r>
              <a:rPr lang="pt-BR" sz="3200" dirty="0"/>
              <a:t>:</a:t>
            </a:r>
          </a:p>
          <a:p>
            <a:endParaRPr lang="pt-BR" sz="3200" dirty="0"/>
          </a:p>
          <a:p>
            <a:r>
              <a:rPr lang="pt-BR" sz="3200" dirty="0"/>
              <a:t>Altere o arquivo anterior para não utilizar estados.</a:t>
            </a:r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158210-764A-9ED0-637B-43A8CF02CCAE}"/>
              </a:ext>
            </a:extLst>
          </p:cNvPr>
          <p:cNvSpPr txBox="1"/>
          <p:nvPr/>
        </p:nvSpPr>
        <p:spPr>
          <a:xfrm>
            <a:off x="761619" y="35984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 i 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react-hook-form</a:t>
            </a:r>
            <a:endParaRPr lang="pt-BR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6D5277-61ED-4A1A-1B4B-42B704AAFA92}"/>
              </a:ext>
            </a:extLst>
          </p:cNvPr>
          <p:cNvSpPr txBox="1"/>
          <p:nvPr/>
        </p:nvSpPr>
        <p:spPr>
          <a:xfrm>
            <a:off x="761619" y="4822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install</a:t>
            </a:r>
            <a:r>
              <a:rPr lang="pt-BR" dirty="0">
                <a:latin typeface="Cascadia Code" panose="020B0609020000020004" pitchFamily="49" charset="0"/>
                <a:cs typeface="Cascadia Code" panose="020B0609020000020004" pitchFamily="49" charset="0"/>
              </a:rPr>
              <a:t> @hookform/resolvers </a:t>
            </a:r>
            <a:r>
              <a:rPr lang="pt-B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yup</a:t>
            </a:r>
            <a:endParaRPr lang="pt-BR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573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31830F68-DF18-5AD3-DD55-29D27919BC52}"/>
              </a:ext>
            </a:extLst>
          </p:cNvPr>
          <p:cNvSpPr txBox="1"/>
          <p:nvPr/>
        </p:nvSpPr>
        <p:spPr>
          <a:xfrm>
            <a:off x="0" y="0"/>
            <a:ext cx="1219200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"email"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"number"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'1'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'3'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'5'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'6'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5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Tipo de contrato</a:t>
            </a: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contrato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mr-2"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contrato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mr-2"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px-4 py-2 items-center"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"checkbox"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autoriza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mr-2"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Autorizo o envio de e-mail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 gap-2"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“reset"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Limpar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14600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Crie um objeto </a:t>
            </a:r>
            <a:r>
              <a:rPr lang="pt-BR" sz="3200" dirty="0" err="1"/>
              <a:t>schema</a:t>
            </a:r>
            <a:r>
              <a:rPr lang="pt-BR" sz="3200" dirty="0"/>
              <a:t> no mesmo arquivo, ou em um arquivo separado (neste caso, o exporte), indicado o </a:t>
            </a:r>
            <a:r>
              <a:rPr lang="pt-BR" sz="3200" dirty="0" err="1"/>
              <a:t>schema</a:t>
            </a:r>
            <a:r>
              <a:rPr lang="pt-BR" sz="3200" dirty="0"/>
              <a:t> dos dados a serem validados.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065705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8755DB0-69F5-EFD2-7E67-BEAFE3F0CFD7}"/>
              </a:ext>
            </a:extLst>
          </p:cNvPr>
          <p:cNvSpPr txBox="1"/>
          <p:nvPr/>
        </p:nvSpPr>
        <p:spPr>
          <a:xfrm>
            <a:off x="0" y="97453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yup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"yup"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yup.object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nome: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.min(2,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nome deve possuir, no mínimo, 2 caracteres'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nome deve possuir, no máximo, 100 caracteres'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nome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'Informe um e-mail válido'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e-mail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cursos: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yup.number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integer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.min(1,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quantidade mínima de cursos é 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quantidade máxima de cursos é 100'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quantidade de cursos é obrigatória'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typeError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quantidade de cursos é obrigatória'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oneOf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'1'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'3'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'5'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'6'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'Informe um valor válido para a área do docente'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 área do docente é obrigatória'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contrato: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oneOf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([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'Informe um valor válido para o tipo de contrato'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'O tipo de contrato é obrigatório'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autoriza: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yup.bool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49902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Em page.js, realize a importação do </a:t>
            </a:r>
            <a:r>
              <a:rPr lang="pt-BR" sz="3200" dirty="0" err="1"/>
              <a:t>schema</a:t>
            </a:r>
            <a:r>
              <a:rPr lang="pt-BR" sz="3200" dirty="0"/>
              <a:t> (se feito em arquivo separado) e das funções/</a:t>
            </a:r>
            <a:r>
              <a:rPr lang="pt-BR" sz="3200" dirty="0" err="1"/>
              <a:t>hooks</a:t>
            </a:r>
            <a:r>
              <a:rPr lang="pt-BR" sz="3200" dirty="0"/>
              <a:t> que serão utilizadas:</a:t>
            </a:r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2CECCC-E734-5C1B-F81D-F33A8FF1E6A6}"/>
              </a:ext>
            </a:extLst>
          </p:cNvPr>
          <p:cNvSpPr txBox="1"/>
          <p:nvPr/>
        </p:nvSpPr>
        <p:spPr>
          <a:xfrm>
            <a:off x="761619" y="3294607"/>
            <a:ext cx="8010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9251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Inicialize cada atributo do objeto </a:t>
            </a:r>
            <a:r>
              <a:rPr lang="pt-BR" sz="3200" dirty="0" err="1"/>
              <a:t>yup</a:t>
            </a:r>
            <a:r>
              <a:rPr lang="pt-BR" sz="3200" dirty="0"/>
              <a:t> no início da função:</a:t>
            </a:r>
          </a:p>
          <a:p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CFB2EB-F055-E856-AD5A-2AC4B5253C36}"/>
              </a:ext>
            </a:extLst>
          </p:cNvPr>
          <p:cNvSpPr txBox="1"/>
          <p:nvPr/>
        </p:nvSpPr>
        <p:spPr>
          <a:xfrm>
            <a:off x="657225" y="2687241"/>
            <a:ext cx="108581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reset,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clearErrors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contrato: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autoriza: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resolver: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02203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Crie uma função para ser executada quando o formulário estiver em um estado válido: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endParaRPr lang="pt-BR" sz="3200" dirty="0"/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A5BD89-61ED-3766-ED68-1324A4B4FE3F}"/>
              </a:ext>
            </a:extLst>
          </p:cNvPr>
          <p:cNvSpPr txBox="1"/>
          <p:nvPr/>
        </p:nvSpPr>
        <p:spPr>
          <a:xfrm>
            <a:off x="657224" y="30444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(data)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.log(data);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43228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Também crie uma função para resetar o formulário:</a:t>
            </a:r>
          </a:p>
          <a:p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1E39E1-A065-392B-D0DF-C34CAC2237BB}"/>
              </a:ext>
            </a:extLst>
          </p:cNvPr>
          <p:cNvSpPr txBox="1"/>
          <p:nvPr/>
        </p:nvSpPr>
        <p:spPr>
          <a:xfrm>
            <a:off x="761619" y="2720935"/>
            <a:ext cx="97158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handleReset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reset({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nome: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cursos: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contrato: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autoriza: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clearErrors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397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Na declaração do formulário, indique a função que será executada ao disparar o formulário, e ao fazer o seu reset: </a:t>
            </a:r>
          </a:p>
          <a:p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CE4ECD-3473-87AE-01B1-43BDB83D3577}"/>
              </a:ext>
            </a:extLst>
          </p:cNvPr>
          <p:cNvSpPr txBox="1"/>
          <p:nvPr/>
        </p:nvSpPr>
        <p:spPr>
          <a:xfrm>
            <a:off x="676656" y="3228945"/>
            <a:ext cx="9534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onReset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handleReset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04767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/>
              <a:t>Para cada input do formulário, utilize </a:t>
            </a:r>
            <a:r>
              <a:rPr lang="pt-BR" sz="3200" b="1" dirty="0" err="1"/>
              <a:t>register</a:t>
            </a:r>
            <a:r>
              <a:rPr lang="pt-BR" sz="3200" b="1" dirty="0"/>
              <a:t> </a:t>
            </a:r>
            <a:r>
              <a:rPr lang="pt-BR" sz="3200" dirty="0"/>
              <a:t>para vincular ele ao atributo correspondente do </a:t>
            </a:r>
            <a:r>
              <a:rPr lang="pt-BR" sz="3200" dirty="0" err="1"/>
              <a:t>React</a:t>
            </a:r>
            <a:r>
              <a:rPr lang="pt-BR" sz="3200" dirty="0"/>
              <a:t> Hook Form.</a:t>
            </a:r>
          </a:p>
          <a:p>
            <a:pPr marL="0" indent="0">
              <a:buNone/>
            </a:pPr>
            <a:r>
              <a:rPr lang="pt-BR" sz="3200" dirty="0"/>
              <a:t>Exiba a mensagem de erro presente no objeto </a:t>
            </a:r>
            <a:r>
              <a:rPr lang="pt-BR" sz="3200" b="1" dirty="0" err="1"/>
              <a:t>errors</a:t>
            </a:r>
            <a:r>
              <a:rPr lang="pt-BR" sz="3200" dirty="0"/>
              <a:t>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0141E0-B884-C18B-A49D-BBB9ABCA1F0D}"/>
              </a:ext>
            </a:extLst>
          </p:cNvPr>
          <p:cNvSpPr txBox="1"/>
          <p:nvPr/>
        </p:nvSpPr>
        <p:spPr>
          <a:xfrm>
            <a:off x="761619" y="3894772"/>
            <a:ext cx="110017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88711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C7BED1-29DF-024D-D3DE-F22169FF99E3}"/>
              </a:ext>
            </a:extLst>
          </p:cNvPr>
          <p:cNvSpPr txBox="1"/>
          <p:nvPr/>
        </p:nvSpPr>
        <p:spPr>
          <a:xfrm>
            <a:off x="390525" y="1859340"/>
            <a:ext cx="11639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pt-BR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flex-col px-4 py-2 space-y-2"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"email"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"email"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"text-sm text-red-600"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{errors?.email?.message}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7C9AAD-99E7-B995-2AC2-9E3ED9E3F631}"/>
              </a:ext>
            </a:extLst>
          </p:cNvPr>
          <p:cNvSpPr txBox="1"/>
          <p:nvPr/>
        </p:nvSpPr>
        <p:spPr>
          <a:xfrm>
            <a:off x="390524" y="4402515"/>
            <a:ext cx="11706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"number"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?.cursos?.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9134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D57394-21B5-ECB7-9A69-1C8B67972AF3}"/>
              </a:ext>
            </a:extLst>
          </p:cNvPr>
          <p:cNvSpPr txBox="1"/>
          <p:nvPr/>
        </p:nvSpPr>
        <p:spPr>
          <a:xfrm>
            <a:off x="657224" y="1952774"/>
            <a:ext cx="112490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"area"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'1'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'3'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'5'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'6'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'7'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errors?.area?.message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53734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D4A100-DAD9-A263-6B9C-5EE7ED60989D}"/>
              </a:ext>
            </a:extLst>
          </p:cNvPr>
          <p:cNvSpPr txBox="1"/>
          <p:nvPr/>
        </p:nvSpPr>
        <p:spPr>
          <a:xfrm>
            <a:off x="762000" y="1844397"/>
            <a:ext cx="1097279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Tipo de contrato</a:t>
            </a: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contrato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0102103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React</a:t>
            </a:r>
            <a:r>
              <a:rPr lang="pt-BR" dirty="0"/>
              <a:t> Hook </a:t>
            </a:r>
            <a:r>
              <a:rPr lang="pt-BR" dirty="0" err="1"/>
              <a:t>Form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5C8145-F9A9-6CCE-25C2-914393159E7E}"/>
              </a:ext>
            </a:extLst>
          </p:cNvPr>
          <p:cNvSpPr txBox="1"/>
          <p:nvPr/>
        </p:nvSpPr>
        <p:spPr>
          <a:xfrm>
            <a:off x="914400" y="2011740"/>
            <a:ext cx="106203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px-4 py-2 items-center"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mr-2"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Autorizo o envio de e-mail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11567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A1DFD08-2537-2E90-18ED-D0ADE5FFDD23}"/>
              </a:ext>
            </a:extLst>
          </p:cNvPr>
          <p:cNvSpPr txBox="1"/>
          <p:nvPr/>
        </p:nvSpPr>
        <p:spPr>
          <a:xfrm>
            <a:off x="0" y="0"/>
            <a:ext cx="121920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react-hook-form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hookform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resolvers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Home() {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reset,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clearErrors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formState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} =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useForm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defaultValues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nome: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cursos: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contrato: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autoriza: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resolver: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yupResolver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(data)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.log(data);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handleReset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() =&gt; 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reset({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nome: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cursos: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area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contrato: 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autoriza: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clearErrors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"text-2xl p-2"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Cadastro de Docente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onReset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handleReset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E-mail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"email"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"email"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errors?.email?.message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"number"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cursos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text-sm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?.cursos?.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Área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"border border-neutral-300 rounded w-full p-2"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{...register(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"area"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={0}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disabled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Escolha</a:t>
            </a:r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'1'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Biologia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Física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'3'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={3}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Informática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={4}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Letras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'5'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={5}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Matemática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'6'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={6}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Química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'7'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={7}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Sociologia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errors?.area?.message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flex-col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px-4 py-2 space-y-2"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Tipo de contrato</a:t>
            </a: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'20'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20 horas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"radio"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'40'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"contrato"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40 horas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"text-</a:t>
            </a:r>
            <a:r>
              <a:rPr lang="en-US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text-red-600"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{errors?.</a:t>
            </a:r>
            <a:r>
              <a:rPr lang="en-US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contrato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?.message}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px-4 py-2 items-center"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checkbox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border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border-neutral-300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mr-2"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{...</a:t>
            </a:r>
            <a:r>
              <a:rPr lang="pt-BR" sz="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register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"autoriza"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)}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Autorizo o envio de e-mail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span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flex-row-reverse px-4 gap-2"</a:t>
            </a:r>
            <a:r>
              <a:rPr lang="en-US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submit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Enviar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"px-2 </a:t>
            </a:r>
            <a:r>
              <a:rPr lang="pt-BR" sz="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bg-neutral-200 hover:bg-neutral-300 py-2"</a:t>
            </a:r>
            <a:r>
              <a:rPr lang="pt-BR" sz="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"reset"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Limpar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46815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Criar um formulário para receber os dados de um discente: nome (máximo 100 caracteres), e-mail (máximo 100 caracteres), curso (os cursos superiores do IFSP Barretos), o turno do curso (matutino/noturno) e nota final (mínimo 0 e máximo 10). Validar os campos no momento da submissão. Todos os campos são obrigatórios.</a:t>
            </a:r>
          </a:p>
          <a:p>
            <a:endParaRPr lang="pt-BR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>
    <a:lnDef>
      <a:spPr>
        <a:ln w="381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8090</Words>
  <Application>Microsoft Office PowerPoint</Application>
  <PresentationFormat>Widescreen</PresentationFormat>
  <Paragraphs>1024</Paragraphs>
  <Slides>58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5" baseType="lpstr">
      <vt:lpstr>Arial</vt:lpstr>
      <vt:lpstr>Calibri</vt:lpstr>
      <vt:lpstr>Calibri Light</vt:lpstr>
      <vt:lpstr>Cascadia Code</vt:lpstr>
      <vt:lpstr>Cascadia Mono</vt:lpstr>
      <vt:lpstr>Consolas</vt:lpstr>
      <vt:lpstr>Metropolitano</vt:lpstr>
      <vt:lpstr>Desenvolvimento Web III</vt:lpstr>
      <vt:lpstr>Formulários</vt:lpstr>
      <vt:lpstr>Formulários</vt:lpstr>
      <vt:lpstr>Formulários</vt:lpstr>
      <vt:lpstr>Exemplo</vt:lpstr>
      <vt:lpstr>Exemplo</vt:lpstr>
      <vt:lpstr>Apresentação do PowerPoint</vt:lpstr>
      <vt:lpstr>Exemplo</vt:lpstr>
      <vt:lpstr>Componentes Controlados</vt:lpstr>
      <vt:lpstr>Componentes Controlados</vt:lpstr>
      <vt:lpstr>Apresentação do PowerPoint</vt:lpstr>
      <vt:lpstr>Exercício</vt:lpstr>
      <vt:lpstr>Apresentação do PowerPoint</vt:lpstr>
      <vt:lpstr>Componentes Controlados</vt:lpstr>
      <vt:lpstr>Componentes Controlados</vt:lpstr>
      <vt:lpstr>Componentes Controlados</vt:lpstr>
      <vt:lpstr>Componentes Controlados</vt:lpstr>
      <vt:lpstr>Apresentação do PowerPoint</vt:lpstr>
      <vt:lpstr>Componentes Controlados</vt:lpstr>
      <vt:lpstr>Componentes Controlados</vt:lpstr>
      <vt:lpstr>Componentes Controlados</vt:lpstr>
      <vt:lpstr>Exercício</vt:lpstr>
      <vt:lpstr>Apresentação do PowerPoint</vt:lpstr>
      <vt:lpstr>Exemplo</vt:lpstr>
      <vt:lpstr>Trabalhando com listas</vt:lpstr>
      <vt:lpstr>Componentes Controlados</vt:lpstr>
      <vt:lpstr>Componentes Controlados</vt:lpstr>
      <vt:lpstr>Componentes Controlados</vt:lpstr>
      <vt:lpstr>Apresentação do PowerPoint</vt:lpstr>
      <vt:lpstr>Exemplo</vt:lpstr>
      <vt:lpstr>Componentes Controlados</vt:lpstr>
      <vt:lpstr>Componentes Controlados</vt:lpstr>
      <vt:lpstr>Componentes Controlados</vt:lpstr>
      <vt:lpstr>Apresentação do PowerPoint</vt:lpstr>
      <vt:lpstr>Exemplo</vt:lpstr>
      <vt:lpstr>Componentes Controlados</vt:lpstr>
      <vt:lpstr>Componentes Controlados</vt:lpstr>
      <vt:lpstr>Componentes Controlados</vt:lpstr>
      <vt:lpstr>Apresentação do PowerPoint</vt:lpstr>
      <vt:lpstr>Validação</vt:lpstr>
      <vt:lpstr>Validação</vt:lpstr>
      <vt:lpstr>Validação</vt:lpstr>
      <vt:lpstr>Utilizando o React Hook Form</vt:lpstr>
      <vt:lpstr>Apresentação do PowerPoint</vt:lpstr>
      <vt:lpstr>Utilizando o React Hook Form</vt:lpstr>
      <vt:lpstr>Apresentação do PowerPoint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Utilizando o React Hook Form</vt:lpstr>
      <vt:lpstr>Apresentação do PowerPoint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492</cp:revision>
  <dcterms:created xsi:type="dcterms:W3CDTF">2020-10-26T16:07:00Z</dcterms:created>
  <dcterms:modified xsi:type="dcterms:W3CDTF">2026-03-25T12:27:58Z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F4DB0B5693074B2299CD9F9B1564BEF3_12</vt:lpwstr>
  </property>
  <property fmtid="{D5CDD505-2E9C-101B-9397-08002B2CF9AE}" pid="3" name="KSOProductBuildVer">
    <vt:lpwstr>1046-12.2.0.17562</vt:lpwstr>
  </property>
</Properties>
</file>