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7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23" r:id="rId52"/>
    <p:sldId id="305" r:id="rId53"/>
    <p:sldId id="306" r:id="rId54"/>
    <p:sldId id="309" r:id="rId55"/>
    <p:sldId id="324" r:id="rId56"/>
    <p:sldId id="325" r:id="rId57"/>
    <p:sldId id="318" r:id="rId58"/>
    <p:sldId id="326" r:id="rId59"/>
    <p:sldId id="319" r:id="rId60"/>
    <p:sldId id="320" r:id="rId61"/>
    <p:sldId id="321" r:id="rId62"/>
    <p:sldId id="327" r:id="rId63"/>
    <p:sldId id="328" r:id="rId64"/>
    <p:sldId id="330" r:id="rId65"/>
    <p:sldId id="331" r:id="rId66"/>
    <p:sldId id="332" r:id="rId67"/>
    <p:sldId id="333" r:id="rId68"/>
    <p:sldId id="329" r:id="rId69"/>
  </p:sldIdLst>
  <p:sldSz cx="12192000" cy="6858000"/>
  <p:notesSz cx="6858000" cy="9144000"/>
  <p:defaultTextStyle>
    <a:defPPr>
      <a:defRPr lang="pt-B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" Type="http://schemas.openxmlformats.org/officeDocument/2006/relationships/slide" Target="slides/slide5.xml"/><Relationship Id="rId71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036355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Calibri Light"/>
              </a:rPr>
              <a:t>Clique para mover o slide</a:t>
            </a:r>
            <a:endParaRPr/>
          </a:p>
        </p:txBody>
      </p:sp>
      <p:sp>
        <p:nvSpPr>
          <p:cNvPr id="2092129604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/>
            </a:pPr>
            <a:r>
              <a:rPr lang="pt-BR" sz="2000" b="0" strike="noStrike" spc="-1">
                <a:latin typeface="Arial"/>
              </a:rPr>
              <a:t>Clique para editar o formato de notas</a:t>
            </a:r>
            <a:endParaRPr/>
          </a:p>
        </p:txBody>
      </p:sp>
      <p:sp>
        <p:nvSpPr>
          <p:cNvPr id="424550285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/>
            </a:pPr>
            <a:r>
              <a:rPr lang="pt-BR" sz="1400" b="0" strike="noStrike" spc="-1">
                <a:latin typeface="Times New Roman"/>
              </a:rPr>
              <a:t>&lt;cabeçalho&gt;</a:t>
            </a:r>
            <a:endParaRPr/>
          </a:p>
        </p:txBody>
      </p:sp>
      <p:sp>
        <p:nvSpPr>
          <p:cNvPr id="2108895410" name="PlaceHolder 4"/>
          <p:cNvSpPr>
            <a:spLocks noGrp="1"/>
          </p:cNvSpPr>
          <p:nvPr>
            <p:ph type="dt" idx="7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r">
              <a:buNone/>
              <a:defRPr/>
            </a:pPr>
            <a:r>
              <a:rPr lang="pt-BR" sz="1400" b="0" strike="noStrike" spc="-1">
                <a:latin typeface="Times New Roman"/>
              </a:rPr>
              <a:t>&lt;data/hora&gt;</a:t>
            </a:r>
            <a:endParaRPr/>
          </a:p>
        </p:txBody>
      </p:sp>
      <p:sp>
        <p:nvSpPr>
          <p:cNvPr id="45703452" name="PlaceHolder 5"/>
          <p:cNvSpPr>
            <a:spLocks noGrp="1"/>
          </p:cNvSpPr>
          <p:nvPr>
            <p:ph type="ftr" idx="8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pt-BR" sz="1400" b="0" strike="noStrike" spc="-1">
                <a:latin typeface="Times New Roman"/>
              </a:defRPr>
            </a:lvl1pPr>
          </a:lstStyle>
          <a:p>
            <a:pPr>
              <a:defRPr/>
            </a:pPr>
            <a:r>
              <a:rPr lang="pt-BR" sz="1400" b="0" strike="noStrike" spc="-1">
                <a:latin typeface="Times New Roman"/>
              </a:rPr>
              <a:t>&lt;rodapé&gt;</a:t>
            </a:r>
            <a:endParaRPr/>
          </a:p>
        </p:txBody>
      </p:sp>
      <p:sp>
        <p:nvSpPr>
          <p:cNvPr id="1711997407" name="PlaceHolder 6"/>
          <p:cNvSpPr>
            <a:spLocks noGrp="1"/>
          </p:cNvSpPr>
          <p:nvPr>
            <p:ph type="sldNum" idx="9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‹nº›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48082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9940255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/>
            </a:pPr>
            <a:endParaRPr lang="pt-BR" sz="2000" b="0" strike="noStrike" spc="-1">
              <a:latin typeface="Arial"/>
            </a:endParaRPr>
          </a:p>
        </p:txBody>
      </p:sp>
      <p:sp>
        <p:nvSpPr>
          <p:cNvPr id="1788898953" name="PlaceHolder 3"/>
          <p:cNvSpPr>
            <a:spLocks noGrp="1"/>
          </p:cNvSpPr>
          <p:nvPr>
            <p:ph type="sldNum" idx="10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pt-BR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defRPr/>
            </a:pPr>
            <a:fld id="{12ADE51A-6925-4658-BF5D-320EB1FAED69}" type="slidenum">
              <a:rPr lang="pt-BR" sz="1200" b="0" strike="noStrike" spc="-1">
                <a:latin typeface="Times New Roman"/>
              </a:rPr>
              <a:t>1</a:t>
            </a:fld>
            <a:endParaRPr lang="pt-BR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4F7960-BEB0-1452-B28E-AF0401B32697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03945E-EFA4-A08A-54A4-3DF0DE78ED6C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88AFD-B7E5-3F36-CC24-08835E40678B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A52864-93AE-C68A-9344-B0F3AC3C3EBE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320B6-BF2D-FBA0-46AA-CB83146EDB72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C7722-A51F-5307-9385-4BCC1C32F3A2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07858-558D-FA30-C404-75DF8D410F0F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961F8-4879-C08C-CA6A-5F2BCE94C3E4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0991C-DCEE-DACF-3708-529DA5E1B01B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0005D2-047E-65B0-A05A-A423783EC664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DF21C1-A41C-8538-8074-130E14C21473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A856D8-D29C-AF33-39A9-17AD1FEE8D63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03504F-61D6-8052-D534-9E9A729CE030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E24E7-BE9E-EED5-EE23-24D6C5910793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E1EE38-6DD7-AF1C-8672-400C9C225353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D2F2F-B439-B780-5C4C-99A44CC6CD98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65ADBB-B151-7450-9E5E-208DEF1E452A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B7F57F-B827-EF7C-A740-645F0E8D1D79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CEFA60-7D56-30D8-D603-F2079C1B63FE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0C788A-6581-A232-7550-9C8DFF99C9B0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232A3-8295-254F-26FB-D9C1FC5FEFBF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E14435-BE71-98C8-8B15-31847E00BE16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20C94-9E11-772B-E131-ED8F71149A53}" type="slidenum">
              <a:rPr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5B072F-FF26-16C1-DA7D-62D1B90F7A35}" type="slidenum">
              <a:rPr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05171E-CEDF-DDB3-420D-09EF58F095CF}" type="slidenum">
              <a:rPr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203A1F-4358-EE78-44C8-F547F5D74D41}" type="slidenum">
              <a:rPr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8BB9D3-0841-CD07-3143-CD356164B6B3}" type="slidenum">
              <a:rPr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D2CF3C-2EBC-99F0-DEBD-9C8C153FD6B7}" type="slidenum">
              <a:rPr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4552BB-97F3-5B89-1A94-53A183618B13}" type="slidenum">
              <a:rPr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23AC8E-309A-AED5-C1F2-5CB7FD636B8D}" type="slidenum">
              <a:rPr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B3E475-C0B0-ACE1-6288-3797BC15599F}" type="slidenum">
              <a:rPr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D16947-FC97-C3BC-9849-9E6B0E02C466}" type="slidenum">
              <a:rPr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D7AF0-3112-2B7E-6FA9-4244CFF78E85}" type="slidenum">
              <a:rPr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7C77AA-98E2-E3A4-C301-2C87017C5D20}" type="slidenum">
              <a:rPr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A2AC82-BF7D-535A-6820-C992A00ED5F8}" type="slidenum">
              <a:rPr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415CF2-52EB-5DE1-5480-19CDF13E76D9}" type="slidenum">
              <a:rPr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B6F45A-B470-82C7-BBC8-9EB05A745415}" type="slidenum">
              <a:rPr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599A90-D680-970E-6936-961EB5E459BD}" type="slidenum">
              <a:rPr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42C3F6-D342-552C-841C-2042AE205049}" type="slidenum">
              <a:rPr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6E08CF-AA2F-F95C-F1AE-6F701734BDCE}" type="slidenum">
              <a:rPr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BD736B-6DF4-CA56-FE51-D0AC23EA7EAF}" type="slidenum">
              <a:rPr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2A8C2-5573-C58C-3024-810D939A3B81}" type="slidenum">
              <a:rPr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254A75-E8D9-C09A-C3AA-CB20842CAD30}" type="slidenum">
              <a:rPr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DAD4FA-FEE3-D16D-B8C3-9ABE67BCAB82}" type="slidenum">
              <a:rPr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DD67D1-05CB-591D-888B-19B13361D76B}" type="slidenum">
              <a:rPr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570978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844825127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771633089" name="Espaço Reservado para Número de Slide 3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47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302501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1038961246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34537494" name="Espaço Reservado para Número de Slide 3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48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844132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1454819277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97643844" name="Espaço Reservado para Número de Slide 3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49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844132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1454819277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97643844" name="Espaço Reservado para Número de Slide 3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50</a:t>
            </a:fld>
            <a:endParaRPr lang="pt-B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2248355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3265424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99126857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2139764019" name="Espaço Reservado para Número de Slide 3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51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32830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1133401777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9852864" name="Espaço Reservado para Número de Slide 3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52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12821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18348148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30099958" name="Espaço Reservado para Número de Slide 3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53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32830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1133401777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9852864" name="Espaço Reservado para Número de Slide 3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54</a:t>
            </a:fld>
            <a:endParaRPr lang="pt-B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8220426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12821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18348148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30099958" name="Espaço Reservado para Número de Slide 3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55</a:t>
            </a:fld>
            <a:endParaRPr lang="pt-B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450014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892276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49804974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822340559" name="Espaço Reservado para Número de Slide 3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56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892276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49804974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822340559" name="Espaço Reservado para Número de Slide 3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57</a:t>
            </a:fld>
            <a:endParaRPr lang="pt-B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718484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376487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868317757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118294865" name="Espaço Reservado para Número de Slide 3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58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492961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1786008402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010090065" name="Espaço Reservado para Número de Slide 3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59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260563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259138183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95151634" name="Espaço Reservado para Número de Slide 3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60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492961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1786008402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010090065" name="Espaço Reservado para Número de Slide 3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61</a:t>
            </a:fld>
            <a:endParaRPr lang="pt-B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07009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260563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259138183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95151634" name="Espaço Reservado para Número de Slide 3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62</a:t>
            </a:fld>
            <a:endParaRPr lang="pt-B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095297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492961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1786008402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010090065" name="Espaço Reservado para Número de Slide 3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63</a:t>
            </a:fld>
            <a:endParaRPr lang="pt-B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8234996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260563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259138183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95151634" name="Espaço Reservado para Número de Slide 3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64</a:t>
            </a:fld>
            <a:endParaRPr lang="pt-B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21734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492961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1786008402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010090065" name="Espaço Reservado para Número de Slide 3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65</a:t>
            </a:fld>
            <a:endParaRPr lang="pt-B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2607153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492961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1786008402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010090065" name="Espaço Reservado para Número de Slide 3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66</a:t>
            </a:fld>
            <a:endParaRPr lang="pt-B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9390112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492961" name="Espaço Reservado para Imagem de Slid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1786008402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010090065" name="Espaço Reservado para Número de Slide 3"/>
          <p:cNvSpPr>
            <a:spLocks noGrp="1"/>
          </p:cNvSpPr>
          <p:nvPr>
            <p:ph type="sldNum" idx="9"/>
          </p:nvPr>
        </p:nvSpPr>
        <p:spPr bwMode="auto"/>
        <p:txBody>
          <a:bodyPr/>
          <a:lstStyle/>
          <a:p>
            <a:pPr algn="r">
              <a:buNone/>
              <a:defRPr/>
            </a:pPr>
            <a:fld id="{A63D4C2E-EC0D-4981-84CB-9A49398E8F6E}" type="slidenum">
              <a:rPr lang="pt-BR" sz="1400" b="0" strike="noStrike" spc="-1">
                <a:latin typeface="Times New Roman"/>
              </a:rPr>
              <a:t>67</a:t>
            </a:fld>
            <a:endParaRPr lang="pt-B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332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657143" name="PlaceHolder 1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1586823033" name="PlaceHolder 2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C9B14809-837C-4D37-946B-9E15846CADED}" type="slidenum">
              <a:rPr/>
              <a:t>‹nº›</a:t>
            </a:fld>
            <a:endParaRPr/>
          </a:p>
        </p:txBody>
      </p:sp>
      <p:sp>
        <p:nvSpPr>
          <p:cNvPr id="459072067" name="PlaceHolder 3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570621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42230332" name="PlaceHolder 2"/>
          <p:cNvSpPr>
            <a:spLocks noGrp="1"/>
          </p:cNvSpPr>
          <p:nvPr>
            <p:ph type="subTitle"/>
          </p:nvPr>
        </p:nvSpPr>
        <p:spPr bwMode="auto"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2143581986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1989739577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5E9D9544-AEBF-443B-BAF0-3C204FBEEF04}" type="slidenum">
              <a:rPr/>
              <a:t>‹nº›</a:t>
            </a:fld>
            <a:endParaRPr/>
          </a:p>
        </p:txBody>
      </p:sp>
      <p:sp>
        <p:nvSpPr>
          <p:cNvPr id="101822683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393455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19933543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647232906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982424544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EA145D91-A0AA-49D7-B5CB-905E4F0F9BF6}" type="slidenum">
              <a:rPr/>
              <a:t>‹nº›</a:t>
            </a:fld>
            <a:endParaRPr/>
          </a:p>
        </p:txBody>
      </p:sp>
      <p:sp>
        <p:nvSpPr>
          <p:cNvPr id="1925515330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77814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17692082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47902471" name="PlaceHolder 3"/>
          <p:cNvSpPr>
            <a:spLocks noGrp="1"/>
          </p:cNvSpPr>
          <p:nvPr>
            <p:ph/>
          </p:nvPr>
        </p:nvSpPr>
        <p:spPr bwMode="auto"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913777921" name="PlaceHolder 4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89633824" name="PlaceHolder 5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70805917-36F6-4349-8A18-140F9176ADC9}" type="slidenum">
              <a:rPr/>
              <a:t>‹nº›</a:t>
            </a:fld>
            <a:endParaRPr/>
          </a:p>
        </p:txBody>
      </p:sp>
      <p:sp>
        <p:nvSpPr>
          <p:cNvPr id="1214682141" name="PlaceHolder 6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7313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04596102" name="PlaceHolder 2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1214896796" name="PlaceHolder 3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31A8880B-38A2-4427-AAAB-64C4AA22CD31}" type="slidenum">
              <a:rPr/>
              <a:t>‹nº›</a:t>
            </a:fld>
            <a:endParaRPr/>
          </a:p>
        </p:txBody>
      </p:sp>
      <p:sp>
        <p:nvSpPr>
          <p:cNvPr id="971978413" name="PlaceHolder 4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89158" name="PlaceHolder 1"/>
          <p:cNvSpPr>
            <a:spLocks noGrp="1"/>
          </p:cNvSpPr>
          <p:nvPr>
            <p:ph type="subTitle"/>
          </p:nvPr>
        </p:nvSpPr>
        <p:spPr bwMode="auto">
          <a:xfrm>
            <a:off x="657360" y="499680"/>
            <a:ext cx="10772280" cy="76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1263258398" name="PlaceHolder 2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1228192291" name="PlaceHolder 3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0C2CBB90-F26C-46B4-BA37-274104690AFE}" type="slidenum">
              <a:rPr/>
              <a:t>‹nº›</a:t>
            </a:fld>
            <a:endParaRPr/>
          </a:p>
        </p:txBody>
      </p:sp>
      <p:sp>
        <p:nvSpPr>
          <p:cNvPr id="917880181" name="PlaceHolder 4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AndObj" preserve="1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416910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66131759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929459756" name="PlaceHolder 3"/>
          <p:cNvSpPr>
            <a:spLocks noGrp="1"/>
          </p:cNvSpPr>
          <p:nvPr>
            <p:ph/>
          </p:nvPr>
        </p:nvSpPr>
        <p:spPr bwMode="auto"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36005642" name="PlaceHolder 4"/>
          <p:cNvSpPr>
            <a:spLocks noGrp="1"/>
          </p:cNvSpPr>
          <p:nvPr>
            <p:ph/>
          </p:nvPr>
        </p:nvSpPr>
        <p:spPr bwMode="auto"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049981311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1789561098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F08AA5D2-BD98-4F89-B166-EFE371AA385D}" type="slidenum">
              <a:rPr/>
              <a:t>‹nº›</a:t>
            </a:fld>
            <a:endParaRPr/>
          </a:p>
        </p:txBody>
      </p:sp>
      <p:sp>
        <p:nvSpPr>
          <p:cNvPr id="2569827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AndTwoObj" preserve="1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609883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86307795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97760625" name="PlaceHolder 3"/>
          <p:cNvSpPr>
            <a:spLocks noGrp="1"/>
          </p:cNvSpPr>
          <p:nvPr>
            <p:ph/>
          </p:nvPr>
        </p:nvSpPr>
        <p:spPr bwMode="auto"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511378070" name="PlaceHolder 4"/>
          <p:cNvSpPr>
            <a:spLocks noGrp="1"/>
          </p:cNvSpPr>
          <p:nvPr>
            <p:ph/>
          </p:nvPr>
        </p:nvSpPr>
        <p:spPr bwMode="auto"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640344968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1080978342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0D0C0A58-2BA3-4977-BB5B-B374E350E1E3}" type="slidenum">
              <a:rPr/>
              <a:t>‹nº›</a:t>
            </a:fld>
            <a:endParaRPr/>
          </a:p>
        </p:txBody>
      </p:sp>
      <p:sp>
        <p:nvSpPr>
          <p:cNvPr id="302209990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OverTx" preserve="1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4696688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73266709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947315967" name="PlaceHolder 3"/>
          <p:cNvSpPr>
            <a:spLocks noGrp="1"/>
          </p:cNvSpPr>
          <p:nvPr>
            <p:ph/>
          </p:nvPr>
        </p:nvSpPr>
        <p:spPr bwMode="auto"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16115238" name="PlaceHolder 4"/>
          <p:cNvSpPr>
            <a:spLocks noGrp="1"/>
          </p:cNvSpPr>
          <p:nvPr>
            <p:ph/>
          </p:nvPr>
        </p:nvSpPr>
        <p:spPr bwMode="auto"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459868320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1670092107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F6CEAFB5-CC54-4E99-9397-14067843D92A}" type="slidenum">
              <a:rPr/>
              <a:t>‹nº›</a:t>
            </a:fld>
            <a:endParaRPr/>
          </a:p>
        </p:txBody>
      </p:sp>
      <p:sp>
        <p:nvSpPr>
          <p:cNvPr id="1557442915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verTx" preserve="1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280531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87664660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19677729" name="PlaceHolder 3"/>
          <p:cNvSpPr>
            <a:spLocks noGrp="1"/>
          </p:cNvSpPr>
          <p:nvPr>
            <p:ph/>
          </p:nvPr>
        </p:nvSpPr>
        <p:spPr bwMode="auto"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31203159" name="PlaceHolder 4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2114806627" name="PlaceHolder 5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0D958FBE-DFFE-43B0-A2F7-4E760D1C75EC}" type="slidenum">
              <a:rPr/>
              <a:t>‹nº›</a:t>
            </a:fld>
            <a:endParaRPr/>
          </a:p>
        </p:txBody>
      </p:sp>
      <p:sp>
        <p:nvSpPr>
          <p:cNvPr id="1948478469" name="PlaceHolder 6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fourObj" preserve="1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459357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92741794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337076320" name="PlaceHolder 3"/>
          <p:cNvSpPr>
            <a:spLocks noGrp="1"/>
          </p:cNvSpPr>
          <p:nvPr>
            <p:ph/>
          </p:nvPr>
        </p:nvSpPr>
        <p:spPr bwMode="auto"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050758329" name="PlaceHolder 4"/>
          <p:cNvSpPr>
            <a:spLocks noGrp="1"/>
          </p:cNvSpPr>
          <p:nvPr>
            <p:ph/>
          </p:nvPr>
        </p:nvSpPr>
        <p:spPr bwMode="auto"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298655" name="PlaceHolder 5"/>
          <p:cNvSpPr>
            <a:spLocks noGrp="1"/>
          </p:cNvSpPr>
          <p:nvPr>
            <p:ph/>
          </p:nvPr>
        </p:nvSpPr>
        <p:spPr bwMode="auto"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520940173" name="PlaceHolder 6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859474534" name="PlaceHolder 7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1BE59253-D3D8-4877-920F-59EDB6FE77FF}" type="slidenum">
              <a:rPr/>
              <a:t>‹nº›</a:t>
            </a:fld>
            <a:endParaRPr/>
          </a:p>
        </p:txBody>
      </p:sp>
      <p:sp>
        <p:nvSpPr>
          <p:cNvPr id="845308344" name="PlaceHolder 8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590385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6228069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86060746" name="PlaceHolder 3"/>
          <p:cNvSpPr>
            <a:spLocks noGrp="1"/>
          </p:cNvSpPr>
          <p:nvPr>
            <p:ph/>
          </p:nvPr>
        </p:nvSpPr>
        <p:spPr bwMode="auto">
          <a:xfrm>
            <a:off x="431244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67122837" name="PlaceHolder 4"/>
          <p:cNvSpPr>
            <a:spLocks noGrp="1"/>
          </p:cNvSpPr>
          <p:nvPr>
            <p:ph/>
          </p:nvPr>
        </p:nvSpPr>
        <p:spPr bwMode="auto">
          <a:xfrm>
            <a:off x="794808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71774804" name="PlaceHolder 5"/>
          <p:cNvSpPr>
            <a:spLocks noGrp="1"/>
          </p:cNvSpPr>
          <p:nvPr>
            <p:ph/>
          </p:nvPr>
        </p:nvSpPr>
        <p:spPr bwMode="auto">
          <a:xfrm>
            <a:off x="67680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019319891" name="PlaceHolder 6"/>
          <p:cNvSpPr>
            <a:spLocks noGrp="1"/>
          </p:cNvSpPr>
          <p:nvPr>
            <p:ph/>
          </p:nvPr>
        </p:nvSpPr>
        <p:spPr bwMode="auto">
          <a:xfrm>
            <a:off x="431244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848558470" name="PlaceHolder 7"/>
          <p:cNvSpPr>
            <a:spLocks noGrp="1"/>
          </p:cNvSpPr>
          <p:nvPr>
            <p:ph/>
          </p:nvPr>
        </p:nvSpPr>
        <p:spPr bwMode="auto">
          <a:xfrm>
            <a:off x="794808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010002289" name="PlaceHolder 8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1232491309" name="PlaceHolder 9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CC77A697-010B-41E5-AD09-8F6908BCD089}" type="slidenum">
              <a:rPr/>
              <a:t>‹nº›</a:t>
            </a:fld>
            <a:endParaRPr/>
          </a:p>
        </p:txBody>
      </p:sp>
      <p:sp>
        <p:nvSpPr>
          <p:cNvPr id="750718923" name="PlaceHolder 10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7435483" name="PlaceHolder 1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1133033533" name="PlaceHolder 2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A5AD1F37-5351-49D5-9A90-62319FCCF222}" type="slidenum">
              <a:rPr/>
              <a:t>‹nº›</a:t>
            </a:fld>
            <a:endParaRPr/>
          </a:p>
        </p:txBody>
      </p:sp>
      <p:sp>
        <p:nvSpPr>
          <p:cNvPr id="218974884" name="PlaceHolder 3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63659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09468717" name="PlaceHolder 2"/>
          <p:cNvSpPr>
            <a:spLocks noGrp="1"/>
          </p:cNvSpPr>
          <p:nvPr>
            <p:ph type="subTitle"/>
          </p:nvPr>
        </p:nvSpPr>
        <p:spPr bwMode="auto"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1624379719" name="PlaceHolder 3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641457014" name="PlaceHolder 4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80E86B8A-75C0-428B-ADD9-F62E5EEE2793}" type="slidenum">
              <a:rPr/>
              <a:t>‹nº›</a:t>
            </a:fld>
            <a:endParaRPr/>
          </a:p>
        </p:txBody>
      </p:sp>
      <p:sp>
        <p:nvSpPr>
          <p:cNvPr id="432309155" name="PlaceHolder 5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200292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40391443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704369579" name="PlaceHolder 3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1067149549" name="PlaceHolder 4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0D6B4ED2-AAA2-4055-9C1D-BEF13DF91887}" type="slidenum">
              <a:rPr/>
              <a:t>‹nº›</a:t>
            </a:fld>
            <a:endParaRPr/>
          </a:p>
        </p:txBody>
      </p:sp>
      <p:sp>
        <p:nvSpPr>
          <p:cNvPr id="2027473279" name="PlaceHolder 5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463699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04484287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676189285" name="PlaceHolder 3"/>
          <p:cNvSpPr>
            <a:spLocks noGrp="1"/>
          </p:cNvSpPr>
          <p:nvPr>
            <p:ph/>
          </p:nvPr>
        </p:nvSpPr>
        <p:spPr bwMode="auto"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118711486" name="PlaceHolder 4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92532318" name="PlaceHolder 5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3A170694-B6AB-490C-B834-C60A50018902}" type="slidenum">
              <a:rPr/>
              <a:t>‹nº›</a:t>
            </a:fld>
            <a:endParaRPr/>
          </a:p>
        </p:txBody>
      </p:sp>
      <p:sp>
        <p:nvSpPr>
          <p:cNvPr id="1506429122" name="PlaceHolder 6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119071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94979258" name="PlaceHolder 2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1668047891" name="PlaceHolder 3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A5F636C1-4470-4E06-B388-6082420AE6CC}" type="slidenum">
              <a:rPr/>
              <a:t>‹nº›</a:t>
            </a:fld>
            <a:endParaRPr/>
          </a:p>
        </p:txBody>
      </p:sp>
      <p:sp>
        <p:nvSpPr>
          <p:cNvPr id="337867367" name="PlaceHolder 4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342494" name="PlaceHolder 1"/>
          <p:cNvSpPr>
            <a:spLocks noGrp="1"/>
          </p:cNvSpPr>
          <p:nvPr>
            <p:ph type="subTitle"/>
          </p:nvPr>
        </p:nvSpPr>
        <p:spPr bwMode="auto">
          <a:xfrm>
            <a:off x="657360" y="499680"/>
            <a:ext cx="10772280" cy="76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641932118" name="PlaceHolder 2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2016461874" name="PlaceHolder 3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EB7233D5-B52E-4951-A2CB-218CA54530E6}" type="slidenum">
              <a:rPr/>
              <a:t>‹nº›</a:t>
            </a:fld>
            <a:endParaRPr/>
          </a:p>
        </p:txBody>
      </p:sp>
      <p:sp>
        <p:nvSpPr>
          <p:cNvPr id="782381525" name="PlaceHolder 4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AndObj" preserve="1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910964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02464787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8845693" name="PlaceHolder 3"/>
          <p:cNvSpPr>
            <a:spLocks noGrp="1"/>
          </p:cNvSpPr>
          <p:nvPr>
            <p:ph/>
          </p:nvPr>
        </p:nvSpPr>
        <p:spPr bwMode="auto"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857952449" name="PlaceHolder 4"/>
          <p:cNvSpPr>
            <a:spLocks noGrp="1"/>
          </p:cNvSpPr>
          <p:nvPr>
            <p:ph/>
          </p:nvPr>
        </p:nvSpPr>
        <p:spPr bwMode="auto"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945771103" name="PlaceHolder 5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319952853" name="PlaceHolder 6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A5A9C711-42C2-4AFE-B9BE-DF12941C9320}" type="slidenum">
              <a:rPr/>
              <a:t>‹nº›</a:t>
            </a:fld>
            <a:endParaRPr/>
          </a:p>
        </p:txBody>
      </p:sp>
      <p:sp>
        <p:nvSpPr>
          <p:cNvPr id="1739038649" name="PlaceHolder 7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AndTwoObj" preserve="1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128696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69675317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344072173" name="PlaceHolder 3"/>
          <p:cNvSpPr>
            <a:spLocks noGrp="1"/>
          </p:cNvSpPr>
          <p:nvPr>
            <p:ph/>
          </p:nvPr>
        </p:nvSpPr>
        <p:spPr bwMode="auto"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094292291" name="PlaceHolder 4"/>
          <p:cNvSpPr>
            <a:spLocks noGrp="1"/>
          </p:cNvSpPr>
          <p:nvPr>
            <p:ph/>
          </p:nvPr>
        </p:nvSpPr>
        <p:spPr bwMode="auto"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054363482" name="PlaceHolder 5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322302" name="PlaceHolder 6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C4CA64AB-E28D-4EB9-87EE-AF4B23CEB3DE}" type="slidenum">
              <a:rPr/>
              <a:t>‹nº›</a:t>
            </a:fld>
            <a:endParaRPr/>
          </a:p>
        </p:txBody>
      </p:sp>
      <p:sp>
        <p:nvSpPr>
          <p:cNvPr id="1483165771" name="PlaceHolder 7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OverTx" preserve="1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234033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89523461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858842017" name="PlaceHolder 3"/>
          <p:cNvSpPr>
            <a:spLocks noGrp="1"/>
          </p:cNvSpPr>
          <p:nvPr>
            <p:ph/>
          </p:nvPr>
        </p:nvSpPr>
        <p:spPr bwMode="auto"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658363826" name="PlaceHolder 4"/>
          <p:cNvSpPr>
            <a:spLocks noGrp="1"/>
          </p:cNvSpPr>
          <p:nvPr>
            <p:ph/>
          </p:nvPr>
        </p:nvSpPr>
        <p:spPr bwMode="auto"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24833879" name="PlaceHolder 5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593615149" name="PlaceHolder 6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2B71710A-62C6-454D-8BD0-450F5A11D02A}" type="slidenum">
              <a:rPr/>
              <a:t>‹nº›</a:t>
            </a:fld>
            <a:endParaRPr/>
          </a:p>
        </p:txBody>
      </p:sp>
      <p:sp>
        <p:nvSpPr>
          <p:cNvPr id="2107650742" name="PlaceHolder 7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verTx" preserve="1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161881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88400678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4587438" name="PlaceHolder 3"/>
          <p:cNvSpPr>
            <a:spLocks noGrp="1"/>
          </p:cNvSpPr>
          <p:nvPr>
            <p:ph/>
          </p:nvPr>
        </p:nvSpPr>
        <p:spPr bwMode="auto"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022228119" name="PlaceHolder 4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553955366" name="PlaceHolder 5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C90AD442-888E-4F94-9BE8-1F62A1435333}" type="slidenum">
              <a:rPr/>
              <a:t>‹nº›</a:t>
            </a:fld>
            <a:endParaRPr/>
          </a:p>
        </p:txBody>
      </p:sp>
      <p:sp>
        <p:nvSpPr>
          <p:cNvPr id="204809255" name="PlaceHolder 6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fourObj" preserve="1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409867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46753482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037769368" name="PlaceHolder 3"/>
          <p:cNvSpPr>
            <a:spLocks noGrp="1"/>
          </p:cNvSpPr>
          <p:nvPr>
            <p:ph/>
          </p:nvPr>
        </p:nvSpPr>
        <p:spPr bwMode="auto"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907535090" name="PlaceHolder 4"/>
          <p:cNvSpPr>
            <a:spLocks noGrp="1"/>
          </p:cNvSpPr>
          <p:nvPr>
            <p:ph/>
          </p:nvPr>
        </p:nvSpPr>
        <p:spPr bwMode="auto"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087723424" name="PlaceHolder 5"/>
          <p:cNvSpPr>
            <a:spLocks noGrp="1"/>
          </p:cNvSpPr>
          <p:nvPr>
            <p:ph/>
          </p:nvPr>
        </p:nvSpPr>
        <p:spPr bwMode="auto"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52533129" name="PlaceHolder 6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2032868849" name="PlaceHolder 7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F47940B9-3180-4B95-AE0C-D826DC382C91}" type="slidenum">
              <a:rPr/>
              <a:t>‹nº›</a:t>
            </a:fld>
            <a:endParaRPr/>
          </a:p>
        </p:txBody>
      </p:sp>
      <p:sp>
        <p:nvSpPr>
          <p:cNvPr id="1810966343" name="PlaceHolder 8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652879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91369907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168086361" name="PlaceHolder 3"/>
          <p:cNvSpPr>
            <a:spLocks noGrp="1"/>
          </p:cNvSpPr>
          <p:nvPr>
            <p:ph/>
          </p:nvPr>
        </p:nvSpPr>
        <p:spPr bwMode="auto">
          <a:xfrm>
            <a:off x="431244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046644440" name="PlaceHolder 4"/>
          <p:cNvSpPr>
            <a:spLocks noGrp="1"/>
          </p:cNvSpPr>
          <p:nvPr>
            <p:ph/>
          </p:nvPr>
        </p:nvSpPr>
        <p:spPr bwMode="auto">
          <a:xfrm>
            <a:off x="794808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399103674" name="PlaceHolder 5"/>
          <p:cNvSpPr>
            <a:spLocks noGrp="1"/>
          </p:cNvSpPr>
          <p:nvPr>
            <p:ph/>
          </p:nvPr>
        </p:nvSpPr>
        <p:spPr bwMode="auto">
          <a:xfrm>
            <a:off x="67680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74537501" name="PlaceHolder 6"/>
          <p:cNvSpPr>
            <a:spLocks noGrp="1"/>
          </p:cNvSpPr>
          <p:nvPr>
            <p:ph/>
          </p:nvPr>
        </p:nvSpPr>
        <p:spPr bwMode="auto">
          <a:xfrm>
            <a:off x="431244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128352864" name="PlaceHolder 7"/>
          <p:cNvSpPr>
            <a:spLocks noGrp="1"/>
          </p:cNvSpPr>
          <p:nvPr>
            <p:ph/>
          </p:nvPr>
        </p:nvSpPr>
        <p:spPr bwMode="auto">
          <a:xfrm>
            <a:off x="794808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  <a:defRPr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592732701" name="PlaceHolder 8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1481634225" name="PlaceHolder 9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98D67ADE-E27E-4BD8-9FFD-F82C6B9057F2}" type="slidenum">
              <a:rPr/>
              <a:t>‹nº›</a:t>
            </a:fld>
            <a:endParaRPr/>
          </a:p>
        </p:txBody>
      </p:sp>
      <p:sp>
        <p:nvSpPr>
          <p:cNvPr id="855292068" name="PlaceHolder 10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9E3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826032" name="Rectangle 3"/>
          <p:cNvSpPr/>
          <p:nvPr/>
        </p:nvSpPr>
        <p:spPr bwMode="auto">
          <a:xfrm>
            <a:off x="0" y="0"/>
            <a:ext cx="12191760" cy="6857640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1842520" name="PlaceHolder 1"/>
          <p:cNvSpPr>
            <a:spLocks noGrp="1"/>
          </p:cNvSpPr>
          <p:nvPr>
            <p:ph type="title"/>
          </p:nvPr>
        </p:nvSpPr>
        <p:spPr bwMode="auto">
          <a:xfrm>
            <a:off x="603360" y="770400"/>
            <a:ext cx="10782000" cy="335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0000"/>
              </a:lnSpc>
              <a:buNone/>
              <a:defRPr/>
            </a:pPr>
            <a:r>
              <a:rPr lang="pt-BR" sz="8800" b="0" strike="noStrike" spc="-120">
                <a:solidFill>
                  <a:srgbClr val="FFFFFF"/>
                </a:solidFill>
                <a:latin typeface="Calibri Light"/>
              </a:rPr>
              <a:t>Clique para editar o título Mestre</a:t>
            </a:r>
            <a:endParaRPr lang="en-US" sz="8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70432413" name="PlaceHolder 2"/>
          <p:cNvSpPr>
            <a:spLocks noGrp="1"/>
          </p:cNvSpPr>
          <p:nvPr>
            <p:ph type="dt" idx="1"/>
          </p:nvPr>
        </p:nvSpPr>
        <p:spPr bwMode="auto">
          <a:xfrm>
            <a:off x="685800" y="6412320"/>
            <a:ext cx="41144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pt-BR" sz="950" b="0" strike="noStrike" spc="-1">
                <a:solidFill>
                  <a:srgbClr val="FFFFFF">
                    <a:alpha val="80000"/>
                  </a:srgbClr>
                </a:solidFill>
                <a:latin typeface="Calibri Light"/>
              </a:defRPr>
            </a:lvl1pPr>
          </a:lstStyle>
          <a:p>
            <a:pPr>
              <a:lnSpc>
                <a:spcPct val="100000"/>
              </a:lnSpc>
              <a:buNone/>
              <a:defRPr/>
            </a:pPr>
            <a:r>
              <a:rPr lang="pt-BR" sz="950" b="0" strike="noStrike" spc="-1">
                <a:solidFill>
                  <a:srgbClr val="FFFFFF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773920577" name="PlaceHolder 3"/>
          <p:cNvSpPr>
            <a:spLocks noGrp="1"/>
          </p:cNvSpPr>
          <p:nvPr>
            <p:ph type="ftr" idx="2"/>
          </p:nvPr>
        </p:nvSpPr>
        <p:spPr bwMode="auto">
          <a:xfrm>
            <a:off x="685800" y="6554520"/>
            <a:ext cx="50288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ctr">
              <a:buNone/>
              <a:defRPr/>
            </a:pPr>
            <a:r>
              <a:rPr lang="pt-BR" sz="1400" b="0" strike="noStrike" spc="-1">
                <a:latin typeface="Times New Roman"/>
              </a:rPr>
              <a:t>&lt;rodapé&gt;</a:t>
            </a:r>
            <a:endParaRPr/>
          </a:p>
        </p:txBody>
      </p:sp>
      <p:sp>
        <p:nvSpPr>
          <p:cNvPr id="2018005288" name="PlaceHolder 4"/>
          <p:cNvSpPr>
            <a:spLocks noGrp="1"/>
          </p:cNvSpPr>
          <p:nvPr>
            <p:ph type="sldNum" idx="3"/>
          </p:nvPr>
        </p:nvSpPr>
        <p:spPr bwMode="auto">
          <a:xfrm>
            <a:off x="8763840" y="5876280"/>
            <a:ext cx="2925720" cy="1396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pt-BR" sz="10300" b="0" strike="noStrike" spc="-1">
                <a:solidFill>
                  <a:srgbClr val="FFFFFF">
                    <a:alpha val="25000"/>
                  </a:srgbClr>
                </a:solidFill>
                <a:latin typeface="Calibri Light"/>
              </a:defRPr>
            </a:lvl1pPr>
          </a:lstStyle>
          <a:p>
            <a:pPr algn="r">
              <a:lnSpc>
                <a:spcPct val="100000"/>
              </a:lnSpc>
              <a:buNone/>
              <a:defRPr/>
            </a:pPr>
            <a:fld id="{D687F324-676B-4E9B-85A3-A764F18BEED5}" type="slidenum">
              <a:rPr lang="pt-BR" sz="10300" b="0" strike="noStrike" spc="-1">
                <a:solidFill>
                  <a:srgbClr val="FFFFFF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  <p:sp>
        <p:nvSpPr>
          <p:cNvPr id="1954548891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8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strike="noStrike" spc="-1">
                <a:solidFill>
                  <a:srgbClr val="262626"/>
                </a:solidFill>
                <a:latin typeface="Calibri Light"/>
              </a:rPr>
              <a:t>Clique para editar o formato do texto da estrutura de tópicos</a:t>
            </a:r>
            <a:endParaRPr/>
          </a:p>
          <a:p>
            <a:pPr marL="864000" lvl="1" indent="-324000">
              <a:lnSpc>
                <a:spcPct val="8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i="1" strike="noStrike" spc="-1">
                <a:solidFill>
                  <a:srgbClr val="262626"/>
                </a:solidFill>
                <a:latin typeface="Calibri Light"/>
              </a:rPr>
              <a:t>2.º nível da estrutura de tópicos</a:t>
            </a:r>
            <a:endParaRPr/>
          </a:p>
          <a:p>
            <a:pPr marL="1296000" lvl="2" indent="-288000">
              <a:lnSpc>
                <a:spcPct val="8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262626"/>
                </a:solidFill>
                <a:latin typeface="Calibri Light"/>
              </a:rPr>
              <a:t>3.º nível da estrutura de tópicos</a:t>
            </a:r>
            <a:endParaRPr/>
          </a:p>
          <a:p>
            <a:pPr marL="1728000" lvl="3" indent="-216000">
              <a:lnSpc>
                <a:spcPct val="8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262626"/>
                </a:solidFill>
                <a:latin typeface="Calibri Light"/>
              </a:rPr>
              <a:t>4.º nível da estrutura de tópicos</a:t>
            </a:r>
            <a:endParaRPr/>
          </a:p>
          <a:p>
            <a:pPr marL="2160000" lvl="4" indent="-216000">
              <a:lnSpc>
                <a:spcPct val="8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262626"/>
                </a:solidFill>
                <a:latin typeface="Calibri Light"/>
              </a:rPr>
              <a:t>5.º nível da estrutura de tópicos</a:t>
            </a:r>
            <a:endParaRPr/>
          </a:p>
          <a:p>
            <a:pPr marL="2592000" lvl="5" indent="-216000">
              <a:lnSpc>
                <a:spcPct val="8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262626"/>
                </a:solidFill>
                <a:latin typeface="Calibri Light"/>
              </a:rPr>
              <a:t>6.º nível da estrutura de tópicos</a:t>
            </a:r>
            <a:endParaRPr/>
          </a:p>
          <a:p>
            <a:pPr marL="3024000" lvl="6" indent="-216000">
              <a:lnSpc>
                <a:spcPct val="8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262626"/>
                </a:solidFill>
                <a:latin typeface="Calibri Light"/>
              </a:rPr>
              <a:t>7.º nível da estrutura de tópicos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197072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Clique para editar o título Mestre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08653597" name="PlaceHolder 2"/>
          <p:cNvSpPr>
            <a:spLocks noGrp="1"/>
          </p:cNvSpPr>
          <p:nvPr>
            <p:ph type="body"/>
          </p:nvPr>
        </p:nvSpPr>
        <p:spPr bwMode="auto"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2400" b="0" strike="noStrike" spc="-1">
                <a:solidFill>
                  <a:srgbClr val="262626"/>
                </a:solidFill>
                <a:latin typeface="Calibri Light"/>
              </a:rPr>
              <a:t>Clique para editar os estilos de texto Mestres</a:t>
            </a: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  <a:p>
            <a:pPr marL="347400" lvl="1" indent="-34308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2400" b="0" strike="noStrike" spc="-1">
                <a:solidFill>
                  <a:srgbClr val="262626"/>
                </a:solidFill>
                <a:latin typeface="Calibri Light"/>
              </a:rPr>
              <a:t>Segundo nível</a:t>
            </a:r>
            <a:endParaRPr lang="en-US" sz="2400" b="0" i="1" strike="noStrike" spc="-1">
              <a:solidFill>
                <a:srgbClr val="262626"/>
              </a:solidFill>
              <a:latin typeface="Calibri Light"/>
            </a:endParaRPr>
          </a:p>
          <a:p>
            <a:pPr marL="548640" lvl="2" indent="-54864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2000" b="0" i="1" strike="noStrike" spc="-1">
                <a:solidFill>
                  <a:srgbClr val="262626"/>
                </a:solidFill>
                <a:latin typeface="Calibri Light"/>
              </a:rPr>
              <a:t>Terceiro nível</a:t>
            </a:r>
            <a:endParaRPr lang="en-US" sz="2000" b="0" strike="noStrike" spc="-1">
              <a:solidFill>
                <a:srgbClr val="262626"/>
              </a:solidFill>
              <a:latin typeface="Calibri Light"/>
            </a:endParaRPr>
          </a:p>
          <a:p>
            <a:pPr marL="822960" lvl="3" indent="-82296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1800" b="0" strike="noStrike" spc="-1">
                <a:solidFill>
                  <a:srgbClr val="262626"/>
                </a:solidFill>
                <a:latin typeface="Calibri Light"/>
              </a:rPr>
              <a:t>Quarto nível</a:t>
            </a:r>
            <a:endParaRPr lang="en-US" sz="1800" b="0" strike="noStrike" spc="-1">
              <a:solidFill>
                <a:srgbClr val="262626"/>
              </a:solidFill>
              <a:latin typeface="Calibri Light"/>
            </a:endParaRPr>
          </a:p>
          <a:p>
            <a:pPr marL="1097280" lvl="4" indent="-109728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1800" b="0" strike="noStrike" spc="-1">
                <a:solidFill>
                  <a:srgbClr val="262626"/>
                </a:solidFill>
                <a:latin typeface="Calibri Light"/>
              </a:rPr>
              <a:t>Quinto nível</a:t>
            </a:r>
            <a:endParaRPr lang="en-US" sz="18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009572000" name="PlaceHolder 3"/>
          <p:cNvSpPr>
            <a:spLocks noGrp="1"/>
          </p:cNvSpPr>
          <p:nvPr>
            <p:ph type="dt" idx="4"/>
          </p:nvPr>
        </p:nvSpPr>
        <p:spPr bwMode="auto">
          <a:xfrm>
            <a:off x="685800" y="6412320"/>
            <a:ext cx="41144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defRPr>
            </a:lvl1pPr>
          </a:lstStyle>
          <a:p>
            <a:pPr>
              <a:lnSpc>
                <a:spcPct val="100000"/>
              </a:lnSpc>
              <a:buNone/>
              <a:defRPr/>
            </a:pPr>
            <a:r>
              <a: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826381408" name="PlaceHolder 4"/>
          <p:cNvSpPr>
            <a:spLocks noGrp="1"/>
          </p:cNvSpPr>
          <p:nvPr>
            <p:ph type="ftr" idx="5"/>
          </p:nvPr>
        </p:nvSpPr>
        <p:spPr bwMode="auto">
          <a:xfrm>
            <a:off x="685800" y="6554520"/>
            <a:ext cx="50288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ctr">
              <a:buNone/>
              <a:defRPr/>
            </a:pPr>
            <a:r>
              <a:rPr lang="pt-BR" sz="1400" b="0" strike="noStrike" spc="-1">
                <a:latin typeface="Times New Roman"/>
              </a:rPr>
              <a:t>&lt;rodapé&gt;</a:t>
            </a:r>
            <a:endParaRPr/>
          </a:p>
        </p:txBody>
      </p:sp>
      <p:sp>
        <p:nvSpPr>
          <p:cNvPr id="1408182007" name="PlaceHolder 5"/>
          <p:cNvSpPr>
            <a:spLocks noGrp="1"/>
          </p:cNvSpPr>
          <p:nvPr>
            <p:ph type="sldNum" idx="6"/>
          </p:nvPr>
        </p:nvSpPr>
        <p:spPr bwMode="auto">
          <a:xfrm>
            <a:off x="8763840" y="5876280"/>
            <a:ext cx="2925720" cy="1396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pt-BR" sz="10300" b="0" strike="noStrike" spc="-1">
                <a:solidFill>
                  <a:srgbClr val="549E39">
                    <a:alpha val="25000"/>
                  </a:srgbClr>
                </a:solidFill>
                <a:latin typeface="Calibri Light"/>
              </a:defRPr>
            </a:lvl1pPr>
          </a:lstStyle>
          <a:p>
            <a:pPr algn="r">
              <a:lnSpc>
                <a:spcPct val="100000"/>
              </a:lnSpc>
              <a:buNone/>
              <a:defRPr/>
            </a:pPr>
            <a:fld id="{67C4E7D6-E39B-4324-9914-DEA6C4F58F7E}" type="slidenum">
              <a:rPr lang="pt-BR" sz="10300" b="0" strike="noStrike" spc="-1">
                <a:solidFill>
                  <a:srgbClr val="549E39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uth0.com/docs" TargetMode="External"/><Relationship Id="rId7" Type="http://schemas.openxmlformats.org/officeDocument/2006/relationships/hyperlink" Target="https://authjs.dev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stack-auth.com/" TargetMode="External"/><Relationship Id="rId5" Type="http://schemas.openxmlformats.org/officeDocument/2006/relationships/hyperlink" Target="https://kinde.com/" TargetMode="External"/><Relationship Id="rId4" Type="http://schemas.openxmlformats.org/officeDocument/2006/relationships/hyperlink" Target="https://www.better-auth.com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825078" name="PlaceHolder 1"/>
          <p:cNvSpPr>
            <a:spLocks noGrp="1"/>
          </p:cNvSpPr>
          <p:nvPr>
            <p:ph type="title"/>
          </p:nvPr>
        </p:nvSpPr>
        <p:spPr bwMode="auto">
          <a:xfrm>
            <a:off x="795240" y="637920"/>
            <a:ext cx="10416960" cy="3189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0000"/>
              </a:lnSpc>
              <a:buNone/>
              <a:defRPr/>
            </a:pPr>
            <a:r>
              <a:rPr lang="pt-BR" sz="8000" b="0" strike="noStrike" spc="-120">
                <a:solidFill>
                  <a:srgbClr val="FFFFFF"/>
                </a:solidFill>
                <a:latin typeface="Calibri Light"/>
              </a:rPr>
              <a:t>Desenvolvimento </a:t>
            </a:r>
            <a:r>
              <a:rPr lang="pt-BR" sz="8000" b="0" i="1" strike="noStrike" spc="-120">
                <a:solidFill>
                  <a:srgbClr val="FFFFFF"/>
                </a:solidFill>
                <a:latin typeface="Calibri Light"/>
              </a:rPr>
              <a:t>Web</a:t>
            </a:r>
            <a:r>
              <a:rPr lang="pt-BR" sz="8000" b="0" strike="noStrike" spc="-120">
                <a:solidFill>
                  <a:srgbClr val="FFFFFF"/>
                </a:solidFill>
                <a:latin typeface="Calibri Light"/>
              </a:rPr>
              <a:t> III</a:t>
            </a:r>
            <a:endParaRPr lang="en-US" sz="8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37775302" name="PlaceHolder 2"/>
          <p:cNvSpPr>
            <a:spLocks noGrp="1"/>
          </p:cNvSpPr>
          <p:nvPr>
            <p:ph type="subTitle"/>
          </p:nvPr>
        </p:nvSpPr>
        <p:spPr bwMode="auto">
          <a:xfrm>
            <a:off x="795240" y="4377240"/>
            <a:ext cx="10558800" cy="442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000"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  <a:defRPr/>
            </a:pPr>
            <a:r>
              <a:rPr lang="pt-BR" sz="2800" b="0" strike="noStrike" spc="-1">
                <a:solidFill>
                  <a:srgbClr val="FEFFFF"/>
                </a:solidFill>
                <a:latin typeface="Calibri Light"/>
              </a:rPr>
              <a:t>Tecnologia em Análise e Desenvolvimento de Sistemas</a:t>
            </a:r>
            <a:endParaRPr lang="pt-BR" sz="2800" b="0" strike="noStrike" spc="-1">
              <a:latin typeface="Arial"/>
            </a:endParaRPr>
          </a:p>
        </p:txBody>
      </p:sp>
      <p:sp>
        <p:nvSpPr>
          <p:cNvPr id="2022904785" name="Subtítulo 2"/>
          <p:cNvSpPr/>
          <p:nvPr/>
        </p:nvSpPr>
        <p:spPr bwMode="auto">
          <a:xfrm>
            <a:off x="4420114" y="6080039"/>
            <a:ext cx="3167211" cy="442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rmAutofit fontScale="89500"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  <a:defRPr/>
            </a:pPr>
            <a:r>
              <a:rPr lang="pt-BR" sz="2800" b="0" strike="noStrike" spc="-1">
                <a:solidFill>
                  <a:srgbClr val="FEFFFF"/>
                </a:solidFill>
                <a:latin typeface="Calibri Light"/>
              </a:rPr>
              <a:t>Aula 11 - Autenticação</a:t>
            </a:r>
            <a:endParaRPr lang="pt-BR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220944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64566087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A autenticação é o processo de permitir o acesso de partes do </a:t>
            </a:r>
            <a:r>
              <a:rPr lang="pt-BR" sz="3600" b="0" i="1" strike="noStrike" spc="-1">
                <a:solidFill>
                  <a:srgbClr val="262626"/>
                </a:solidFill>
                <a:latin typeface="Calibri Light"/>
              </a:rPr>
              <a:t>site </a:t>
            </a: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a pessoas com credenciais válidas.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Há diversas formas de fazer a autenticação, entre elas:</a:t>
            </a:r>
            <a:endParaRPr/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200" b="0" strike="noStrike" spc="-1">
                <a:solidFill>
                  <a:srgbClr val="262626"/>
                </a:solidFill>
                <a:latin typeface="Calibri Light"/>
              </a:rPr>
              <a:t>Nome de usuário e senha;</a:t>
            </a:r>
            <a:endParaRPr/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200" spc="-1">
                <a:solidFill>
                  <a:srgbClr val="262626"/>
                </a:solidFill>
                <a:latin typeface="Calibri Light"/>
              </a:rPr>
              <a:t>Código de acesso único;</a:t>
            </a:r>
            <a:endParaRPr/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200" b="0" strike="noStrike" spc="-1">
                <a:solidFill>
                  <a:srgbClr val="262626"/>
                </a:solidFill>
                <a:latin typeface="Calibri Light"/>
              </a:rPr>
              <a:t>Protocol</a:t>
            </a:r>
            <a:r>
              <a:rPr lang="pt-BR" sz="3200" spc="-1">
                <a:solidFill>
                  <a:srgbClr val="262626"/>
                </a:solidFill>
                <a:latin typeface="Calibri Light"/>
              </a:rPr>
              <a:t>o </a:t>
            </a:r>
            <a:r>
              <a:rPr lang="pt-BR" sz="3200" b="0" strike="noStrike" spc="-1">
                <a:solidFill>
                  <a:srgbClr val="262626"/>
                </a:solidFill>
                <a:latin typeface="Calibri Light"/>
              </a:rPr>
              <a:t>OAuth 2;</a:t>
            </a:r>
            <a:endParaRPr/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200" spc="-1">
                <a:solidFill>
                  <a:srgbClr val="262626"/>
                </a:solidFill>
                <a:latin typeface="Calibri Light"/>
              </a:rPr>
              <a:t>Etc.</a:t>
            </a:r>
            <a:endParaRPr lang="en-US" sz="3200" b="0" strike="noStrike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016210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8426582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O Next.js não possui funções específicas para tratamento da autenticação.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Dessa forma, é necessário:</a:t>
            </a:r>
            <a:endParaRPr/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200" b="0" strike="noStrike" spc="-1">
                <a:solidFill>
                  <a:srgbClr val="262626"/>
                </a:solidFill>
                <a:latin typeface="Calibri Light"/>
              </a:rPr>
              <a:t>Implementar funções de validação e verificação manualmente;</a:t>
            </a:r>
            <a:endParaRPr/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200" spc="-1">
                <a:solidFill>
                  <a:srgbClr val="262626"/>
                </a:solidFill>
                <a:latin typeface="Calibri Light"/>
              </a:rPr>
              <a:t>Utilizar uma função para controle da autenticação.</a:t>
            </a:r>
            <a:r>
              <a:rPr lang="pt-BR" sz="3200" b="0" strike="noStrike" spc="-1">
                <a:solidFill>
                  <a:srgbClr val="262626"/>
                </a:solidFill>
                <a:latin typeface="Calibri Light"/>
              </a:rPr>
              <a:t> </a:t>
            </a:r>
            <a:endParaRPr lang="en-US" sz="3200" b="0" strike="noStrike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612487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91504626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Há diversas bibliotecas para controle de autenticação em Javascript/React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, entre elas:</a:t>
            </a:r>
            <a:endParaRPr/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2800" b="0" strike="noStrike" spc="-1">
                <a:solidFill>
                  <a:srgbClr val="262626"/>
                </a:solidFill>
                <a:latin typeface="Calibri Light"/>
              </a:rPr>
              <a:t>Auth0 </a:t>
            </a:r>
            <a:r>
              <a:rPr lang="pt-BR" sz="2800" b="0" u="sng" strike="noStrike" spc="-1">
                <a:solidFill>
                  <a:srgbClr val="262626"/>
                </a:solidFill>
                <a:latin typeface="Calibri Light"/>
                <a:hlinkClick r:id="rId3"/>
              </a:rPr>
              <a:t>https://auth0.com/docs</a:t>
            </a:r>
            <a:endParaRPr lang="pt-BR" sz="2800" b="0" strike="noStrike" spc="-1">
              <a:solidFill>
                <a:srgbClr val="262626"/>
              </a:solidFill>
              <a:latin typeface="Calibri Light"/>
            </a:endParaRP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en-US" sz="2800" b="1" strike="noStrike" spc="-1">
                <a:solidFill>
                  <a:srgbClr val="262626"/>
                </a:solidFill>
                <a:latin typeface="Calibri Light"/>
              </a:rPr>
              <a:t>Better Auth </a:t>
            </a:r>
            <a:r>
              <a:rPr lang="en-US" sz="2800" b="1" u="sng" strike="noStrike" spc="-1">
                <a:solidFill>
                  <a:srgbClr val="262626"/>
                </a:solidFill>
                <a:latin typeface="Calibri Light"/>
                <a:hlinkClick r:id="rId4"/>
              </a:rPr>
              <a:t>https://www.better-auth.com</a:t>
            </a:r>
            <a:endParaRPr lang="en-US" sz="2800" b="1" strike="noStrike" spc="-1">
              <a:solidFill>
                <a:srgbClr val="262626"/>
              </a:solidFill>
              <a:latin typeface="Calibri Light"/>
            </a:endParaRP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en-US" sz="2800" b="0" strike="noStrike" spc="-1">
                <a:solidFill>
                  <a:srgbClr val="262626"/>
                </a:solidFill>
                <a:latin typeface="Calibri Light"/>
              </a:rPr>
              <a:t>Kinde </a:t>
            </a:r>
            <a:r>
              <a:rPr lang="en-US" sz="2800" b="0" u="sng" strike="noStrike" spc="-1">
                <a:solidFill>
                  <a:srgbClr val="262626"/>
                </a:solidFill>
                <a:latin typeface="Calibri Light"/>
                <a:hlinkClick r:id="rId5"/>
              </a:rPr>
              <a:t>https://kinde.com</a:t>
            </a:r>
            <a:endParaRPr lang="en-US" sz="2800" b="0" strike="noStrike" spc="-1">
              <a:solidFill>
                <a:srgbClr val="262626"/>
              </a:solidFill>
              <a:latin typeface="Calibri Light"/>
            </a:endParaRP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en-US" sz="2800" spc="-1">
                <a:solidFill>
                  <a:srgbClr val="262626"/>
                </a:solidFill>
                <a:latin typeface="Calibri Light"/>
              </a:rPr>
              <a:t>Stack Auth </a:t>
            </a:r>
            <a:r>
              <a:rPr lang="en-US" sz="2800" u="sng" spc="-1">
                <a:solidFill>
                  <a:srgbClr val="262626"/>
                </a:solidFill>
                <a:latin typeface="Calibri Light"/>
                <a:hlinkClick r:id="rId6"/>
              </a:rPr>
              <a:t>https://stack-auth.com</a:t>
            </a:r>
            <a:endParaRPr lang="en-US" sz="2800" spc="-1">
              <a:solidFill>
                <a:srgbClr val="262626"/>
              </a:solidFill>
              <a:latin typeface="Calibri Light"/>
            </a:endParaRP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en-US" sz="2800" strike="noStrike" spc="-1">
                <a:solidFill>
                  <a:srgbClr val="262626"/>
                </a:solidFill>
                <a:latin typeface="Calibri Light"/>
              </a:rPr>
              <a:t>Auth.js </a:t>
            </a:r>
            <a:r>
              <a:rPr lang="en-US" sz="2800" u="sng" strike="noStrike" spc="-1">
                <a:solidFill>
                  <a:srgbClr val="262626"/>
                </a:solidFill>
                <a:latin typeface="Calibri Light"/>
                <a:hlinkClick r:id="rId7"/>
              </a:rPr>
              <a:t>https://authjs.dev</a:t>
            </a:r>
            <a:endParaRPr lang="en-US" sz="2800" strike="noStrike" spc="-1">
              <a:solidFill>
                <a:srgbClr val="262626"/>
              </a:solidFill>
              <a:latin typeface="Calibri Light"/>
            </a:endParaRPr>
          </a:p>
          <a:p>
            <a:pPr marL="457200" lvl="1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en-US" sz="2800" b="0" strike="noStrike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200139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93477014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Há dois principais tipos de implementar a autenticação:</a:t>
            </a:r>
            <a:endParaRPr/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200" spc="-1">
                <a:solidFill>
                  <a:srgbClr val="262626"/>
                </a:solidFill>
                <a:latin typeface="Calibri Light"/>
              </a:rPr>
              <a:t>Com base de dados</a:t>
            </a:r>
            <a:endParaRPr/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200" b="0" strike="noStrike" spc="-1">
                <a:solidFill>
                  <a:srgbClr val="262626"/>
                </a:solidFill>
                <a:latin typeface="Calibri Light"/>
              </a:rPr>
              <a:t>Com </a:t>
            </a:r>
            <a:r>
              <a:rPr lang="pt-BR" sz="3200" b="0" i="1" strike="noStrike" spc="-1">
                <a:solidFill>
                  <a:srgbClr val="262626"/>
                </a:solidFill>
                <a:latin typeface="Calibri Light"/>
              </a:rPr>
              <a:t>tokens </a:t>
            </a:r>
            <a:r>
              <a:rPr lang="pt-BR" sz="3200" b="0" strike="noStrike" spc="-1">
                <a:solidFill>
                  <a:srgbClr val="262626"/>
                </a:solidFill>
                <a:latin typeface="Calibri Light"/>
              </a:rPr>
              <a:t>de autenticação</a:t>
            </a:r>
            <a:endParaRPr lang="en-US" b="0" strike="noStrike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617382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Autenticação com base de dados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91021894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Armazena informação de cada 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login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em uma base de dados;</a:t>
            </a:r>
            <a:endParaRPr/>
          </a:p>
          <a:p>
            <a:pPr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Possibilidade de verificar todos os 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logins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realizados;</a:t>
            </a:r>
            <a:endParaRPr/>
          </a:p>
          <a:p>
            <a:pPr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Possibilidade de remover acessos indevidos;</a:t>
            </a:r>
            <a:endParaRPr/>
          </a:p>
          <a:p>
            <a:pPr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Requer servidor para autenticação (ou pode usar o servidor 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web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com o SQLite).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903658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Autenticação com </a:t>
            </a:r>
            <a:r>
              <a:rPr lang="pt-BR" sz="5400" b="0" i="1" strike="noStrike" spc="-120">
                <a:solidFill>
                  <a:srgbClr val="549E39"/>
                </a:solidFill>
                <a:latin typeface="Calibri Light"/>
              </a:rPr>
              <a:t>tokens</a:t>
            </a:r>
            <a:endParaRPr lang="en-US" sz="5400" b="0" i="1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72546207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Não é necessário servidor de autenticação;</a:t>
            </a:r>
            <a:endParaRPr/>
          </a:p>
          <a:p>
            <a:pPr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Dados da autenticação ficam armazenados no 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token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apenas;</a:t>
            </a:r>
            <a:endParaRPr/>
          </a:p>
          <a:p>
            <a:pPr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Possibilidade de captura e roubo de 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token.</a:t>
            </a:r>
            <a:endParaRPr lang="pt-BR" sz="3600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060123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Exemplo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22907716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Vamos criar um </a:t>
            </a:r>
            <a:r>
              <a:rPr lang="pt-BR" sz="3600" b="0" i="1" strike="noStrike" spc="-1">
                <a:solidFill>
                  <a:srgbClr val="262626"/>
                </a:solidFill>
                <a:latin typeface="Calibri Light"/>
              </a:rPr>
              <a:t>site </a:t>
            </a: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em que a página presente na rota principal só pode ser acessível por usuários autenticados.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Usuários não autenticados poderão acessar apenas a tela de autenticação e a tela de criação de usuários.</a:t>
            </a:r>
            <a:endParaRPr lang="en-US" sz="2800" b="0" strike="noStrike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708874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Exemplo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1076093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1154982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10000"/>
          </a:bodyPr>
          <a:lstStyle/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Crie um novo projeto: npx create-next-app@latest</a:t>
            </a:r>
          </a:p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Deixe apenas a primeira linha no arquivo “app/globals.css”;</a:t>
            </a:r>
            <a:endParaRPr/>
          </a:p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Apague o arquivo “app/page.js”;</a:t>
            </a:r>
            <a:endParaRPr/>
          </a:p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Crie a pasta “app/(protected)”;</a:t>
            </a:r>
            <a:endParaRPr/>
          </a:p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Crie o arquivo “app/(</a:t>
            </a: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protected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)/page.js”.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Apenas usuários autenticados poderão ter acesso às páginas presentes em “(</a:t>
            </a: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protected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)”.</a:t>
            </a: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/>
              <a:defRPr/>
            </a:pPr>
            <a:endParaRPr lang="en-US" sz="3200" b="0" strike="noStrike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667445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Exemplo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26322603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6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Modifique o conteúdo do arquivo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“app/(</a:t>
            </a: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protected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)/page.js” para o seguinte: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/>
              <a:defRPr/>
            </a:pPr>
            <a:endParaRPr lang="en-US" sz="3200" b="0" strike="noStrike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en-US" sz="3200" spc="-1">
                <a:solidFill>
                  <a:srgbClr val="262626"/>
                </a:solidFill>
                <a:latin typeface="Calibri Light"/>
              </a:rPr>
              <a:t>Da forma atual, qualquer usuário pode acessar esta página.</a:t>
            </a:r>
            <a:endParaRPr lang="en-US" sz="32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74869657" name="CaixaDeTexto 2"/>
          <p:cNvSpPr txBox="1"/>
          <p:nvPr/>
        </p:nvSpPr>
        <p:spPr bwMode="auto">
          <a:xfrm>
            <a:off x="1477818" y="3242057"/>
            <a:ext cx="973258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0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pt-BR" sz="20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20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default</a:t>
            </a:r>
            <a:r>
              <a:rPr lang="pt-BR" sz="20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20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pt-BR" sz="20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Home() {</a:t>
            </a:r>
            <a:endParaRPr/>
          </a:p>
          <a:p>
            <a:pPr>
              <a:defRPr/>
            </a:pPr>
            <a:r>
              <a:rPr lang="pt-BR" sz="20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20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return</a:t>
            </a:r>
            <a:r>
              <a:rPr lang="pt-BR" sz="20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</a:t>
            </a:r>
            <a:endParaRPr/>
          </a:p>
          <a:p>
            <a:pPr>
              <a:defRPr/>
            </a:pPr>
            <a:r>
              <a:rPr lang="pt-BR" sz="20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20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&lt;&gt;</a:t>
            </a:r>
            <a:endParaRPr lang="pt-BR" sz="20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20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Apenas usuários autenticados podem ver esta página</a:t>
            </a:r>
            <a:endParaRPr/>
          </a:p>
          <a:p>
            <a:pPr>
              <a:defRPr/>
            </a:pPr>
            <a:r>
              <a:rPr lang="pt-BR" sz="20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20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&lt;/&gt;</a:t>
            </a:r>
            <a:endParaRPr lang="pt-BR" sz="20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20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)</a:t>
            </a:r>
            <a:endParaRPr/>
          </a:p>
          <a:p>
            <a:pPr>
              <a:defRPr/>
            </a:pPr>
            <a:r>
              <a:rPr lang="pt-BR" sz="20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060488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Instalação da biblioteca de autenticação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13912859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Instale a biblioteca com o comando: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Crie o arquivo .env na raiz do projeto. Crie uma variável chamada BETTER_AUTH_SECRET, com um valor aleatório de chave, que será utilizada para criptografar os </a:t>
            </a:r>
            <a:r>
              <a:rPr lang="pt-BR" sz="3600" b="0" i="1" strike="noStrike" spc="-1">
                <a:solidFill>
                  <a:srgbClr val="262626"/>
                </a:solidFill>
                <a:latin typeface="Calibri Light"/>
              </a:rPr>
              <a:t>cookies </a:t>
            </a: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do </a:t>
            </a:r>
            <a:r>
              <a:rPr lang="pt-BR" sz="3600" b="0" i="1" strike="noStrike" spc="-1">
                <a:solidFill>
                  <a:srgbClr val="262626"/>
                </a:solidFill>
                <a:latin typeface="Calibri Light"/>
              </a:rPr>
              <a:t>site</a:t>
            </a: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. Essa chave deve possuir comprimento mínimo de 32 caracteres.</a:t>
            </a:r>
            <a:endParaRPr lang="en-US" sz="28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96272599" name="CaixaDeTexto 4"/>
          <p:cNvSpPr txBox="1"/>
          <p:nvPr/>
        </p:nvSpPr>
        <p:spPr bwMode="auto">
          <a:xfrm>
            <a:off x="3666836" y="262780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000">
                <a:latin typeface="Cascadia Code"/>
                <a:cs typeface="Cascadia Code"/>
              </a:rPr>
              <a:t>npm install better-auth</a:t>
            </a:r>
          </a:p>
        </p:txBody>
      </p:sp>
      <p:sp>
        <p:nvSpPr>
          <p:cNvPr id="769196374" name="CaixaDeTexto 8"/>
          <p:cNvSpPr txBox="1"/>
          <p:nvPr/>
        </p:nvSpPr>
        <p:spPr bwMode="auto">
          <a:xfrm>
            <a:off x="794327" y="5988628"/>
            <a:ext cx="10603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BETTER_AUTH_SECRET = cwiSWXTMHf7bFtXhvww0wDkv1DfHOIor</a:t>
            </a:r>
            <a:endParaRPr lang="pt-BR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546655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4800" b="0" strike="noStrike" spc="-120">
                <a:solidFill>
                  <a:srgbClr val="549E39"/>
                </a:solidFill>
                <a:latin typeface="Calibri Light"/>
              </a:rPr>
              <a:t>Configuração da biblioteca de autenticação</a:t>
            </a:r>
            <a:endParaRPr lang="en-US" sz="4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11809929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Ainda no arquivo .env, crie uma nova variável para indicar a rota inicial do </a:t>
            </a:r>
            <a:r>
              <a:rPr lang="pt-BR" sz="3600" b="0" i="1" strike="noStrike" spc="-1">
                <a:solidFill>
                  <a:srgbClr val="262626"/>
                </a:solidFill>
                <a:latin typeface="Calibri Light"/>
              </a:rPr>
              <a:t>site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: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05236224" name="CaixaDeTexto 3"/>
          <p:cNvSpPr txBox="1"/>
          <p:nvPr/>
        </p:nvSpPr>
        <p:spPr bwMode="auto">
          <a:xfrm>
            <a:off x="761999" y="3300147"/>
            <a:ext cx="90654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BETTER_AUTH_URL = http:</a:t>
            </a:r>
            <a:r>
              <a:rPr lang="en-US" sz="2400">
                <a:solidFill>
                  <a:srgbClr val="008000"/>
                </a:solidFill>
                <a:highlight>
                  <a:srgbClr val="FFFFFF"/>
                </a:highlight>
                <a:latin typeface="Cascadia Mono"/>
              </a:rPr>
              <a:t>//localhost:3000</a:t>
            </a:r>
            <a:endParaRPr lang="pt-BR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985341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4800" b="0" strike="noStrike" spc="-120">
                <a:solidFill>
                  <a:srgbClr val="549E39"/>
                </a:solidFill>
                <a:latin typeface="Calibri Light"/>
              </a:rPr>
              <a:t>Configuração da biblioteca de autenticação</a:t>
            </a:r>
            <a:endParaRPr lang="en-US" sz="4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41548762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Como vamos utilizar o banco de dados para fazer o armazenamento dos usuário, siga os seguintes passos:</a:t>
            </a: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71550" lvl="1" indent="-5143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/>
              <a:defRPr/>
            </a:pPr>
            <a:r>
              <a:rPr lang="pt-BR" sz="2800" spc="-1">
                <a:solidFill>
                  <a:srgbClr val="262626"/>
                </a:solidFill>
                <a:latin typeface="Calibri Light"/>
              </a:rPr>
              <a:t>Inicie o Docker;</a:t>
            </a:r>
            <a:endParaRPr/>
          </a:p>
          <a:p>
            <a:pPr marL="971550" lvl="1" indent="-5143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/>
              <a:defRPr/>
            </a:pPr>
            <a:r>
              <a:rPr lang="pt-BR" sz="2800" spc="-1">
                <a:solidFill>
                  <a:srgbClr val="262626"/>
                </a:solidFill>
                <a:latin typeface="Calibri Light"/>
              </a:rPr>
              <a:t>Suba um </a:t>
            </a:r>
            <a:r>
              <a:rPr lang="pt-BR" sz="2800" i="1" spc="-1">
                <a:solidFill>
                  <a:srgbClr val="262626"/>
                </a:solidFill>
                <a:latin typeface="Calibri Light"/>
              </a:rPr>
              <a:t>container </a:t>
            </a:r>
            <a:r>
              <a:rPr lang="pt-BR" sz="2800" spc="-1">
                <a:solidFill>
                  <a:srgbClr val="262626"/>
                </a:solidFill>
                <a:latin typeface="Calibri Light"/>
              </a:rPr>
              <a:t>do Postgree: 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2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7250360" name="CaixaDeTexto 3"/>
          <p:cNvSpPr txBox="1"/>
          <p:nvPr/>
        </p:nvSpPr>
        <p:spPr bwMode="auto">
          <a:xfrm>
            <a:off x="1117599" y="4122228"/>
            <a:ext cx="101230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1800" b="1"/>
              <a:t>docker run --name postgres -e POSTGRES_PASSWORD=senhadobanco -p 5432:5432 -v postgres:/var/lib/postgresql/data -d postgres:17</a:t>
            </a:r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7419979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4800" b="0" strike="noStrike" spc="-120">
                <a:solidFill>
                  <a:srgbClr val="549E39"/>
                </a:solidFill>
                <a:latin typeface="Calibri Light"/>
              </a:rPr>
              <a:t>Configuração da biblioteca de autenticação</a:t>
            </a:r>
            <a:endParaRPr lang="en-US" sz="4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13189111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71550" lvl="1" indent="-5143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3"/>
              <a:defRPr/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Instale o Prisma:</a:t>
            </a:r>
            <a:endParaRPr dirty="0"/>
          </a:p>
          <a:p>
            <a:pPr marL="971550" lvl="1" indent="-5143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3"/>
              <a:defRPr/>
            </a:pPr>
            <a:endParaRPr lang="pt-BR" sz="2800" spc="-1" dirty="0">
              <a:solidFill>
                <a:srgbClr val="262626"/>
              </a:solidFill>
              <a:latin typeface="Calibri Light"/>
            </a:endParaRPr>
          </a:p>
          <a:p>
            <a:pPr marL="971550" lvl="1" indent="-5143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3"/>
              <a:defRPr/>
            </a:pPr>
            <a:endParaRPr lang="pt-BR" sz="2800" spc="-1" dirty="0">
              <a:solidFill>
                <a:srgbClr val="262626"/>
              </a:solidFill>
              <a:latin typeface="Calibri Light"/>
            </a:endParaRPr>
          </a:p>
          <a:p>
            <a:pPr marL="971550" lvl="1" indent="-5143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3"/>
              <a:defRPr/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Inicialize o prisma:</a:t>
            </a:r>
            <a:endParaRPr lang="pt-BR" sz="28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2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634670201" name="CaixaDeTexto 3"/>
          <p:cNvSpPr txBox="1"/>
          <p:nvPr/>
        </p:nvSpPr>
        <p:spPr bwMode="auto">
          <a:xfrm>
            <a:off x="1117599" y="2528263"/>
            <a:ext cx="10529455" cy="886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nb-NO" sz="2400" b="1" spc="-1" dirty="0">
                <a:solidFill>
                  <a:srgbClr val="262626"/>
                </a:solidFill>
                <a:latin typeface="Cascadia Code"/>
                <a:cs typeface="Cascadia Code"/>
              </a:rPr>
              <a:t>npm install prisma @types/pg --save-dev</a:t>
            </a:r>
            <a:endParaRPr dirty="0"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sv-SE" sz="2400" b="1" spc="-1" dirty="0">
                <a:solidFill>
                  <a:srgbClr val="262626"/>
                </a:solidFill>
                <a:latin typeface="Cascadia Code"/>
                <a:cs typeface="Cascadia Code"/>
              </a:rPr>
              <a:t>npm install @prisma/client @prisma/adapter-pg pg dotenv</a:t>
            </a:r>
            <a:endParaRPr lang="nb-NO" sz="2400" b="1" spc="-1" dirty="0">
              <a:solidFill>
                <a:srgbClr val="262626"/>
              </a:solidFill>
              <a:latin typeface="Cascadia Code"/>
              <a:cs typeface="Cascadia Code"/>
            </a:endParaRPr>
          </a:p>
        </p:txBody>
      </p:sp>
      <p:sp>
        <p:nvSpPr>
          <p:cNvPr id="937808385" name="CaixaDeTexto 6"/>
          <p:cNvSpPr txBox="1"/>
          <p:nvPr/>
        </p:nvSpPr>
        <p:spPr bwMode="auto">
          <a:xfrm>
            <a:off x="1117600" y="4163778"/>
            <a:ext cx="10331840" cy="72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2400" b="1" spc="-1">
                <a:solidFill>
                  <a:srgbClr val="262626"/>
                </a:solidFill>
                <a:latin typeface="Cascadia Code"/>
                <a:cs typeface="Cascadia Code"/>
              </a:rPr>
              <a:t>npx prisma init --datasource-provider postgresql --output ../generated/prisma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047095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4800" b="0" strike="noStrike" spc="-120">
                <a:solidFill>
                  <a:srgbClr val="549E39"/>
                </a:solidFill>
                <a:latin typeface="Calibri Light"/>
              </a:rPr>
              <a:t>Configuração da biblioteca de autenticação</a:t>
            </a:r>
            <a:endParaRPr lang="en-US" sz="4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87205486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71550" lvl="1" indent="-5143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5"/>
              <a:defRPr/>
            </a:pPr>
            <a:r>
              <a:rPr lang="pt-BR" sz="2800" spc="-1">
                <a:solidFill>
                  <a:srgbClr val="262626"/>
                </a:solidFill>
                <a:latin typeface="Calibri Light"/>
              </a:rPr>
              <a:t>No arquivo “.env”, altere a </a:t>
            </a:r>
            <a:r>
              <a:rPr lang="pt-BR" sz="2800" i="1" spc="-1">
                <a:solidFill>
                  <a:srgbClr val="262626"/>
                </a:solidFill>
                <a:latin typeface="Calibri Light"/>
              </a:rPr>
              <a:t>string </a:t>
            </a:r>
            <a:r>
              <a:rPr lang="pt-BR" sz="2800" spc="-1">
                <a:solidFill>
                  <a:srgbClr val="262626"/>
                </a:solidFill>
                <a:latin typeface="Calibri Light"/>
              </a:rPr>
              <a:t>de conexão para se conectar ao pc local:</a:t>
            </a:r>
            <a:endParaRPr/>
          </a:p>
          <a:p>
            <a:pPr marL="971550" lvl="1" indent="-5143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5"/>
              <a:defRPr/>
            </a:pPr>
            <a:endParaRPr lang="pt-BR" sz="2800" spc="-1">
              <a:solidFill>
                <a:srgbClr val="262626"/>
              </a:solidFill>
              <a:latin typeface="Calibri Light"/>
            </a:endParaRPr>
          </a:p>
          <a:p>
            <a:pPr marL="971550" lvl="1" indent="-5143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5"/>
              <a:defRPr/>
            </a:pPr>
            <a:endParaRPr lang="pt-BR" sz="28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2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047250319" name="CaixaDeTexto 3"/>
          <p:cNvSpPr txBox="1"/>
          <p:nvPr/>
        </p:nvSpPr>
        <p:spPr bwMode="auto">
          <a:xfrm>
            <a:off x="129310" y="2821274"/>
            <a:ext cx="120626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BETTER_AUTH_SECRET = gaiSWXTMHf7bFtXhvww0wDkv1DfHOIor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BETTER_AUTH_URL = http:</a:t>
            </a:r>
            <a:r>
              <a:rPr lang="en-US" sz="1800">
                <a:solidFill>
                  <a:srgbClr val="008000"/>
                </a:solidFill>
                <a:highlight>
                  <a:srgbClr val="FFFFFF"/>
                </a:highlight>
                <a:latin typeface="Cascadia Mono"/>
              </a:rPr>
              <a:t>//localhost:3000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nn-NO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DATABASE_URL = </a:t>
            </a:r>
            <a:r>
              <a:rPr lang="nn-NO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"postgresql://postgres:senhadobanco@localhost:5432/mydb?schema=public"</a:t>
            </a:r>
            <a:endParaRPr lang="pt-BR"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407595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4800" b="0" strike="noStrike" spc="-120">
                <a:solidFill>
                  <a:srgbClr val="549E39"/>
                </a:solidFill>
                <a:latin typeface="Calibri Light"/>
              </a:rPr>
              <a:t>Configuração da biblioteca de autenticação</a:t>
            </a:r>
            <a:endParaRPr lang="en-US" sz="4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61859392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346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71550" lvl="1" indent="-5143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6"/>
              <a:defRPr/>
            </a:pPr>
            <a:r>
              <a:rPr lang="pt-BR" sz="2800" spc="-1">
                <a:solidFill>
                  <a:srgbClr val="262626"/>
                </a:solidFill>
                <a:latin typeface="Calibri Light"/>
              </a:rPr>
              <a:t>Na raiz do projeto, crie uma pasta chamada “lib” e um arquivo chamado </a:t>
            </a:r>
            <a:r>
              <a:rPr lang="pt-BR" sz="2800" b="1" spc="-1">
                <a:solidFill>
                  <a:srgbClr val="262626"/>
                </a:solidFill>
                <a:latin typeface="Calibri Light"/>
              </a:rPr>
              <a:t>prisma.js </a:t>
            </a:r>
            <a:r>
              <a:rPr lang="pt-BR" sz="2800" spc="-1">
                <a:solidFill>
                  <a:srgbClr val="262626"/>
                </a:solidFill>
                <a:latin typeface="Calibri Light"/>
              </a:rPr>
              <a:t>com o seguinte conteúdo:</a:t>
            </a:r>
            <a:endParaRPr/>
          </a:p>
        </p:txBody>
      </p:sp>
      <p:sp>
        <p:nvSpPr>
          <p:cNvPr id="393238669" name="CaixaDeTexto 4"/>
          <p:cNvSpPr txBox="1"/>
          <p:nvPr/>
        </p:nvSpPr>
        <p:spPr bwMode="auto">
          <a:xfrm>
            <a:off x="1249455" y="3136451"/>
            <a:ext cx="1007432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"dotenv/config"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PrismaPg }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"@prisma/adapter-pg"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PrismaClient }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"../generated/prisma/client"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endParaRPr lang="pt-BR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connectionString = 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`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${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process.env.DATABASE_URL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}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`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endParaRPr lang="pt-BR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adapter =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new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PrismaPg({ connectionString });</a:t>
            </a:r>
            <a:endParaRPr/>
          </a:p>
          <a:p>
            <a:pPr>
              <a:defRPr/>
            </a:pPr>
            <a:r>
              <a:rPr lang="fr-F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fr-F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prisma = </a:t>
            </a:r>
            <a:r>
              <a:rPr lang="fr-F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new</a:t>
            </a:r>
            <a:r>
              <a:rPr lang="fr-F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PrismaClient({ adapter });</a:t>
            </a:r>
            <a:endParaRPr/>
          </a:p>
          <a:p>
            <a:pPr>
              <a:defRPr/>
            </a:pPr>
            <a:endParaRPr lang="pt-BR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prisma };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50708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Criação de novo usuário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57910757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71550" lvl="1" indent="-5143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7"/>
              <a:defRPr/>
            </a:pPr>
            <a:r>
              <a:rPr lang="pt-BR" sz="2800" spc="-1">
                <a:solidFill>
                  <a:srgbClr val="262626"/>
                </a:solidFill>
                <a:latin typeface="Calibri Light"/>
              </a:rPr>
              <a:t>Envie as alterações para a base de dados e gere os arquivos correspondentes do Prisma:</a:t>
            </a:r>
            <a:endParaRPr/>
          </a:p>
          <a:p>
            <a:pPr marL="971550" lvl="1" indent="-5143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7"/>
              <a:defRPr/>
            </a:pPr>
            <a:endParaRPr lang="pt-BR" sz="2800" spc="-1">
              <a:solidFill>
                <a:srgbClr val="262626"/>
              </a:solidFill>
              <a:latin typeface="Calibri Light"/>
            </a:endParaRPr>
          </a:p>
          <a:p>
            <a:pPr marL="971550" lvl="1" indent="-5143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7"/>
              <a:defRPr/>
            </a:pPr>
            <a:endParaRPr lang="pt-BR" sz="28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351247507" name="CaixaDeTexto 2"/>
          <p:cNvSpPr txBox="1"/>
          <p:nvPr/>
        </p:nvSpPr>
        <p:spPr bwMode="auto">
          <a:xfrm>
            <a:off x="1671782" y="276635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400" b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npx prisma db push</a:t>
            </a:r>
          </a:p>
          <a:p>
            <a:pPr>
              <a:defRPr/>
            </a:pPr>
            <a:r>
              <a:rPr lang="pt-BR" sz="2400" b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npx prisma generate</a:t>
            </a:r>
            <a:endParaRPr lang="pt-BR" sz="2400"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110880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4800" b="0" strike="noStrike" spc="-120">
                <a:solidFill>
                  <a:srgbClr val="549E39"/>
                </a:solidFill>
                <a:latin typeface="Calibri Light"/>
              </a:rPr>
              <a:t>Configuração da biblioteca de autenticação</a:t>
            </a:r>
            <a:endParaRPr lang="en-US" sz="4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24696145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Crie em “/lib” o arquivo auth.js, com o seguinte conteúdo para configurar restrições ao acessar o </a:t>
            </a:r>
            <a:r>
              <a:rPr lang="pt-BR" sz="3600" b="0" i="1" strike="noStrike" spc="-1">
                <a:solidFill>
                  <a:srgbClr val="262626"/>
                </a:solidFill>
                <a:latin typeface="Calibri Light"/>
              </a:rPr>
              <a:t>site</a:t>
            </a: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: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453218164" name="CaixaDeTexto 2"/>
          <p:cNvSpPr txBox="1"/>
          <p:nvPr/>
        </p:nvSpPr>
        <p:spPr bwMode="auto">
          <a:xfrm>
            <a:off x="762000" y="3287925"/>
            <a:ext cx="102846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betterAuth }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"better-auth"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endParaRPr lang="pt-BR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auth = betterAuth({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008000"/>
                </a:solidFill>
                <a:highlight>
                  <a:srgbClr val="FFFFFF"/>
                </a:highlight>
                <a:latin typeface="Cascadia Mono"/>
              </a:rPr>
              <a:t>//código de configuração ficará aqui futuramente</a:t>
            </a:r>
            <a:endParaRPr lang="pt-BR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});</a:t>
            </a:r>
            <a:endParaRPr lang="pt-BR" sz="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115854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4800" b="0" strike="noStrike" spc="-120">
                <a:solidFill>
                  <a:srgbClr val="549E39"/>
                </a:solidFill>
                <a:latin typeface="Calibri Light"/>
              </a:rPr>
              <a:t>Configuração da biblioteca de autenticação</a:t>
            </a:r>
            <a:endParaRPr lang="en-US" sz="4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81553948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Como vamos armazenar os dados do usuário na base de dados, altere o código anterior para o seguinte: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10250948" name="CaixaDeTexto 3"/>
          <p:cNvSpPr txBox="1"/>
          <p:nvPr/>
        </p:nvSpPr>
        <p:spPr bwMode="auto">
          <a:xfrm>
            <a:off x="826654" y="3269359"/>
            <a:ext cx="10916363" cy="28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betterAuth }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"better-auth"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prismaAdapter }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"better-auth/adapters/prisma"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prisma }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"./prisma"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endParaRPr lang="pt-BR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auth = betterAuth({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database: prismaAdapter(prisma,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provider: 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"postgresql"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}),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trustedOrigins: [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"http://localhost:3000"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],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});</a:t>
            </a:r>
            <a:endParaRPr lang="pt-BR"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69258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4800" b="0" strike="noStrike" spc="-120">
                <a:solidFill>
                  <a:srgbClr val="549E39"/>
                </a:solidFill>
                <a:latin typeface="Calibri Light"/>
              </a:rPr>
              <a:t>Configuração da biblioteca de autenticação</a:t>
            </a:r>
            <a:endParaRPr lang="en-US" sz="4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87497610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É possível utilizar várias formas de autenticação, como e-mail e senha e provedores OAuth. Para permitir acesso através de e-mail e senha, adicione o seguinte código ao objeto de configuração do método betterAuth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:</a:t>
            </a: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638284272" name="CaixaDeTexto 2"/>
          <p:cNvSpPr txBox="1"/>
          <p:nvPr/>
        </p:nvSpPr>
        <p:spPr bwMode="auto">
          <a:xfrm>
            <a:off x="762000" y="4261657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emailAndPassword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enabled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autoSignIn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},</a:t>
            </a:r>
            <a:endParaRPr lang="pt-BR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182521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4800" b="0" strike="noStrike" spc="-120">
                <a:solidFill>
                  <a:srgbClr val="549E39"/>
                </a:solidFill>
                <a:latin typeface="Calibri Light"/>
              </a:rPr>
              <a:t>Configuração da biblioteca de autenticação</a:t>
            </a:r>
            <a:endParaRPr lang="en-US" sz="4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63788339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Para gerar as tabelas responsáveis pela autenticação, execute o seguinte comando: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Autorize a sobrescrita do arquivo, se perguntado.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034914274" name="CaixaDeTexto 3"/>
          <p:cNvSpPr txBox="1"/>
          <p:nvPr/>
        </p:nvSpPr>
        <p:spPr bwMode="auto">
          <a:xfrm>
            <a:off x="762000" y="306191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400" b="1"/>
              <a:t>npx auth@latest generate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310937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Criação de novo usuário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14573058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200" spc="-1">
                <a:solidFill>
                  <a:srgbClr val="262626"/>
                </a:solidFill>
                <a:latin typeface="Calibri Light"/>
              </a:rPr>
              <a:t>Envie as alterações para a base de dados e gere os arquivos correspondentes do Prisma:</a:t>
            </a:r>
            <a:endParaRPr/>
          </a:p>
          <a:p>
            <a:pPr marL="971550" lvl="1" indent="-5143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7"/>
              <a:defRPr/>
            </a:pPr>
            <a:endParaRPr lang="pt-BR" sz="2800" spc="-1">
              <a:solidFill>
                <a:srgbClr val="262626"/>
              </a:solidFill>
              <a:latin typeface="Calibri Light"/>
            </a:endParaRPr>
          </a:p>
          <a:p>
            <a:pPr marL="971550" lvl="1" indent="-5143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7"/>
              <a:defRPr/>
            </a:pPr>
            <a:endParaRPr lang="pt-BR" sz="28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945734193" name="CaixaDeTexto 2"/>
          <p:cNvSpPr txBox="1"/>
          <p:nvPr/>
        </p:nvSpPr>
        <p:spPr bwMode="auto">
          <a:xfrm>
            <a:off x="762000" y="301350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400" b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npx prisma db push</a:t>
            </a:r>
          </a:p>
          <a:p>
            <a:pPr>
              <a:defRPr/>
            </a:pPr>
            <a:r>
              <a:rPr lang="pt-BR" sz="2400" b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npx prisma generate</a:t>
            </a:r>
            <a:endParaRPr lang="pt-BR" sz="24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8789640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4800" b="0" strike="noStrike" spc="-120">
                <a:solidFill>
                  <a:srgbClr val="549E39"/>
                </a:solidFill>
                <a:latin typeface="Calibri Light"/>
              </a:rPr>
              <a:t>Configuração da biblioteca de autenticação</a:t>
            </a:r>
            <a:endParaRPr lang="en-US" sz="4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97006018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Crie o arquivo “app/api/auth/[...all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]/route.js” com o seguinte conteúdo:</a:t>
            </a: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708373988" name="CaixaDeTexto 2"/>
          <p:cNvSpPr txBox="1"/>
          <p:nvPr/>
        </p:nvSpPr>
        <p:spPr bwMode="auto">
          <a:xfrm>
            <a:off x="761999" y="3265346"/>
            <a:ext cx="87237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toNextJsHandler }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"better-auth/next-js"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auth }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"../../../../../lib/auth"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endParaRPr lang="pt-BR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POST, GET } = toNextJsHandler(auth);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991197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4800" b="0" strike="noStrike" spc="-120">
                <a:solidFill>
                  <a:srgbClr val="549E39"/>
                </a:solidFill>
                <a:latin typeface="Calibri Light"/>
              </a:rPr>
              <a:t>Configuração da biblioteca de autenticação</a:t>
            </a:r>
            <a:endParaRPr lang="en-US" sz="4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26303655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Crie o arquivo “lib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/auth-client.js” com o seguinte conteúdo:</a:t>
            </a: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426795366" name="CaixaDeTexto 2"/>
          <p:cNvSpPr txBox="1"/>
          <p:nvPr/>
        </p:nvSpPr>
        <p:spPr bwMode="auto">
          <a:xfrm>
            <a:off x="761999" y="3265346"/>
            <a:ext cx="87237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createAuthClient }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"better-auth/react"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authClient = createAuthClient({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baseURL: 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"http://localhost:3000"</a:t>
            </a:r>
            <a:endParaRPr lang="pt-BR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})</a:t>
            </a:r>
            <a:endParaRPr lang="pt-B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167615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Rotas protegidas e públicas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28584064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Crie o arquivo </a:t>
            </a:r>
            <a:r>
              <a:rPr lang="pt-BR" sz="3600" b="1" strike="noStrike" spc="-1">
                <a:solidFill>
                  <a:srgbClr val="262626"/>
                </a:solidFill>
                <a:latin typeface="Calibri Light"/>
              </a:rPr>
              <a:t>proxy.js</a:t>
            </a: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 na mesma pasta em que está a pasta app (ou na raiz do projeto ou dentro da pasta src);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Nesse arquivo será verificado o acesso às rotas de acordo com a autenticação realizada.</a:t>
            </a: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830879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Rotas protegidas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94422850" name="CaixaDeTexto 2"/>
          <p:cNvSpPr txBox="1"/>
          <p:nvPr/>
        </p:nvSpPr>
        <p:spPr bwMode="auto">
          <a:xfrm>
            <a:off x="762359" y="1843635"/>
            <a:ext cx="10330513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NextResponse, NextRequest } </a:t>
            </a:r>
            <a:r>
              <a:rPr lang="en-US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'next/server'</a:t>
            </a:r>
            <a:endParaRPr lang="en-US" sz="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headers } </a:t>
            </a:r>
            <a:r>
              <a:rPr lang="en-US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"next/headers"</a:t>
            </a:r>
            <a:r>
              <a:rPr lang="en-US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r>
              <a:rPr lang="en-US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auth } </a:t>
            </a:r>
            <a:r>
              <a:rPr lang="en-US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'../lib/auth'</a:t>
            </a:r>
            <a:r>
              <a:rPr lang="en-US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endParaRPr lang="pt-BR" sz="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publicRoutes = [</a:t>
            </a:r>
            <a:endParaRPr/>
          </a:p>
          <a:p>
            <a:pPr>
              <a:defRPr/>
            </a:pP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'/login'</a:t>
            </a: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/>
          </a:p>
          <a:p>
            <a:pPr>
              <a:defRPr/>
            </a:pP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'/registrar'</a:t>
            </a:r>
            <a:endParaRPr lang="pt-BR" sz="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];</a:t>
            </a:r>
            <a:endParaRPr/>
          </a:p>
          <a:p>
            <a:pPr>
              <a:defRPr/>
            </a:pPr>
            <a:endParaRPr lang="pt-BR" sz="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proxy(request) {</a:t>
            </a:r>
            <a:endParaRPr/>
          </a:p>
          <a:p>
            <a:pPr>
              <a:defRPr/>
            </a:pPr>
            <a:endParaRPr lang="pt-BR" sz="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pathname } = request.nextUrl;</a:t>
            </a:r>
            <a:endParaRPr/>
          </a:p>
          <a:p>
            <a:pPr>
              <a:defRPr/>
            </a:pPr>
            <a:endParaRPr lang="pt-BR" sz="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isPublic = publicRoutes.some(route =&gt;</a:t>
            </a:r>
            <a:endParaRPr/>
          </a:p>
          <a:p>
            <a:pPr>
              <a:defRPr/>
            </a:pPr>
            <a:r>
              <a:rPr lang="en-US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pathname === route || pathname.startsWith(route + </a:t>
            </a:r>
            <a:r>
              <a:rPr lang="en-US" sz="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'/'</a:t>
            </a:r>
            <a:r>
              <a:rPr lang="en-US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</a:t>
            </a:r>
            <a:endParaRPr/>
          </a:p>
          <a:p>
            <a:pPr>
              <a:defRPr/>
            </a:pP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);</a:t>
            </a:r>
            <a:endParaRPr/>
          </a:p>
          <a:p>
            <a:pPr>
              <a:defRPr/>
            </a:pPr>
            <a:endParaRPr lang="pt-BR" sz="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if</a:t>
            </a: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(isPublic) {</a:t>
            </a:r>
            <a:endParaRPr/>
          </a:p>
          <a:p>
            <a:pPr>
              <a:defRPr/>
            </a:pP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return</a:t>
            </a: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NextResponse.next();</a:t>
            </a:r>
            <a:endParaRPr/>
          </a:p>
          <a:p>
            <a:pPr>
              <a:defRPr/>
            </a:pP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</a:t>
            </a:r>
            <a:endParaRPr/>
          </a:p>
          <a:p>
            <a:pPr>
              <a:defRPr/>
            </a:pPr>
            <a:endParaRPr lang="pt-BR" sz="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fr-F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fr-FR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fr-F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session = </a:t>
            </a:r>
            <a:r>
              <a:rPr lang="fr-FR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fr-F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auth.api.getSession({</a:t>
            </a:r>
            <a:endParaRPr/>
          </a:p>
          <a:p>
            <a:pPr>
              <a:defRPr/>
            </a:pP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headers: </a:t>
            </a:r>
            <a:r>
              <a:rPr lang="pt-BR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headers()</a:t>
            </a:r>
            <a:endParaRPr/>
          </a:p>
          <a:p>
            <a:pPr>
              <a:defRPr/>
            </a:pP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});</a:t>
            </a:r>
            <a:endParaRPr/>
          </a:p>
          <a:p>
            <a:pPr>
              <a:defRPr/>
            </a:pPr>
            <a:endParaRPr lang="pt-BR" sz="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if</a:t>
            </a: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(!session) {</a:t>
            </a:r>
            <a:endParaRPr/>
          </a:p>
          <a:p>
            <a:pPr>
              <a:defRPr/>
            </a:pPr>
            <a:r>
              <a:rPr lang="en-US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en-US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return</a:t>
            </a:r>
            <a:r>
              <a:rPr lang="en-US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NextResponse.redirect(</a:t>
            </a:r>
            <a:r>
              <a:rPr lang="en-US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new</a:t>
            </a:r>
            <a:r>
              <a:rPr lang="en-US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URL(</a:t>
            </a:r>
            <a:r>
              <a:rPr lang="en-US" sz="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"/login"</a:t>
            </a:r>
            <a:r>
              <a:rPr lang="en-US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 request.url));</a:t>
            </a:r>
            <a:endParaRPr/>
          </a:p>
          <a:p>
            <a:pPr>
              <a:defRPr/>
            </a:pP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</a:t>
            </a:r>
            <a:endParaRPr/>
          </a:p>
          <a:p>
            <a:pPr>
              <a:defRPr/>
            </a:pPr>
            <a:endParaRPr lang="pt-BR" sz="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return</a:t>
            </a: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NextResponse.next();</a:t>
            </a:r>
            <a:endParaRPr/>
          </a:p>
          <a:p>
            <a:pPr>
              <a:defRPr/>
            </a:pP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/>
          </a:p>
          <a:p>
            <a:pPr>
              <a:defRPr/>
            </a:pPr>
            <a:endParaRPr lang="pt-BR" sz="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config = {</a:t>
            </a:r>
            <a:endParaRPr/>
          </a:p>
          <a:p>
            <a:pPr>
              <a:defRPr/>
            </a:pP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matcher: [</a:t>
            </a:r>
            <a:endParaRPr/>
          </a:p>
          <a:p>
            <a:pPr>
              <a:defRPr/>
            </a:pP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'/((?!api|_next/static|_next/image|favicon.ico|.*</a:t>
            </a:r>
            <a:r>
              <a:rPr lang="pt-BR" sz="800">
                <a:solidFill>
                  <a:srgbClr val="9E5B71"/>
                </a:solidFill>
                <a:highlight>
                  <a:srgbClr val="FFFFFF"/>
                </a:highlight>
                <a:latin typeface="Cascadia Mono"/>
              </a:rPr>
              <a:t>\\</a:t>
            </a:r>
            <a:r>
              <a:rPr lang="pt-BR" sz="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.png$).*)'</a:t>
            </a: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/>
          </a:p>
          <a:p>
            <a:pPr>
              <a:defRPr/>
            </a:pP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],</a:t>
            </a:r>
            <a:endParaRPr/>
          </a:p>
          <a:p>
            <a:pPr>
              <a:defRPr/>
            </a:pPr>
            <a:r>
              <a:rPr lang="pt-BR" sz="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 sz="7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986158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Rotas públicas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67674204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Crie a pasta “app/(public)/login” e, dentro dela, o arquivo “page.js”, com o conteúdo a ser exibido para a autenticação de um usuário.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Esse componente será exibido ao tentar acessar o 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site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.</a:t>
            </a: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2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166196323" name="CaixaDeTexto 5"/>
          <p:cNvSpPr txBox="1"/>
          <p:nvPr/>
        </p:nvSpPr>
        <p:spPr bwMode="auto">
          <a:xfrm>
            <a:off x="762000" y="3577136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0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pt-BR" sz="20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20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default</a:t>
            </a:r>
            <a:r>
              <a:rPr lang="pt-BR" sz="20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20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pt-BR" sz="20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Login() {</a:t>
            </a:r>
            <a:endParaRPr/>
          </a:p>
          <a:p>
            <a:pPr>
              <a:defRPr/>
            </a:pPr>
            <a:r>
              <a:rPr lang="pt-BR" sz="20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20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return</a:t>
            </a:r>
            <a:r>
              <a:rPr lang="pt-BR" sz="20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</a:t>
            </a:r>
            <a:endParaRPr/>
          </a:p>
          <a:p>
            <a:pPr>
              <a:defRPr/>
            </a:pPr>
            <a:r>
              <a:rPr lang="pt-BR" sz="20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20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&lt;&gt;</a:t>
            </a:r>
            <a:endParaRPr lang="pt-BR" sz="20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20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Se autentique aqui</a:t>
            </a:r>
            <a:endParaRPr/>
          </a:p>
          <a:p>
            <a:pPr>
              <a:defRPr/>
            </a:pPr>
            <a:r>
              <a:rPr lang="pt-BR" sz="20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20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&lt;/&gt;</a:t>
            </a:r>
            <a:endParaRPr lang="pt-BR" sz="20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20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)</a:t>
            </a:r>
            <a:endParaRPr/>
          </a:p>
          <a:p>
            <a:pPr>
              <a:defRPr/>
            </a:pPr>
            <a:r>
              <a:rPr lang="pt-BR" sz="20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958431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Criação de novo usuário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1758643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Para criar um novo usuário, vamos adicionar esta opção na tela de autenticação. A atualize para o seguinte código:</a:t>
            </a: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2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898440390" name="CaixaDeTexto 2"/>
          <p:cNvSpPr txBox="1"/>
          <p:nvPr/>
        </p:nvSpPr>
        <p:spPr bwMode="auto">
          <a:xfrm>
            <a:off x="657360" y="3755241"/>
            <a:ext cx="107532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Link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"next/link"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endParaRPr lang="pt-BR" sz="14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default</a:t>
            </a: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Login() {</a:t>
            </a:r>
            <a:endParaRPr/>
          </a:p>
          <a:p>
            <a:pPr>
              <a:defRPr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return</a:t>
            </a: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</a:t>
            </a:r>
            <a:endParaRPr/>
          </a:p>
          <a:p>
            <a:pPr>
              <a:defRPr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&lt;&gt;</a:t>
            </a:r>
            <a:endParaRPr lang="pt-BR" sz="14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4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14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div </a:t>
            </a:r>
            <a:r>
              <a:rPr lang="pt-BR" sz="14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14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"p-4"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14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4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1400">
                <a:solidFill>
                  <a:srgbClr val="2B91AF"/>
                </a:solidFill>
                <a:highlight>
                  <a:srgbClr val="FFFFFF"/>
                </a:highlight>
                <a:latin typeface="Cascadia Mono"/>
              </a:rPr>
              <a:t>Link</a:t>
            </a:r>
            <a:r>
              <a:rPr lang="pt-BR" sz="14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4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href</a:t>
            </a: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14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"/registrar"</a:t>
            </a:r>
            <a:r>
              <a:rPr lang="pt-BR" sz="14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4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14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"px-4 py-2 bg-blue-600 hover:bg-blue-700 active:bg-blue-800 text-white rounded"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r>
              <a:rPr lang="pt-BR" sz="14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Cadastrar novo usuário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1400">
                <a:solidFill>
                  <a:srgbClr val="2B91AF"/>
                </a:solidFill>
                <a:highlight>
                  <a:srgbClr val="FFFFFF"/>
                </a:highlight>
                <a:latin typeface="Cascadia Mono"/>
              </a:rPr>
              <a:t>Link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14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4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14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div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14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4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&lt;/&gt;</a:t>
            </a:r>
            <a:endParaRPr lang="pt-BR" sz="14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)</a:t>
            </a:r>
            <a:endParaRPr/>
          </a:p>
          <a:p>
            <a:pPr>
              <a:defRPr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564045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Criação de novo usuário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79918266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Crie a pasta “app/(public)/registrar”, e o arquivo page.js dentro dela, com o seguinte conteúdo:</a:t>
            </a: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2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97577370" name="CaixaDeTexto 3"/>
          <p:cNvSpPr txBox="1"/>
          <p:nvPr/>
        </p:nvSpPr>
        <p:spPr bwMode="auto">
          <a:xfrm>
            <a:off x="858981" y="320997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default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NovoUsuario() {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return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&lt;&gt;</a:t>
            </a:r>
            <a:endParaRPr lang="pt-BR" sz="18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Novo usuário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&lt;/&gt;</a:t>
            </a:r>
            <a:endParaRPr lang="pt-BR" sz="18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)</a:t>
            </a:r>
            <a:endParaRPr/>
          </a:p>
          <a:p>
            <a:pPr>
              <a:defRPr/>
            </a:pP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604869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Criação de novo usuário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1686603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A tela de cadastro de usuário deve ser acessível por usuários que não estejam autenticados no </a:t>
            </a:r>
            <a:r>
              <a:rPr lang="pt-BR" sz="3600" b="0" i="1" strike="noStrike" spc="-1">
                <a:solidFill>
                  <a:srgbClr val="262626"/>
                </a:solidFill>
                <a:latin typeface="Calibri Light"/>
              </a:rPr>
              <a:t>site</a:t>
            </a: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.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Como vamos utilizar formulários, precisamos instalar o React Hook Forms e o Yup para poder utilizá-los:</a:t>
            </a:r>
            <a:endParaRPr lang="pt-BR" sz="32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2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94458956" name="CaixaDeTexto 1"/>
          <p:cNvSpPr txBox="1"/>
          <p:nvPr/>
        </p:nvSpPr>
        <p:spPr bwMode="auto">
          <a:xfrm>
            <a:off x="831272" y="4372493"/>
            <a:ext cx="7340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pt-BR" sz="2400" b="1">
                <a:latin typeface="+mj-lt"/>
                <a:cs typeface="Cascadia Code"/>
              </a:rPr>
              <a:t>npm i react-hook-form @hookform/resolvers yup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449907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Criação de novo usuário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80401219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Crie um formulário para informar os dados básicos do usuário.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Para o nosso exemplo, iremos informar:</a:t>
            </a:r>
            <a:endParaRPr/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200" spc="-1">
                <a:solidFill>
                  <a:srgbClr val="262626"/>
                </a:solidFill>
                <a:latin typeface="Calibri Light"/>
              </a:rPr>
              <a:t>Nome</a:t>
            </a:r>
            <a:endParaRPr/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200" b="0" strike="noStrike" spc="-1">
                <a:solidFill>
                  <a:srgbClr val="262626"/>
                </a:solidFill>
                <a:latin typeface="Calibri Light"/>
              </a:rPr>
              <a:t>E-mail</a:t>
            </a:r>
            <a:endParaRPr/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200" spc="-1">
                <a:solidFill>
                  <a:srgbClr val="262626"/>
                </a:solidFill>
                <a:latin typeface="Calibri Light"/>
              </a:rPr>
              <a:t>Senha</a:t>
            </a:r>
            <a:endParaRPr lang="pt-BR" sz="32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2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000478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Criação de novo usuário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68168439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Crie o arquivo “app/(public)/registrar/schema.js” com o seguinte conteúdo:</a:t>
            </a:r>
            <a:endParaRPr lang="pt-BR" sz="32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2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124220768" name="CaixaDeTexto 2"/>
          <p:cNvSpPr txBox="1"/>
          <p:nvPr/>
        </p:nvSpPr>
        <p:spPr bwMode="auto">
          <a:xfrm>
            <a:off x="762000" y="3081217"/>
            <a:ext cx="106676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*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yup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2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"yup"</a:t>
            </a:r>
            <a:endParaRPr lang="en-US" sz="12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endParaRPr lang="pt-BR" sz="12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2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novoUsuarioSchema = yup.object({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nome: yup.string()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.min(2, </a:t>
            </a:r>
            <a:r>
              <a:rPr lang="pt-BR" sz="12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'O nome deve possuir, no mínimo, 2 caracteres'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.max(100, </a:t>
            </a:r>
            <a:r>
              <a:rPr lang="pt-BR" sz="12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'O nome deve possuir, no máximo, 100 caracteres'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.required(</a:t>
            </a:r>
            <a:r>
              <a:rPr lang="pt-BR" sz="12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'O nome é obrigatório'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),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email: yup.string()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.email(</a:t>
            </a:r>
            <a:r>
              <a:rPr lang="pt-BR" sz="12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'Informe um e-mail válido'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.required(</a:t>
            </a:r>
            <a:r>
              <a:rPr lang="pt-BR" sz="12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'O e-mail é obrigatório'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),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senha: yup.string()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.min(8, </a:t>
            </a:r>
            <a:r>
              <a:rPr lang="pt-BR" sz="12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'A senha deve possuir, no mínimo, 8 caracteres'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.max(100, </a:t>
            </a:r>
            <a:r>
              <a:rPr lang="pt-BR" sz="12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'A senha deve possuir, no máximo, 100 caracteres'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.required(</a:t>
            </a:r>
            <a:r>
              <a:rPr lang="pt-BR" sz="12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'O senha é obrigatória'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),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senhaConfirmacao: yup.string()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.required(</a:t>
            </a:r>
            <a:r>
              <a:rPr lang="pt-BR" sz="12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'O senha é obrigatória'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.oneOf([yup.ref(</a:t>
            </a:r>
            <a:r>
              <a:rPr lang="pt-BR" sz="12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'senha'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)], </a:t>
            </a:r>
            <a:r>
              <a:rPr lang="pt-BR" sz="12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'O valor informado não é igual à senha informada'</a:t>
            </a: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),</a:t>
            </a:r>
            <a:endParaRPr/>
          </a:p>
          <a:p>
            <a:pPr>
              <a:defRPr/>
            </a:pPr>
            <a:r>
              <a:rPr lang="pt-BR" sz="12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}).required();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247390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Criação de novo usuário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07086067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200" spc="-1">
                <a:solidFill>
                  <a:srgbClr val="262626"/>
                </a:solidFill>
                <a:latin typeface="Calibri Light"/>
              </a:rPr>
              <a:t>Se quiser personalizar as mensagens, instale o Sweet Alert 2: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2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200" spc="-1">
                <a:solidFill>
                  <a:srgbClr val="262626"/>
                </a:solidFill>
                <a:latin typeface="Calibri Light"/>
              </a:rPr>
              <a:t>Atualize o arquivo “app/(public)/registrar/page.js” para o seguinte conteúdo.</a:t>
            </a:r>
            <a:endParaRPr lang="pt-BR" sz="2800" b="0" strike="noStrike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2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2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82818787" name="CaixaDeTexto 2"/>
          <p:cNvSpPr txBox="1"/>
          <p:nvPr/>
        </p:nvSpPr>
        <p:spPr bwMode="auto">
          <a:xfrm>
            <a:off x="676800" y="251475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400" b="1"/>
              <a:t>npm i sweetalert2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506374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Criação de novo usuário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32001179" name="CaixaDeTexto 2"/>
          <p:cNvSpPr txBox="1"/>
          <p:nvPr/>
        </p:nvSpPr>
        <p:spPr bwMode="auto">
          <a:xfrm>
            <a:off x="297141" y="1595020"/>
            <a:ext cx="10878719" cy="458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'use client'</a:t>
            </a:r>
            <a:endParaRPr lang="pt-BR" sz="5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endParaRPr lang="pt-BR" sz="5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useState }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"react"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useForm }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"react-hook-form"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yupResolver }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"@hookform/resolvers/yup"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Swal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'sweetalert2'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novoUsuarioSchema }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"./schema"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endParaRPr lang="pt-BR" sz="5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default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NovoUsuario() {</a:t>
            </a:r>
            <a:endParaRPr/>
          </a:p>
          <a:p>
            <a:pPr>
              <a:defRPr/>
            </a:pPr>
            <a:endParaRPr lang="pt-BR" sz="5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en-US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en-US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[busy, setBusy] = useState(</a:t>
            </a:r>
            <a:r>
              <a:rPr lang="en-US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false</a:t>
            </a:r>
            <a:r>
              <a:rPr lang="en-US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);</a:t>
            </a:r>
            <a:endParaRPr/>
          </a:p>
          <a:p>
            <a:pPr>
              <a:defRPr/>
            </a:pPr>
            <a:endParaRPr lang="pt-BR" sz="5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register, handleSubmit, reset, clearErrors, formState: { errors } } = useForm({</a:t>
            </a:r>
            <a:endParaRPr/>
          </a:p>
          <a:p>
            <a:pPr>
              <a:defRPr/>
            </a:pP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defaultValues: {</a:t>
            </a:r>
            <a:endParaRPr/>
          </a:p>
          <a:p>
            <a:pPr>
              <a:defRPr/>
            </a:pP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nome: </a:t>
            </a:r>
            <a:r>
              <a:rPr lang="pt-BR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''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/>
          </a:p>
          <a:p>
            <a:pPr>
              <a:defRPr/>
            </a:pP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email: </a:t>
            </a:r>
            <a:r>
              <a:rPr lang="pt-BR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''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/>
          </a:p>
          <a:p>
            <a:pPr>
              <a:defRPr/>
            </a:pP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senha: </a:t>
            </a:r>
            <a:r>
              <a:rPr lang="pt-BR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''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/>
          </a:p>
          <a:p>
            <a:pPr>
              <a:defRPr/>
            </a:pP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senhaConfirmacao: </a:t>
            </a:r>
            <a:r>
              <a:rPr lang="pt-BR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''</a:t>
            </a:r>
            <a:endParaRPr lang="pt-BR" sz="5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},</a:t>
            </a:r>
            <a:endParaRPr/>
          </a:p>
          <a:p>
            <a:pPr>
              <a:defRPr/>
            </a:pP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resolver: yupResolver(novoUsuarioSchema),</a:t>
            </a:r>
            <a:endParaRPr/>
          </a:p>
          <a:p>
            <a:pPr>
              <a:defRPr/>
            </a:pP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});</a:t>
            </a:r>
            <a:endParaRPr/>
          </a:p>
          <a:p>
            <a:pPr>
              <a:defRPr/>
            </a:pPr>
            <a:endParaRPr lang="pt-BR" sz="5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onSubmit =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(data) =&gt; {</a:t>
            </a:r>
            <a:endParaRPr/>
          </a:p>
          <a:p>
            <a:pPr>
              <a:defRPr/>
            </a:pP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setBusy(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true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);</a:t>
            </a:r>
            <a:endParaRPr/>
          </a:p>
          <a:p>
            <a:pPr>
              <a:defRPr/>
            </a:pP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console.log(data)</a:t>
            </a:r>
            <a:endParaRPr lang="pt-BR" sz="5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setBusy(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false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);</a:t>
            </a:r>
            <a:endParaRPr/>
          </a:p>
          <a:p>
            <a:pPr>
              <a:defRPr/>
            </a:pP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</a:t>
            </a:r>
            <a:endParaRPr/>
          </a:p>
          <a:p>
            <a:pPr>
              <a:defRPr/>
            </a:pPr>
            <a:endParaRPr lang="pt-BR" sz="5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return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</a:t>
            </a:r>
            <a:endParaRPr/>
          </a:p>
          <a:p>
            <a:pPr>
              <a:defRPr/>
            </a:pP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&lt;&gt;</a:t>
            </a:r>
            <a:endParaRPr lang="pt-BR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form </a:t>
            </a:r>
            <a:r>
              <a:rPr lang="pt-BR" sz="5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"p-4"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onSubmit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={handleSubmit(onSubmit)}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en-US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en-US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div </a:t>
            </a:r>
            <a:r>
              <a:rPr lang="en-US" sz="5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en-US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en-US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"flex flex-col gap-2 items-start"</a:t>
            </a:r>
            <a:r>
              <a:rPr lang="en-US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en-US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label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Nome</a:t>
            </a:r>
            <a:endParaRPr/>
          </a:p>
          <a:p>
            <a:pPr>
              <a:defRPr/>
            </a:pPr>
            <a:r>
              <a:rPr lang="en-US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</a:t>
            </a:r>
            <a:r>
              <a:rPr lang="en-US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en-US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input </a:t>
            </a:r>
            <a:r>
              <a:rPr lang="en-US" sz="5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type</a:t>
            </a:r>
            <a:r>
              <a:rPr lang="en-US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en-US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"text"</a:t>
            </a:r>
            <a:r>
              <a:rPr lang="en-US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5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en-US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en-US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"border border-neutral-300 rounded w-full p-2"</a:t>
            </a:r>
            <a:r>
              <a:rPr lang="en-US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{...register(</a:t>
            </a:r>
            <a:r>
              <a:rPr lang="en-US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"nome"</a:t>
            </a:r>
            <a:r>
              <a:rPr lang="en-US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)}</a:t>
            </a:r>
            <a:r>
              <a:rPr lang="en-US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/&gt;</a:t>
            </a:r>
            <a:endParaRPr lang="en-US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</a:t>
            </a:r>
            <a:r>
              <a:rPr lang="en-US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en-US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 </a:t>
            </a:r>
            <a:r>
              <a:rPr lang="en-US" sz="5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en-US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en-US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"text-sm text-red-600"</a:t>
            </a:r>
            <a:r>
              <a:rPr lang="en-US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r>
              <a:rPr lang="en-US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{errors?.nome?.message}</a:t>
            </a:r>
            <a:r>
              <a:rPr lang="en-US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en-US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</a:t>
            </a:r>
            <a:r>
              <a:rPr lang="en-US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en-US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label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label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Email</a:t>
            </a:r>
            <a:endParaRPr/>
          </a:p>
          <a:p>
            <a:pPr>
              <a:defRPr/>
            </a:pPr>
            <a:r>
              <a:rPr lang="en-US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</a:t>
            </a:r>
            <a:r>
              <a:rPr lang="en-US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en-US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input </a:t>
            </a:r>
            <a:r>
              <a:rPr lang="en-US" sz="5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en-US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en-US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"border border-neutral-300 rounded w-full p-2"</a:t>
            </a:r>
            <a:r>
              <a:rPr lang="en-US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{...register(</a:t>
            </a:r>
            <a:r>
              <a:rPr lang="en-US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"email"</a:t>
            </a:r>
            <a:r>
              <a:rPr lang="en-US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)}</a:t>
            </a:r>
            <a:r>
              <a:rPr lang="en-US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/&gt;</a:t>
            </a:r>
            <a:endParaRPr lang="en-US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</a:t>
            </a:r>
            <a:r>
              <a:rPr lang="en-US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en-US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 </a:t>
            </a:r>
            <a:r>
              <a:rPr lang="en-US" sz="5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en-US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en-US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"text-sm text-red-600"</a:t>
            </a:r>
            <a:r>
              <a:rPr lang="en-US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r>
              <a:rPr lang="en-US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{errors?.email?.message}</a:t>
            </a:r>
            <a:r>
              <a:rPr lang="en-US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en-US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</a:t>
            </a:r>
            <a:r>
              <a:rPr lang="en-US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en-US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label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label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Senha</a:t>
            </a:r>
            <a:endParaRPr/>
          </a:p>
          <a:p>
            <a:pPr>
              <a:defRPr/>
            </a:pP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input </a:t>
            </a:r>
            <a:r>
              <a:rPr lang="pt-BR" sz="5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type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"password"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"border border-neutral-300 rounded w-full p-2"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{...register(</a:t>
            </a:r>
            <a:r>
              <a:rPr lang="pt-BR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"senha"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)}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/&gt;</a:t>
            </a:r>
            <a:endParaRPr lang="pt-BR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 </a:t>
            </a:r>
            <a:r>
              <a:rPr lang="pt-BR" sz="5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"text-sm text-red-600"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{errors?.senha?.message}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label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label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Senha</a:t>
            </a:r>
            <a:endParaRPr/>
          </a:p>
          <a:p>
            <a:pPr>
              <a:defRPr/>
            </a:pP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input </a:t>
            </a:r>
            <a:r>
              <a:rPr lang="pt-BR" sz="5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type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"password"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"border border-neutral-300 rounded w-full p-2"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{...register(</a:t>
            </a:r>
            <a:r>
              <a:rPr lang="pt-BR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"senhaConfirmacao"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)}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/&gt;</a:t>
            </a:r>
            <a:endParaRPr lang="pt-BR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 </a:t>
            </a:r>
            <a:r>
              <a:rPr lang="pt-BR" sz="5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"text-sm text-red-600"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{errors?.senhaConfirmacao?.message}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label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endParaRPr lang="pt-BR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button </a:t>
            </a:r>
            <a:r>
              <a:rPr lang="pt-BR" sz="5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type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"submit"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disabled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={busy}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"px-4 py-2 bg-blue-600 hover:bg-blue-700 active:bg-blue-800 rounded text-white disabled:bg-blue-200"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Salvar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button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div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form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5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&lt;/&gt;</a:t>
            </a:r>
            <a:endParaRPr lang="pt-BR" sz="5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)</a:t>
            </a:r>
            <a:endParaRPr/>
          </a:p>
          <a:p>
            <a:pPr>
              <a:defRPr/>
            </a:pPr>
            <a:r>
              <a:rPr lang="pt-BR" sz="5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870275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Criação de novo usuário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03356804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200" spc="-1">
                <a:solidFill>
                  <a:srgbClr val="262626"/>
                </a:solidFill>
                <a:latin typeface="Calibri Light"/>
              </a:rPr>
              <a:t>Para salvar um novo usuário, podemos utilizar o cliente para criar diretamente do cliente, ou criar uma função no servidor para fazer direto no servidor (caso queiramos adicionar algum código de validação no servidor).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200" spc="-1">
                <a:solidFill>
                  <a:srgbClr val="262626"/>
                </a:solidFill>
                <a:latin typeface="Calibri Light"/>
              </a:rPr>
              <a:t>Crie o arquivo “app/(public)/registrar/actions.js”.</a:t>
            </a:r>
            <a:endParaRPr/>
          </a:p>
          <a:p>
            <a:pPr marL="971550" lvl="1" indent="-5143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9"/>
              <a:defRPr/>
            </a:pPr>
            <a:endParaRPr lang="pt-BR" sz="28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746840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Criação de novo usuário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57318511" name="CaixaDeTexto 3"/>
          <p:cNvSpPr txBox="1"/>
          <p:nvPr/>
        </p:nvSpPr>
        <p:spPr bwMode="auto">
          <a:xfrm>
            <a:off x="762360" y="2018669"/>
            <a:ext cx="1077228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14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'use server'</a:t>
            </a:r>
            <a:endParaRPr lang="pt-BR" sz="14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endParaRPr lang="pt-BR" sz="14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auth }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4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"../../../../lib/auth"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endParaRPr lang="pt-BR" sz="14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Salvar(usuario) {</a:t>
            </a:r>
            <a:endParaRPr/>
          </a:p>
          <a:p>
            <a:pPr>
              <a:defRPr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400">
                <a:solidFill>
                  <a:srgbClr val="008000"/>
                </a:solidFill>
                <a:highlight>
                  <a:srgbClr val="FFFFFF"/>
                </a:highlight>
                <a:latin typeface="Cascadia Mono"/>
              </a:rPr>
              <a:t>//todo: fazer validações</a:t>
            </a:r>
            <a:endParaRPr lang="pt-BR" sz="14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endParaRPr lang="pt-BR" sz="14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try</a:t>
            </a: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</a:t>
            </a:r>
            <a:endParaRPr/>
          </a:p>
          <a:p>
            <a:pPr>
              <a:defRPr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auth.api.signUpEmail({</a:t>
            </a:r>
            <a:endParaRPr/>
          </a:p>
          <a:p>
            <a:pPr>
              <a:defRPr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body: {</a:t>
            </a:r>
            <a:endParaRPr/>
          </a:p>
          <a:p>
            <a:pPr>
              <a:defRPr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email: usuario.email,</a:t>
            </a:r>
            <a:endParaRPr/>
          </a:p>
          <a:p>
            <a:pPr>
              <a:defRPr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password: usuario.senha,</a:t>
            </a:r>
            <a:endParaRPr/>
          </a:p>
          <a:p>
            <a:pPr>
              <a:defRPr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name: usuario.nome</a:t>
            </a:r>
          </a:p>
          <a:p>
            <a:pPr>
              <a:defRPr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},</a:t>
            </a:r>
            <a:endParaRPr/>
          </a:p>
          <a:p>
            <a:pPr>
              <a:defRPr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});</a:t>
            </a:r>
            <a:endParaRPr/>
          </a:p>
          <a:p>
            <a:pPr>
              <a:defRPr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return</a:t>
            </a: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true</a:t>
            </a: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</a:t>
            </a:r>
            <a:endParaRPr/>
          </a:p>
          <a:p>
            <a:pPr>
              <a:defRPr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catch</a:t>
            </a: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</a:t>
            </a:r>
            <a:endParaRPr/>
          </a:p>
          <a:p>
            <a:pPr>
              <a:defRPr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return</a:t>
            </a: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4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false</a:t>
            </a: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</a:t>
            </a:r>
            <a:endParaRPr/>
          </a:p>
          <a:p>
            <a:pPr>
              <a:defRPr/>
            </a:pPr>
            <a:endParaRPr lang="pt-BR" sz="14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4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 sz="9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990901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Criação de novo usuário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97763417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200" spc="-1">
                <a:solidFill>
                  <a:srgbClr val="262626"/>
                </a:solidFill>
                <a:latin typeface="Calibri Light"/>
              </a:rPr>
              <a:t>Em “app/registrar/page.js”, atualize a função onSubmit para chamar a função de criação de usuário e redirecionar para o login, se o cadastro foi feito com sucesso. 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200" spc="-1">
                <a:solidFill>
                  <a:srgbClr val="262626"/>
                </a:solidFill>
                <a:latin typeface="Calibri Light"/>
              </a:rPr>
              <a:t>Importe a função:</a:t>
            </a:r>
            <a:endParaRPr/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2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r>
              <a:rPr lang="pt-BR" sz="3200" spc="-1">
                <a:solidFill>
                  <a:srgbClr val="262626"/>
                </a:solidFill>
                <a:latin typeface="Calibri Light"/>
              </a:rPr>
              <a:t>Declare a importe o </a:t>
            </a:r>
            <a:r>
              <a:rPr lang="pt-BR" sz="3200" i="1" spc="-1">
                <a:solidFill>
                  <a:srgbClr val="262626"/>
                </a:solidFill>
                <a:latin typeface="Calibri Light"/>
              </a:rPr>
              <a:t>hook </a:t>
            </a:r>
            <a:r>
              <a:rPr lang="pt-BR" sz="3200" spc="-1">
                <a:solidFill>
                  <a:srgbClr val="262626"/>
                </a:solidFill>
                <a:latin typeface="Calibri Light"/>
              </a:rPr>
              <a:t>do roteador: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811021299" name="CaixaDeTexto 5"/>
          <p:cNvSpPr txBox="1"/>
          <p:nvPr/>
        </p:nvSpPr>
        <p:spPr bwMode="auto">
          <a:xfrm>
            <a:off x="657360" y="4003160"/>
            <a:ext cx="6096359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Salvar } </a:t>
            </a:r>
            <a:r>
              <a:rPr lang="pt-BR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"./actions"</a:t>
            </a:r>
            <a:r>
              <a:rPr lang="pt-BR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lang="pt-BR"/>
          </a:p>
        </p:txBody>
      </p:sp>
      <p:sp>
        <p:nvSpPr>
          <p:cNvPr id="1659445557" name="CaixaDeTexto 6"/>
          <p:cNvSpPr txBox="1"/>
          <p:nvPr/>
        </p:nvSpPr>
        <p:spPr bwMode="auto">
          <a:xfrm>
            <a:off x="676800" y="52019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router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=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useRouter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();</a:t>
            </a:r>
            <a:endParaRPr lang="pt-BR" dirty="0"/>
          </a:p>
        </p:txBody>
      </p:sp>
      <p:sp>
        <p:nvSpPr>
          <p:cNvPr id="90565703" name="CaixaDeTexto 7"/>
          <p:cNvSpPr txBox="1"/>
          <p:nvPr/>
        </p:nvSpPr>
        <p:spPr bwMode="auto">
          <a:xfrm>
            <a:off x="676800" y="56998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useRouter }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"next/navigation"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lang="pt-B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077900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Criação de novo usuário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5775905" name="CaixaDeTexto 3"/>
          <p:cNvSpPr txBox="1"/>
          <p:nvPr/>
        </p:nvSpPr>
        <p:spPr bwMode="auto">
          <a:xfrm>
            <a:off x="762360" y="1816342"/>
            <a:ext cx="1084349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onSubmit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=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(data) =&gt; {</a:t>
            </a:r>
            <a:endParaRPr dirty="0"/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setBusy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true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);</a:t>
            </a:r>
            <a:endParaRPr dirty="0"/>
          </a:p>
          <a:p>
            <a:pPr>
              <a:defRPr/>
            </a:pP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resultado =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Salvar(data);</a:t>
            </a:r>
            <a:endParaRPr dirty="0"/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if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(!resultado)</a:t>
            </a:r>
            <a:endParaRPr dirty="0"/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Swal.fire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</a:t>
            </a:r>
            <a:endParaRPr dirty="0"/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text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"Não foi possível criar o usuário informado"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 dirty="0"/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icon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error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 dirty="0"/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timer: 3000,</a:t>
            </a:r>
            <a:endParaRPr dirty="0"/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toast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true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 dirty="0"/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position: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"top-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right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 dirty="0"/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showConfirmButton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false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})</a:t>
            </a:r>
            <a:endParaRPr dirty="0"/>
          </a:p>
          <a:p>
            <a:pPr>
              <a:defRPr/>
            </a:pP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else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</a:t>
            </a:r>
            <a:endParaRPr dirty="0"/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Swal.fire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</a:t>
            </a:r>
            <a:endParaRPr dirty="0"/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text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'Usuário criado com sucesso'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 dirty="0"/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icon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success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 dirty="0"/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timer: 3000,</a:t>
            </a:r>
            <a:endParaRPr dirty="0"/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toast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true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 dirty="0"/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position: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"top-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right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 dirty="0"/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showConfirmButton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false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})</a:t>
            </a:r>
            <a:endParaRPr dirty="0"/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router.replace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"/login"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);</a:t>
            </a:r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</a:t>
            </a:r>
            <a:endParaRPr dirty="0"/>
          </a:p>
          <a:p>
            <a:pPr>
              <a:defRPr/>
            </a:pP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setBusy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false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);</a:t>
            </a:r>
            <a:endParaRPr dirty="0"/>
          </a:p>
          <a:p>
            <a:pPr>
              <a:defRPr/>
            </a:pP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738852" name="CaixaDeTexto 4"/>
          <p:cNvSpPr txBox="1"/>
          <p:nvPr/>
        </p:nvSpPr>
        <p:spPr bwMode="auto">
          <a:xfrm>
            <a:off x="0" y="0"/>
            <a:ext cx="12192000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'use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client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useState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react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dirty="0"/>
          </a:p>
          <a:p>
            <a:pPr>
              <a:defRPr/>
            </a:pP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useForm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react-hook-form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dirty="0"/>
          </a:p>
          <a:p>
            <a:pPr>
              <a:defRPr/>
            </a:pP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yupResolver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"@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hookform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/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resolvers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/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yup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dirty="0"/>
          </a:p>
          <a:p>
            <a:pPr>
              <a:defRPr/>
            </a:pP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useRouter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}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"next/navigation"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dirty="0"/>
          </a:p>
          <a:p>
            <a:pPr>
              <a:defRPr/>
            </a:pP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Swal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'sweetalert2'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dirty="0"/>
          </a:p>
          <a:p>
            <a:pPr>
              <a:defRPr/>
            </a:pP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novoUsuarioSchema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"./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schema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dirty="0"/>
          </a:p>
          <a:p>
            <a:pPr>
              <a:defRPr/>
            </a:pP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Salvar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"./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actions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dirty="0"/>
          </a:p>
          <a:p>
            <a:pPr>
              <a:defRPr/>
            </a:pP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default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NovoUsuario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() {</a:t>
            </a:r>
            <a:endParaRPr dirty="0"/>
          </a:p>
          <a:p>
            <a:pPr>
              <a:defRPr/>
            </a:pP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[busy,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setBusy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] =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useState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false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);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router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=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useRouter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();</a:t>
            </a:r>
            <a:endParaRPr dirty="0"/>
          </a:p>
          <a:p>
            <a:pPr>
              <a:defRPr/>
            </a:pP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register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handleSubmit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 reset,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clearErrors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formState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errors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} } =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useForm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defaultValues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nome: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email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senha: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senhaConfirmacao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''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},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resolver: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yupResolver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novoUsuarioSchema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),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});</a:t>
            </a:r>
            <a:endParaRPr dirty="0"/>
          </a:p>
          <a:p>
            <a:pPr>
              <a:defRPr/>
            </a:pP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onSubmit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=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(data) =&gt; {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setBusy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true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);</a:t>
            </a:r>
            <a:endParaRPr dirty="0"/>
          </a:p>
          <a:p>
            <a:pPr>
              <a:defRPr/>
            </a:pP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resultado =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Salvar(data);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if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(!resultado)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Swal.fire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text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"Não foi possível criar o usuário informado"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icon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error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timer: 3000,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toast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true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position: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"top-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right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showConfirmButton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false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})</a:t>
            </a:r>
            <a:endParaRPr dirty="0"/>
          </a:p>
          <a:p>
            <a:pPr>
              <a:defRPr/>
            </a:pP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else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Swal.fire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text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'Usuário criado com sucesso'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icon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success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timer: 3000,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toast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true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position: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"top-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right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showConfirmButton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false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})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router.replace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"/login"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);</a:t>
            </a:r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</a:t>
            </a:r>
            <a:endParaRPr dirty="0"/>
          </a:p>
          <a:p>
            <a:pPr>
              <a:defRPr/>
            </a:pP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setBusy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false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);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</a:t>
            </a:r>
            <a:endParaRPr dirty="0"/>
          </a:p>
          <a:p>
            <a:pPr>
              <a:defRPr/>
            </a:pP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return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form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"p-4"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onSubmit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handleSubmit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onSubmit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)}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div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"flex flex-col gap-2 items-start"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Nome</a:t>
            </a:r>
            <a:endParaRPr dirty="0"/>
          </a:p>
          <a:p>
            <a:pPr>
              <a:defRPr/>
            </a:pPr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input </a:t>
            </a:r>
            <a:r>
              <a:rPr lang="en-US" sz="500" dirty="0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type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"text"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"border border-neutral-300 rounded w-full p-2"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{...register(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en-US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nome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)}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/&gt;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"text-</a:t>
            </a:r>
            <a:r>
              <a:rPr lang="en-US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sm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text-red-600"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{errors?.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nome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?.message}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Email</a:t>
            </a:r>
            <a:endParaRPr dirty="0"/>
          </a:p>
          <a:p>
            <a:pPr>
              <a:defRPr/>
            </a:pPr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input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"border border-neutral-300 rounded w-full p-2"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{...register(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"email"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)}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/&gt;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"text-</a:t>
            </a:r>
            <a:r>
              <a:rPr lang="en-US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sm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text-red-600"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errors?.email?.message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Senha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input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type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password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border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border-neutral-300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rounded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w-full p-2"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{...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register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"senha"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/&gt;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text-sm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text-red-600"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errors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?.senha?.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message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Senha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input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type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password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border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border-neutral-300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rounded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w-full p-2"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{...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register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senhaConfirmacao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/&gt;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text-sm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text-red-600"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errors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?.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senhaConfirmacao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?.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message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button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type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submit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disabled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busy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"px-4 py-2 bg-blue-600 hover:bg-blue-700 active:bg-blue-800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rounded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text-white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disabled:bg-blue-200"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Salvar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button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form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&lt;/&gt;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)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250172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Autenticação de usuário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68439632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Com o usuário criado, passamos para a fase de autenticação.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Em “app/(public)/login”, crie o arquivo schema.js com o seguinte conteúdo:</a:t>
            </a:r>
            <a:endParaRPr lang="pt-BR" sz="28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2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78335073" name="CaixaDeTexto 6"/>
          <p:cNvSpPr txBox="1"/>
          <p:nvPr/>
        </p:nvSpPr>
        <p:spPr bwMode="auto">
          <a:xfrm>
            <a:off x="762000" y="4228414"/>
            <a:ext cx="10753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*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yup 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16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"yup"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endParaRPr lang="pt-BR" sz="16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loginSchema = yup.object({</a:t>
            </a:r>
            <a:endParaRPr/>
          </a:p>
          <a:p>
            <a:pPr>
              <a:defRPr/>
            </a:pP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email: yup.string()</a:t>
            </a:r>
            <a:endParaRPr/>
          </a:p>
          <a:p>
            <a:pPr>
              <a:defRPr/>
            </a:pP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.email(</a:t>
            </a:r>
            <a:r>
              <a:rPr lang="pt-BR" sz="16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'Informe um e-mail válido'</a:t>
            </a: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</a:t>
            </a:r>
            <a:endParaRPr/>
          </a:p>
          <a:p>
            <a:pPr>
              <a:defRPr/>
            </a:pP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.required(</a:t>
            </a:r>
            <a:r>
              <a:rPr lang="pt-BR" sz="16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'O e-mail é obrigatório'</a:t>
            </a: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),</a:t>
            </a:r>
            <a:endParaRPr/>
          </a:p>
          <a:p>
            <a:pPr>
              <a:defRPr/>
            </a:pP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senha: yup.string()</a:t>
            </a:r>
            <a:endParaRPr/>
          </a:p>
          <a:p>
            <a:pPr>
              <a:defRPr/>
            </a:pP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.required(</a:t>
            </a:r>
            <a:r>
              <a:rPr lang="pt-BR" sz="16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'O senha é obrigatória'</a:t>
            </a: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),</a:t>
            </a:r>
            <a:endParaRPr/>
          </a:p>
          <a:p>
            <a:pPr>
              <a:defRPr/>
            </a:pPr>
            <a:r>
              <a:rPr lang="pt-BR" sz="1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}).required();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6073386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Autenticação de usuário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4676021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Atualize a tela de autenticação em “app/(public)/login/page.js” com o formulário para fazer a autenticação.</a:t>
            </a:r>
            <a:endParaRPr lang="pt-BR" sz="28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2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256356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Autenticação de usuário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34019868" name="CaixaDeTexto 2"/>
          <p:cNvSpPr txBox="1"/>
          <p:nvPr/>
        </p:nvSpPr>
        <p:spPr bwMode="auto">
          <a:xfrm>
            <a:off x="387927" y="1938436"/>
            <a:ext cx="11546173" cy="435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'use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client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Link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"next/link"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dirty="0"/>
          </a:p>
          <a:p>
            <a:pPr>
              <a:defRPr/>
            </a:pP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useState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react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dirty="0"/>
          </a:p>
          <a:p>
            <a:pPr>
              <a:defRPr/>
            </a:pP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useForm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react-hook-form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dirty="0"/>
          </a:p>
          <a:p>
            <a:pPr>
              <a:defRPr/>
            </a:pP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yupResolver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"@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hookform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/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resolvers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/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yup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dirty="0"/>
          </a:p>
          <a:p>
            <a:pPr>
              <a:defRPr/>
            </a:pP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loginSchema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}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"./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schema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dirty="0"/>
          </a:p>
          <a:p>
            <a:pPr>
              <a:defRPr/>
            </a:pP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authClient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}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"../../../../lib/auth-client"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dirty="0"/>
          </a:p>
          <a:p>
            <a:pPr>
              <a:defRPr/>
            </a:pP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useRouter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}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"next/navigation"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dirty="0"/>
          </a:p>
          <a:p>
            <a:pPr>
              <a:defRPr/>
            </a:pP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Swal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'sweetalert2'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dirty="0"/>
          </a:p>
          <a:p>
            <a:pPr>
              <a:defRPr/>
            </a:pP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default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Login() {</a:t>
            </a:r>
            <a:endParaRPr dirty="0"/>
          </a:p>
          <a:p>
            <a:pPr>
              <a:defRPr/>
            </a:pP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[busy,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setBusy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] = 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useState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false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);</a:t>
            </a:r>
            <a:endParaRPr dirty="0"/>
          </a:p>
          <a:p>
            <a:pPr>
              <a:defRPr/>
            </a:pP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router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=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useRouter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();</a:t>
            </a:r>
            <a:endParaRPr lang="en-US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register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handleSubmit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 reset,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clearErrors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formState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errors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} } =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useForm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defaultValues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email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senha: 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''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},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resolver: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yupResolver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loginSchema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),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});</a:t>
            </a:r>
            <a:endParaRPr dirty="0"/>
          </a:p>
          <a:p>
            <a:pPr>
              <a:defRPr/>
            </a:pP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onSubmit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=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(dados) =&gt; {</a:t>
            </a:r>
            <a:endParaRPr dirty="0"/>
          </a:p>
          <a:p>
            <a:pPr>
              <a:defRPr/>
            </a:pP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500" dirty="0">
                <a:solidFill>
                  <a:srgbClr val="008000"/>
                </a:solidFill>
                <a:highlight>
                  <a:srgbClr val="FFFFFF"/>
                </a:highlight>
                <a:latin typeface="Cascadia Mono"/>
              </a:rPr>
              <a:t>//autenticar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500" dirty="0">
                <a:solidFill>
                  <a:srgbClr val="2B91AF"/>
                </a:solidFill>
                <a:highlight>
                  <a:srgbClr val="FFFFFF"/>
                </a:highlight>
                <a:latin typeface="Cascadia Mono"/>
              </a:rPr>
              <a:t>console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.log(dados);</a:t>
            </a:r>
            <a:endParaRPr dirty="0"/>
          </a:p>
          <a:p>
            <a:pPr>
              <a:defRPr/>
            </a:pP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</a:t>
            </a:r>
            <a:endParaRPr dirty="0"/>
          </a:p>
          <a:p>
            <a:pPr>
              <a:defRPr/>
            </a:pP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5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return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div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"p-4"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 dirty="0">
                <a:solidFill>
                  <a:srgbClr val="2B91AF"/>
                </a:solidFill>
                <a:highlight>
                  <a:srgbClr val="FFFFFF"/>
                </a:highlight>
                <a:latin typeface="Cascadia Mono"/>
              </a:rPr>
              <a:t>Link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href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"/registrar"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"px-4 py-2 bg-blue-600 hover:bg-blue-700 active:bg-blue-800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text-white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rounded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Cadastrar novo usuário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 dirty="0">
                <a:solidFill>
                  <a:srgbClr val="2B91AF"/>
                </a:solidFill>
                <a:highlight>
                  <a:srgbClr val="FFFFFF"/>
                </a:highlight>
                <a:latin typeface="Cascadia Mono"/>
              </a:rPr>
              <a:t>Link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form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"p-4"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onSubmit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handleSubmit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onSubmit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)}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div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"flex flex-col gap-2 items-start"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text-lg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font-bold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Autenticação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Email</a:t>
            </a:r>
            <a:endParaRPr dirty="0"/>
          </a:p>
          <a:p>
            <a:pPr>
              <a:defRPr/>
            </a:pPr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input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"border border-neutral-300 rounded w-full p-2"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{...register(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"email"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)}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/&gt;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 </a:t>
            </a:r>
            <a:r>
              <a:rPr lang="en-US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"text-</a:t>
            </a:r>
            <a:r>
              <a:rPr lang="en-US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sm</a:t>
            </a:r>
            <a:r>
              <a:rPr lang="en-US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text-red-600"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</a:t>
            </a:r>
            <a:r>
              <a:rPr lang="en-US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errors?.email?.message</a:t>
            </a:r>
            <a:r>
              <a:rPr lang="en-US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en-US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</a:t>
            </a:r>
            <a:r>
              <a:rPr lang="en-US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en-US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Senha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input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type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password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border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border-neutral-300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rounded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w-full p-2"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{...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register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"senha"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/&gt;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text-sm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text-red-600"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errors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?.senha?.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message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p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label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button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type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submit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disabled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={</a:t>
            </a:r>
            <a:r>
              <a:rPr lang="pt-BR" sz="5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busy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r>
              <a:rPr lang="pt-BR" sz="5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"px-4 py-2 bg-blue-600 hover:bg-blue-700 active:bg-blue-800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rounded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5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text-white</a:t>
            </a:r>
            <a:r>
              <a:rPr lang="pt-BR" sz="5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disabled:bg-blue-200"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Entrar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button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div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5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form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5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5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&lt;/&gt;</a:t>
            </a:r>
            <a:endParaRPr lang="pt-BR" sz="5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)</a:t>
            </a:r>
            <a:endParaRPr dirty="0"/>
          </a:p>
          <a:p>
            <a:pPr>
              <a:defRPr/>
            </a:pPr>
            <a:r>
              <a:rPr lang="pt-BR" sz="5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0062672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Autenticação de usuário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42710847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Para autenticar, podemos realizar esta ação no servidor caso queiramos realizar alguma verificação, ou direto no cliente, usando o componente auth-cliente:</a:t>
            </a:r>
            <a:endParaRPr lang="pt-BR" sz="28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2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68114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Autenticação de usuário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28170444" name="CaixaDeTexto 2"/>
          <p:cNvSpPr txBox="1"/>
          <p:nvPr/>
        </p:nvSpPr>
        <p:spPr bwMode="auto">
          <a:xfrm>
            <a:off x="762359" y="2047020"/>
            <a:ext cx="1024738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onSubmit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(dados) =&gt; 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data,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=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authClient.signIn.email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dados.email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password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dados.senha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rememberMe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},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onSuccess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() =&gt; 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router.replace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"/"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router.refresh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setBusy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error?.code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===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"INVALID_EMAIL_OR_PASSWORD"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Swal.fire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"E-mail e/ou senha inválidos"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timer: 3000,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toast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position: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"top-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showConfirmButton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857406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Autenticação de usuário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72575316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7216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A partir de agora é possível acessar a rota principal “/” pois o usuário deve estar autenticado se os dados de acesso corretos forem informados.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>
                <a:solidFill>
                  <a:srgbClr val="262626"/>
                </a:solidFill>
                <a:latin typeface="Calibri Light"/>
              </a:rPr>
              <a:t>Perceba que não deve ser possível voltar à tela de autenticação com o usuário autenticado.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Para isso, altere a lógica do arquivo proxy.js:</a:t>
            </a:r>
            <a:endParaRPr lang="pt-BR" sz="28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2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183190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Autenticação de usuário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36654239" name="CaixaDeTexto 2"/>
          <p:cNvSpPr txBox="1"/>
          <p:nvPr/>
        </p:nvSpPr>
        <p:spPr bwMode="auto">
          <a:xfrm>
            <a:off x="762359" y="2047020"/>
            <a:ext cx="10247385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NextResponse, NextRequest } </a:t>
            </a:r>
            <a:r>
              <a:rPr lang="en-US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6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'next/server'</a:t>
            </a:r>
            <a:endParaRPr lang="en-US" sz="6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headers } </a:t>
            </a:r>
            <a:r>
              <a:rPr lang="en-US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6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"next/headers"</a:t>
            </a:r>
            <a:r>
              <a:rPr lang="en-US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r>
              <a:rPr lang="en-US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auth } </a:t>
            </a:r>
            <a:r>
              <a:rPr lang="en-US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6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'../lib/auth'</a:t>
            </a:r>
            <a:r>
              <a:rPr lang="en-US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/>
          </a:p>
          <a:p>
            <a:pPr>
              <a:defRPr/>
            </a:pPr>
            <a:endParaRPr lang="pt-BR" sz="6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publicRoutes = [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6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'/login'</a:t>
            </a: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6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'/registrar'</a:t>
            </a:r>
            <a:endParaRPr lang="pt-BR" sz="6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];</a:t>
            </a:r>
            <a:endParaRPr/>
          </a:p>
          <a:p>
            <a:pPr>
              <a:defRPr/>
            </a:pPr>
            <a:endParaRPr lang="pt-BR" sz="6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proxy(request) {</a:t>
            </a:r>
            <a:endParaRPr/>
          </a:p>
          <a:p>
            <a:pPr>
              <a:defRPr/>
            </a:pPr>
            <a:endParaRPr lang="pt-BR" sz="6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pathname } = request.nextUrl;</a:t>
            </a:r>
            <a:endParaRPr/>
          </a:p>
          <a:p>
            <a:pPr>
              <a:defRPr/>
            </a:pPr>
            <a:endParaRPr lang="pt-BR" sz="6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isPublic = publicRoutes.some(route =&gt;</a:t>
            </a:r>
            <a:endParaRPr/>
          </a:p>
          <a:p>
            <a:pPr>
              <a:defRPr/>
            </a:pPr>
            <a:r>
              <a:rPr lang="en-US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pathname === route || pathname.startsWith(route + </a:t>
            </a:r>
            <a:r>
              <a:rPr lang="en-US" sz="6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'/'</a:t>
            </a:r>
            <a:r>
              <a:rPr lang="en-US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);</a:t>
            </a:r>
            <a:endParaRPr/>
          </a:p>
          <a:p>
            <a:pPr>
              <a:defRPr/>
            </a:pPr>
            <a:endParaRPr lang="pt-BR" sz="6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fr-F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fr-FR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fr-F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session = </a:t>
            </a:r>
            <a:r>
              <a:rPr lang="fr-FR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fr-F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auth.api.getSession({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headers: </a:t>
            </a:r>
            <a:r>
              <a:rPr lang="pt-BR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headers()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});</a:t>
            </a:r>
            <a:endParaRPr/>
          </a:p>
          <a:p>
            <a:pPr>
              <a:defRPr/>
            </a:pPr>
            <a:endParaRPr lang="pt-BR" sz="6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if</a:t>
            </a: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(session) {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if</a:t>
            </a: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(isPublic) {</a:t>
            </a:r>
            <a:endParaRPr/>
          </a:p>
          <a:p>
            <a:pPr>
              <a:defRPr/>
            </a:pPr>
            <a:r>
              <a:rPr lang="en-US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en-US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return</a:t>
            </a:r>
            <a:r>
              <a:rPr lang="en-US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NextResponse.redirect(</a:t>
            </a:r>
            <a:r>
              <a:rPr lang="en-US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new</a:t>
            </a:r>
            <a:r>
              <a:rPr lang="en-US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URL(</a:t>
            </a:r>
            <a:r>
              <a:rPr lang="en-US" sz="6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"/"</a:t>
            </a:r>
            <a:r>
              <a:rPr lang="en-US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 request.url));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else</a:t>
            </a: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return</a:t>
            </a: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NextResponse.next();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</a:t>
            </a:r>
            <a:endParaRPr/>
          </a:p>
          <a:p>
            <a:pPr>
              <a:defRPr/>
            </a:pPr>
            <a:endParaRPr lang="pt-BR" sz="6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if</a:t>
            </a: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(!session) {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if</a:t>
            </a: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(isPublic) {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return</a:t>
            </a: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NextResponse.next();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else</a:t>
            </a: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</a:t>
            </a:r>
            <a:endParaRPr/>
          </a:p>
          <a:p>
            <a:pPr>
              <a:defRPr/>
            </a:pPr>
            <a:r>
              <a:rPr lang="en-US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en-US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return</a:t>
            </a:r>
            <a:r>
              <a:rPr lang="en-US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NextResponse.redirect(</a:t>
            </a:r>
            <a:r>
              <a:rPr lang="en-US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new</a:t>
            </a:r>
            <a:r>
              <a:rPr lang="en-US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URL(</a:t>
            </a:r>
            <a:r>
              <a:rPr lang="en-US" sz="6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"/login"</a:t>
            </a:r>
            <a:r>
              <a:rPr lang="en-US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 request.url));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</a:t>
            </a:r>
            <a:endParaRPr/>
          </a:p>
          <a:p>
            <a:pPr>
              <a:defRPr/>
            </a:pPr>
            <a:endParaRPr lang="pt-BR" sz="6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return</a:t>
            </a: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NextResponse.next();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/>
          </a:p>
          <a:p>
            <a:pPr>
              <a:defRPr/>
            </a:pPr>
            <a:endParaRPr lang="pt-BR" sz="60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60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config = {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matcher: [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6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'/((?!api|_next/static|_next/image|favicon.ico|.*</a:t>
            </a:r>
            <a:r>
              <a:rPr lang="pt-BR" sz="600">
                <a:solidFill>
                  <a:srgbClr val="9E5B71"/>
                </a:solidFill>
                <a:highlight>
                  <a:srgbClr val="FFFFFF"/>
                </a:highlight>
                <a:latin typeface="Cascadia Mono"/>
              </a:rPr>
              <a:t>\\</a:t>
            </a:r>
            <a:r>
              <a:rPr lang="pt-BR" sz="60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.png$).*)'</a:t>
            </a: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,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],</a:t>
            </a:r>
            <a:endParaRPr/>
          </a:p>
          <a:p>
            <a:pPr>
              <a:defRPr/>
            </a:pPr>
            <a:r>
              <a:rPr lang="pt-BR" sz="60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510094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Encerramento de sessão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29787173" name="PlaceHolder 2"/>
          <p:cNvSpPr>
            <a:spLocks noGrp="1"/>
          </p:cNvSpPr>
          <p:nvPr>
            <p:ph/>
          </p:nvPr>
        </p:nvSpPr>
        <p:spPr bwMode="auto">
          <a:xfrm>
            <a:off x="676800" y="2011679"/>
            <a:ext cx="10753200" cy="484632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Para que o usuário encerre a sessão no 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site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, primeiro crie um 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layout 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a ser renderizado no cliente para rotas protegidas. Crie o arquivo “layout.js” em “app/(protected)”.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>
                <a:solidFill>
                  <a:srgbClr val="262626"/>
                </a:solidFill>
                <a:latin typeface="Calibri Light"/>
              </a:rPr>
              <a:t>Use a função signOut do objeto authClient para realizar o </a:t>
            </a:r>
            <a:r>
              <a:rPr lang="pt-BR" sz="3600" i="1" spc="-1">
                <a:solidFill>
                  <a:srgbClr val="262626"/>
                </a:solidFill>
                <a:latin typeface="Calibri Light"/>
              </a:rPr>
              <a:t>logout</a:t>
            </a:r>
            <a:r>
              <a:rPr lang="pt-BR" sz="3600" spc="-1">
                <a:solidFill>
                  <a:srgbClr val="262626"/>
                </a:solidFill>
                <a:latin typeface="Calibri Light"/>
              </a:rPr>
              <a:t> no cliente.</a:t>
            </a:r>
            <a:endParaRPr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200" b="0" strike="noStrike" spc="-1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82968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Encerramento de sessão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68666367" name="CaixaDeTexto 2"/>
          <p:cNvSpPr txBox="1"/>
          <p:nvPr/>
        </p:nvSpPr>
        <p:spPr bwMode="auto">
          <a:xfrm>
            <a:off x="762359" y="1982686"/>
            <a:ext cx="10673399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'use 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client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'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authClient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}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"../../../lib/auth-client"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sz="1600" dirty="0"/>
          </a:p>
          <a:p>
            <a:pPr>
              <a:defRPr/>
            </a:pP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import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{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useRouter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}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from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"next/navigation"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;</a:t>
            </a:r>
            <a:endParaRPr sz="1600" dirty="0"/>
          </a:p>
          <a:p>
            <a:pPr>
              <a:defRPr/>
            </a:pP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default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function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ProtectedLayout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 children }) {</a:t>
            </a:r>
            <a:endParaRPr sz="1600" dirty="0"/>
          </a:p>
          <a:p>
            <a:pPr>
              <a:defRPr/>
            </a:pP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router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=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useRouter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();</a:t>
            </a:r>
            <a:endParaRPr sz="1600" dirty="0"/>
          </a:p>
          <a:p>
            <a:pPr>
              <a:defRPr/>
            </a:pP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const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handleSair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=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() =&gt; {</a:t>
            </a:r>
            <a:endParaRPr sz="1600" dirty="0"/>
          </a:p>
          <a:p>
            <a:pPr>
              <a:defRPr/>
            </a:pP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await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authClient.signOut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({</a:t>
            </a:r>
            <a:endParaRPr sz="1600" dirty="0"/>
          </a:p>
          <a:p>
            <a:pPr>
              <a:defRPr/>
            </a:pP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fetchOptions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{</a:t>
            </a:r>
            <a:endParaRPr sz="1600" dirty="0"/>
          </a:p>
          <a:p>
            <a:pPr>
              <a:defRPr/>
            </a:pP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onSuccess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: () =&gt; {</a:t>
            </a:r>
            <a:endParaRPr sz="1600" dirty="0"/>
          </a:p>
          <a:p>
            <a:pPr>
              <a:defRPr/>
            </a:pP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router.replace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"/"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);</a:t>
            </a:r>
          </a:p>
          <a:p>
            <a:pPr>
              <a:defRPr/>
            </a:pP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router.refresh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endParaRPr sz="800" dirty="0"/>
          </a:p>
          <a:p>
            <a:pPr>
              <a:defRPr/>
            </a:pP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    },</a:t>
            </a:r>
            <a:endParaRPr sz="1600" dirty="0"/>
          </a:p>
          <a:p>
            <a:pPr>
              <a:defRPr/>
            </a:pP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    },</a:t>
            </a:r>
            <a:endParaRPr sz="1600" dirty="0"/>
          </a:p>
          <a:p>
            <a:pPr>
              <a:defRPr/>
            </a:pP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});</a:t>
            </a:r>
            <a:endParaRPr sz="1600" dirty="0"/>
          </a:p>
          <a:p>
            <a:pPr>
              <a:defRPr/>
            </a:pP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}</a:t>
            </a:r>
            <a:endParaRPr sz="1600" dirty="0"/>
          </a:p>
          <a:p>
            <a:pPr>
              <a:defRPr/>
            </a:pP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return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</a:t>
            </a:r>
            <a:endParaRPr sz="1600" dirty="0"/>
          </a:p>
          <a:p>
            <a:pPr>
              <a:defRPr/>
            </a:pP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header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"p-4 bg-neutral-100"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en-US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en-US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div </a:t>
            </a:r>
            <a:r>
              <a:rPr lang="en-US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en-US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"flex flex-row justify-between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items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-center</a:t>
            </a:r>
            <a:r>
              <a:rPr lang="en-US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en-US" sz="8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div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Olá, usuário!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div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div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"px-4 py-2 bg-blue-600 hover:bg-blue-700 active:bg-blue-800 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rounded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text-white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 cursor-pointer disabled:bg-blue-200"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onClick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={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handleSair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Sair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div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div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header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main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/>
              </a:rPr>
              <a:t>className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/>
              </a:rPr>
              <a:t>"p-4"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    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{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children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/>
              </a:rPr>
              <a:t>main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&lt;/&gt;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)</a:t>
            </a:r>
            <a:endParaRPr sz="1600" dirty="0"/>
          </a:p>
          <a:p>
            <a:pPr>
              <a:defRPr/>
            </a:pP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 sz="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320238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Informações de sessão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13278388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55537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É possível obter informações do usuário autenticado no sistema, seja pelo componente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auth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-cliente ou no servidor.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Por exemplo, para exibir o nome do usuário na tela inicial, após a autenticação, podemos usar o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Hook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do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auth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-cliente pois o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layout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está sendo renderizado no cliente.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B330C0-E4D4-EBA9-D168-F75C4BD3A588}"/>
              </a:ext>
            </a:extLst>
          </p:cNvPr>
          <p:cNvSpPr txBox="1"/>
          <p:nvPr/>
        </p:nvSpPr>
        <p:spPr>
          <a:xfrm>
            <a:off x="762000" y="56758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data } = </a:t>
            </a:r>
            <a:r>
              <a:rPr lang="pt-B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authClient.useSession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endParaRPr lang="pt-BR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320238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Informações de sessão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80D8D01-0E0B-9D64-FDA1-3993EF10016B}"/>
              </a:ext>
            </a:extLst>
          </p:cNvPr>
          <p:cNvSpPr txBox="1"/>
          <p:nvPr/>
        </p:nvSpPr>
        <p:spPr>
          <a:xfrm>
            <a:off x="762360" y="1761705"/>
            <a:ext cx="1051524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authClient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"../../../lib/auth-client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";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useRouter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"next/navigation"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ProtectedLayout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children }) {</a:t>
            </a: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useRouter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data } =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authClient.useSession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handleSair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authClient.signOut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fetchOptions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onSuccess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() =&gt; {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router.replace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"/"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router.refresh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},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},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"p-4 bg-neutral-100"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 justify-between"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Olá, 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{data?.user?.name}</a:t>
            </a: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!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"px-4 py-2 bg-blue-600 hover:bg-blue-700 active:bg-blue-800 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cursor-pointer disabled:bg-blue-200"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handleSair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Sair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"p-4"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children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5191017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067721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Informações de sessão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44858873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55537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Podemos também utilizar o método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getSession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do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auth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-cliente para obter os dados.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Nesse caso, devemos utilizar um </a:t>
            </a:r>
            <a:r>
              <a:rPr lang="pt-BR" sz="3600" i="1" spc="-1" dirty="0" err="1">
                <a:solidFill>
                  <a:srgbClr val="262626"/>
                </a:solidFill>
                <a:latin typeface="Calibri Light"/>
              </a:rPr>
              <a:t>effect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para preencher os dados apenas após o carregamento do componente.</a:t>
            </a:r>
            <a:endParaRPr dirty="0"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2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094831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Informações de sessão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58092413" name="CaixaDeTexto 4"/>
          <p:cNvSpPr txBox="1"/>
          <p:nvPr/>
        </p:nvSpPr>
        <p:spPr bwMode="auto">
          <a:xfrm>
            <a:off x="657358" y="2157480"/>
            <a:ext cx="1105434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"react"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authClient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"../../../lib/auth-client"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useRouter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"next/navigation"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ProtectedLayout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 children }) {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useRouter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dadosSessao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setDadosSessao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useState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handleSair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authClient.signOut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fetchOptions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onSuccess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() =&gt; 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router.replace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"/"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router.refresh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},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},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ObterDadosSessao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r>
              <a:rPr lang="fr-F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fr-F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fr-F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dados = </a:t>
            </a:r>
            <a:r>
              <a:rPr lang="fr-F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fr-F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authClient.getSession();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setDadosSessao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(dados);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useEffect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(() =&gt; {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ObterDadosSessao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}, []);</a:t>
            </a:r>
          </a:p>
          <a:p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"p-4 bg-neutral-100"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 justify-between"</a:t>
            </a:r>
            <a:r>
              <a:rPr lang="en-US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Olá,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{dadosSessao?.data?.user?.name}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!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"px-4 py-2 bg-blue-600 hover:bg-blue-700 active:bg-blue-800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cursor-pointer disabled:bg-blue-200"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handleSair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Sair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</a:t>
            </a:r>
            <a:r>
              <a:rPr lang="pt-BR" sz="6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6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"p-4"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children</a:t>
            </a:r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6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007761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Informações de sessão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88192850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55537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Caso o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layout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seja renderizado no servidor, utilize o seguinte comando para obter os dados direto do servidor.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Renomeie o arquivo “app/(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protected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)/layout.js” para layoutClient.js.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Altere seu conteúdo para manter apenas o conteúdo que deve ser renderizado no cliente:</a:t>
            </a:r>
            <a:endParaRPr dirty="0"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2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094831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Informações de sessão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58092413" name="CaixaDeTexto 4"/>
          <p:cNvSpPr txBox="1"/>
          <p:nvPr/>
        </p:nvSpPr>
        <p:spPr bwMode="auto">
          <a:xfrm>
            <a:off x="657358" y="2157480"/>
            <a:ext cx="11054349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 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authClient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"../../../lib/auth-client"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useRouter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"next/navigation"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ProtectedLayout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{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useRouter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handleSair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() =&gt; {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authClient.signOut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fetchOptions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onSuccess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() =&gt; 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router.replace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"/"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router.refresh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},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},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"px-4 py-2 bg-blue-600 hover:bg-blue-700 active:bg-blue-800 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cursor-pointer disabled:bg-blue-200"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onClick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handleSair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Sair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00" dirty="0"/>
          </a:p>
        </p:txBody>
      </p:sp>
    </p:spTree>
    <p:extLst>
      <p:ext uri="{BB962C8B-B14F-4D97-AF65-F5344CB8AC3E}">
        <p14:creationId xmlns:p14="http://schemas.microsoft.com/office/powerpoint/2010/main" val="31979071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007761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Informações de sessão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88192850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55537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Crie o arquivo “app/(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protected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)/layout.js” com o seguinte conteúdo:</a:t>
            </a:r>
            <a:endParaRPr dirty="0"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2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650F86D-8B51-52B7-2B1F-6A30F2A944F7}"/>
              </a:ext>
            </a:extLst>
          </p:cNvPr>
          <p:cNvSpPr txBox="1"/>
          <p:nvPr/>
        </p:nvSpPr>
        <p:spPr>
          <a:xfrm>
            <a:off x="761999" y="3312540"/>
            <a:ext cx="1075319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headers }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"next/headers"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auth }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"../../../lib/auth"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ProtectedLayout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pt-BR" sz="1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layoutCliente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Layout({ children }) {</a:t>
            </a:r>
          </a:p>
          <a:p>
            <a:endParaRPr lang="pt-BR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sessao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auth.api.getSession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1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 </a:t>
            </a:r>
            <a:r>
              <a:rPr lang="pt-BR" sz="1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"p-4 bg-neutral-100"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1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 justify-between"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Olá, 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{sessao?.user?.name}</a:t>
            </a:r>
            <a:r>
              <a:rPr lang="pt-BR" sz="1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!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ProtectedLayout</a:t>
            </a:r>
            <a:r>
              <a:rPr lang="pt-BR" sz="1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1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</a:t>
            </a:r>
            <a:r>
              <a:rPr lang="pt-BR" sz="1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"p-4"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1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children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0843933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04810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Autorização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223900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55537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Com a autorização, é possível permitir que apenas usuários autenticados, com cargos ou dados específicos, possam acessar determinadas partes do 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site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.</a:t>
            </a:r>
            <a:endParaRPr dirty="0"/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isso, há três possibilidades: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implementar regras de restrição no arquivo proxy.js;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utilizar o </a:t>
            </a:r>
            <a:r>
              <a:rPr lang="pt-BR" sz="3200" b="0" i="1" strike="noStrike" spc="-1" dirty="0">
                <a:solidFill>
                  <a:srgbClr val="262626"/>
                </a:solidFill>
                <a:latin typeface="Calibri Light"/>
              </a:rPr>
              <a:t>plugin</a:t>
            </a: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 admin da biblioteca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alibri Light"/>
              </a:rPr>
              <a:t>Better</a:t>
            </a: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alibri Light"/>
              </a:rPr>
              <a:t>Auth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;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implementar regras de restrição em cada rota.</a:t>
            </a:r>
            <a:endParaRPr lang="pt-BR" sz="28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04810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Autorização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223900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55537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Possibilidades</a:t>
            </a: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implementar regras de restrição no arquivo proxy.js</a:t>
            </a:r>
          </a:p>
          <a:p>
            <a:pPr lvl="2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Pesado, não recomendado.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utilizar o </a:t>
            </a:r>
            <a:r>
              <a:rPr lang="pt-BR" sz="3200" b="0" i="1" strike="noStrike" spc="-1" dirty="0">
                <a:solidFill>
                  <a:srgbClr val="262626"/>
                </a:solidFill>
                <a:latin typeface="Calibri Light"/>
              </a:rPr>
              <a:t>plugin</a:t>
            </a: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 admin da biblioteca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alibri Light"/>
              </a:rPr>
              <a:t>Better</a:t>
            </a: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alibri Light"/>
              </a:rPr>
              <a:t>Auth</a:t>
            </a:r>
            <a:endParaRPr lang="pt-BR" sz="3200" b="0" strike="noStrike" spc="-1" dirty="0">
              <a:solidFill>
                <a:srgbClr val="262626"/>
              </a:solidFill>
              <a:latin typeface="Calibri Light"/>
            </a:endParaRPr>
          </a:p>
          <a:p>
            <a:pPr lvl="2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Pesado, </a:t>
            </a:r>
            <a:r>
              <a:rPr lang="pt-BR" sz="2800" i="1" spc="-1" dirty="0" err="1">
                <a:solidFill>
                  <a:srgbClr val="262626"/>
                </a:solidFill>
                <a:latin typeface="Calibri Light"/>
              </a:rPr>
              <a:t>overkill</a:t>
            </a:r>
            <a:r>
              <a:rPr lang="pt-BR" sz="2800" i="1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para a situação atual.</a:t>
            </a:r>
          </a:p>
          <a:p>
            <a:pPr lvl="1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implementar regras de restrição em cada rota</a:t>
            </a:r>
          </a:p>
          <a:p>
            <a:pPr lvl="2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defRPr/>
            </a:pPr>
            <a:r>
              <a:rPr lang="pt-BR" sz="2800" spc="-1" dirty="0">
                <a:solidFill>
                  <a:srgbClr val="262626"/>
                </a:solidFill>
                <a:latin typeface="Calibri Light"/>
              </a:rPr>
              <a:t>Simples e funcional para a situação atual.</a:t>
            </a:r>
            <a:endParaRPr lang="pt-BR" sz="28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4002995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215827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Autorização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29375465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55537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Por exemplo, crie uma página em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“(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protected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)/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ifsp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”:</a:t>
            </a: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endParaRPr lang="pt-BR" sz="32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37770568" name="CaixaDeTexto 1"/>
          <p:cNvSpPr txBox="1"/>
          <p:nvPr/>
        </p:nvSpPr>
        <p:spPr bwMode="auto">
          <a:xfrm>
            <a:off x="762000" y="2794382"/>
            <a:ext cx="99475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export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default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async</a:t>
            </a: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f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unction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IFSP() {</a:t>
            </a:r>
            <a:endParaRPr dirty="0"/>
          </a:p>
          <a:p>
            <a:pPr>
              <a:defRPr/>
            </a:pP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(</a:t>
            </a:r>
            <a:endParaRPr dirty="0"/>
          </a:p>
          <a:p>
            <a:pPr>
              <a:defRPr/>
            </a:pP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&lt;&gt;</a:t>
            </a:r>
            <a:endParaRPr lang="pt-BR" sz="1800" dirty="0">
              <a:solidFill>
                <a:srgbClr val="555555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    Apenas usuários com e-mail do IFSP podem ver esta página</a:t>
            </a:r>
            <a:endParaRPr dirty="0"/>
          </a:p>
          <a:p>
            <a:pPr>
              <a:defRPr/>
            </a:pPr>
            <a:r>
              <a:rPr lang="pt-BR" sz="1800" dirty="0">
                <a:solidFill>
                  <a:srgbClr val="555555"/>
                </a:solidFill>
                <a:highlight>
                  <a:srgbClr val="FFFFFF"/>
                </a:highlight>
                <a:latin typeface="Cascadia Mono"/>
              </a:rPr>
              <a:t>        </a:t>
            </a:r>
            <a:r>
              <a:rPr lang="pt-B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/>
              </a:rPr>
              <a:t>&lt;/&gt;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ascadia Mono"/>
            </a:endParaRPr>
          </a:p>
          <a:p>
            <a:pPr>
              <a:defRPr/>
            </a:pP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    )</a:t>
            </a:r>
            <a:endParaRPr dirty="0"/>
          </a:p>
          <a:p>
            <a:pPr>
              <a:defRPr/>
            </a:pP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}</a:t>
            </a:r>
            <a:endParaRPr lang="pt-BR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420087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Autorização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96355401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55537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Para restringir o acesso à página anterior apenas a usuários autenticados com e-mail terminando em @ifsp.edu.br, atualize o arquivo “app/(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protected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)/layout.js” para exibir o link apenas para usuários com o e-mail terminando em @ifsp.edu.br:</a:t>
            </a:r>
            <a:endParaRPr lang="pt-BR" sz="32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056153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Autorização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52936997" name="CaixaDeTexto 2"/>
          <p:cNvSpPr txBox="1"/>
          <p:nvPr/>
        </p:nvSpPr>
        <p:spPr bwMode="auto">
          <a:xfrm>
            <a:off x="762360" y="1779396"/>
            <a:ext cx="10667280" cy="500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headers }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"next/headers"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auth }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"../../../lib/auth"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ProtectedLayout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layoutCliente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Layout({ children }) {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sessao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auth.api.getSession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 </a:t>
            </a:r>
            <a:r>
              <a:rPr lang="pt-BR" sz="11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"p-4 bg-neutral-100"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11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 justify-between"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Olá, 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{sessao?.user?.name}</a:t>
            </a:r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!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sessao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trim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toLowerCase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endsWith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'@ifsp.edu.br'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&amp;&amp;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</a:t>
            </a:r>
            <a:r>
              <a:rPr lang="pt-BR" sz="11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ifsp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Apenas IFSP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ProtectedLayout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</a:t>
            </a:r>
            <a:r>
              <a:rPr lang="pt-BR" sz="11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1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"p-4"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children</a:t>
            </a:r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11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11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420087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Autorização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96355401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55537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Atualize o componente referente à rota “/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ifsp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” para redirecionar o usuário caso ele tente acessar essa rota de forma inválida:</a:t>
            </a:r>
            <a:endParaRPr lang="pt-BR" sz="32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7829412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056153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Autorização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52936997" name="CaixaDeTexto 2"/>
          <p:cNvSpPr txBox="1"/>
          <p:nvPr/>
        </p:nvSpPr>
        <p:spPr bwMode="auto">
          <a:xfrm>
            <a:off x="762360" y="1779396"/>
            <a:ext cx="1066728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redirect }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"next/navigation"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auth }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"../../../../lib/auth"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headers }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"next/headers"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IFSP() {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sessao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auth.api.getSession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(!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sessao.user.email.trim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toLowerCase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endsWith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'@ifsp.edu.br'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redirect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'/'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16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Apenas usuários com e-mail do IFSP podem ver esta página</a:t>
            </a:r>
          </a:p>
          <a:p>
            <a:r>
              <a:rPr lang="pt-BR" sz="16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69366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420087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Autorização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96355401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55537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É possível também injetar dados na sessão utilizando um 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plugin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Atualize o arquivo “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lib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/auth.js” para o seguinte conteúdo:</a:t>
            </a:r>
            <a:endParaRPr lang="pt-BR" sz="32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8895027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056153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Autorização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52936997" name="CaixaDeTexto 2"/>
          <p:cNvSpPr txBox="1"/>
          <p:nvPr/>
        </p:nvSpPr>
        <p:spPr bwMode="auto">
          <a:xfrm>
            <a:off x="762360" y="1779396"/>
            <a:ext cx="1066728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betterAuth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better-auth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prismaAdapter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better-auth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adapters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/prisma"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prisma }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"./prisma"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nextCookies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"better-auth/next-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customSession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"better-auth/plugins"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betterAuth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database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prismaAdapter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(prisma,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provider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postgresql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trustedOrigins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[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"http://localhost:3000"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emailAndPassword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enabled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autoSignIn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plugins: [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customSession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({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session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 =&gt; {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{ ...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ifsp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user.email.trim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toLowerCase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endsWith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"@ifsp.edu.br"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},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session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}),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nextCookies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]</a:t>
            </a: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});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1079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420087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Autorização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96355401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55537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Atualize o arquivo de 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layout 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para acessar este campo novo ao invés de processar o valor do e-mail:</a:t>
            </a:r>
            <a:endParaRPr lang="pt-BR" sz="32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21896A5-7DCF-0F11-A2F0-1E2F1C018EDB}"/>
              </a:ext>
            </a:extLst>
          </p:cNvPr>
          <p:cNvSpPr txBox="1"/>
          <p:nvPr/>
        </p:nvSpPr>
        <p:spPr>
          <a:xfrm>
            <a:off x="762000" y="3046909"/>
            <a:ext cx="10875818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headers }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"next/headers"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auth }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"../../../lib/auth"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ProtectedLayout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layoutCliente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Link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"next/link"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Layout({ children }) {</a:t>
            </a: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sessao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auth.api.getSession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"p-4 bg-neutral-100"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 </a:t>
            </a:r>
            <a:r>
              <a:rPr lang="en-US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"flex flex-row justify-between"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Olá, 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{sessao?.user?.name}</a:t>
            </a: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!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sessao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?.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ifsp</a:t>
            </a: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&amp;&amp;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href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</a:t>
            </a:r>
            <a:r>
              <a:rPr lang="pt-BR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ifsp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Apenas IFSP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Link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ProtectedLayout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</a:t>
            </a:r>
            <a:r>
              <a:rPr lang="pt-BR" sz="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"p-4"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children</a:t>
            </a:r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8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328638142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420087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Autorização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96355401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55537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Atualize o componente em “/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ifsp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” para redirecionar caso haja um acesso inválido:</a:t>
            </a:r>
            <a:endParaRPr lang="pt-BR" sz="32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21896A5-7DCF-0F11-A2F0-1E2F1C018EDB}"/>
              </a:ext>
            </a:extLst>
          </p:cNvPr>
          <p:cNvSpPr txBox="1"/>
          <p:nvPr/>
        </p:nvSpPr>
        <p:spPr>
          <a:xfrm>
            <a:off x="762000" y="3046909"/>
            <a:ext cx="10875818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redirect }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"next/navigation"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auth }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"../../../../lib/auth"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headers }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"next/headers"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IFSP() {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sessao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auth.api.getSession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({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headers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});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(!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sessao.user.ifsp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redirect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pt-BR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'/'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12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Apenas usuários com e-mail do IFSP podem ver esta página</a:t>
            </a:r>
          </a:p>
          <a:p>
            <a:r>
              <a:rPr lang="pt-BR" sz="12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071783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420087" name="PlaceHolder 1"/>
          <p:cNvSpPr>
            <a:spLocks noGrp="1"/>
          </p:cNvSpPr>
          <p:nvPr>
            <p:ph type="title"/>
          </p:nvPr>
        </p:nvSpPr>
        <p:spPr bwMode="auto"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  <a:defRPr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Autorização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96355401" name="PlaceHolder 2"/>
          <p:cNvSpPr>
            <a:spLocks noGrp="1"/>
          </p:cNvSpPr>
          <p:nvPr>
            <p:ph/>
          </p:nvPr>
        </p:nvSpPr>
        <p:spPr bwMode="auto">
          <a:xfrm>
            <a:off x="676800" y="2011680"/>
            <a:ext cx="10753200" cy="455537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Detalhes mais complexos, como tipo de usuário, devem ser armazenados na base de dados, e recuperados de acordo com a necessidade.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É ideal que apenas os dados que serão utilizados sejam armazenados na sessão.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  <a:defRPr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Não busque dados sempre no banco para fazer verificações, armazene esses dados na sessão.</a:t>
            </a:r>
            <a:endParaRPr lang="pt-BR" sz="32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  <a:defRPr/>
            </a:pP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439662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TM03457491[[fn=Metropolitano]]</Template>
  <TotalTime>125</TotalTime>
  <Words>6258</Words>
  <Application>Microsoft Office PowerPoint</Application>
  <PresentationFormat>Widescreen</PresentationFormat>
  <Paragraphs>1086</Paragraphs>
  <Slides>67</Slides>
  <Notes>67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67</vt:i4>
      </vt:variant>
    </vt:vector>
  </HeadingPairs>
  <TitlesOfParts>
    <vt:vector size="76" baseType="lpstr">
      <vt:lpstr>Arial</vt:lpstr>
      <vt:lpstr>Calibri Light</vt:lpstr>
      <vt:lpstr>Cascadia Code</vt:lpstr>
      <vt:lpstr>Cascadia Mono</vt:lpstr>
      <vt:lpstr>Symbol</vt:lpstr>
      <vt:lpstr>Times New Roman</vt:lpstr>
      <vt:lpstr>Wingdings</vt:lpstr>
      <vt:lpstr>Office Theme</vt:lpstr>
      <vt:lpstr>Office Theme</vt:lpstr>
      <vt:lpstr>Desenvolvimento Web III</vt:lpstr>
      <vt:lpstr>Introdução</vt:lpstr>
      <vt:lpstr>Introdução</vt:lpstr>
      <vt:lpstr>Introdução</vt:lpstr>
      <vt:lpstr>Introdução</vt:lpstr>
      <vt:lpstr>Autenticação com base de dados</vt:lpstr>
      <vt:lpstr>Autenticação com tokens</vt:lpstr>
      <vt:lpstr>Exemplo</vt:lpstr>
      <vt:lpstr>Exemplo</vt:lpstr>
      <vt:lpstr>Exemplo</vt:lpstr>
      <vt:lpstr>Instalação da biblioteca de autenticação</vt:lpstr>
      <vt:lpstr>Configuração da biblioteca de autenticação</vt:lpstr>
      <vt:lpstr>Configuração da biblioteca de autenticação</vt:lpstr>
      <vt:lpstr>Configuração da biblioteca de autenticação</vt:lpstr>
      <vt:lpstr>Configuração da biblioteca de autenticação</vt:lpstr>
      <vt:lpstr>Configuração da biblioteca de autenticação</vt:lpstr>
      <vt:lpstr>Criação de novo usuário</vt:lpstr>
      <vt:lpstr>Configuração da biblioteca de autenticação</vt:lpstr>
      <vt:lpstr>Configuração da biblioteca de autenticação</vt:lpstr>
      <vt:lpstr>Configuração da biblioteca de autenticação</vt:lpstr>
      <vt:lpstr>Configuração da biblioteca de autenticação</vt:lpstr>
      <vt:lpstr>Criação de novo usuário</vt:lpstr>
      <vt:lpstr>Configuração da biblioteca de autenticação</vt:lpstr>
      <vt:lpstr>Configuração da biblioteca de autenticação</vt:lpstr>
      <vt:lpstr>Rotas protegidas e públicas</vt:lpstr>
      <vt:lpstr>Rotas protegidas</vt:lpstr>
      <vt:lpstr>Rotas públicas</vt:lpstr>
      <vt:lpstr>Criação de novo usuário</vt:lpstr>
      <vt:lpstr>Criação de novo usuário</vt:lpstr>
      <vt:lpstr>Criação de novo usuário</vt:lpstr>
      <vt:lpstr>Criação de novo usuário</vt:lpstr>
      <vt:lpstr>Criação de novo usuário</vt:lpstr>
      <vt:lpstr>Criação de novo usuário</vt:lpstr>
      <vt:lpstr>Criação de novo usuário</vt:lpstr>
      <vt:lpstr>Criação de novo usuário</vt:lpstr>
      <vt:lpstr>Criação de novo usuário</vt:lpstr>
      <vt:lpstr>Criação de novo usuário</vt:lpstr>
      <vt:lpstr>Criação de novo usuário</vt:lpstr>
      <vt:lpstr>Apresentação do PowerPoint</vt:lpstr>
      <vt:lpstr>Autenticação de usuário</vt:lpstr>
      <vt:lpstr>Autenticação de usuário</vt:lpstr>
      <vt:lpstr>Autenticação de usuário</vt:lpstr>
      <vt:lpstr>Autenticação de usuário</vt:lpstr>
      <vt:lpstr>Autenticação de usuário</vt:lpstr>
      <vt:lpstr>Autenticação de usuário</vt:lpstr>
      <vt:lpstr>Autenticação de usuário</vt:lpstr>
      <vt:lpstr>Encerramento de sessão</vt:lpstr>
      <vt:lpstr>Encerramento de sessão</vt:lpstr>
      <vt:lpstr>Informações de sessão</vt:lpstr>
      <vt:lpstr>Informações de sessão</vt:lpstr>
      <vt:lpstr>Informações de sessão</vt:lpstr>
      <vt:lpstr>Informações de sessão</vt:lpstr>
      <vt:lpstr>Informações de sessão</vt:lpstr>
      <vt:lpstr>Informações de sessão</vt:lpstr>
      <vt:lpstr>Informações de sessão</vt:lpstr>
      <vt:lpstr>Autorização</vt:lpstr>
      <vt:lpstr>Autorização</vt:lpstr>
      <vt:lpstr>Autorização</vt:lpstr>
      <vt:lpstr>Autorização</vt:lpstr>
      <vt:lpstr>Autorização</vt:lpstr>
      <vt:lpstr>Autorização</vt:lpstr>
      <vt:lpstr>Autorização</vt:lpstr>
      <vt:lpstr>Autorização</vt:lpstr>
      <vt:lpstr>Autorização</vt:lpstr>
      <vt:lpstr>Autorização</vt:lpstr>
      <vt:lpstr>Autorização</vt:lpstr>
      <vt:lpstr>Autorização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Web III</dc:title>
  <dc:subject/>
  <dc:creator>Tiago Docusse</dc:creator>
  <dc:description/>
  <cp:lastModifiedBy>Tiago Docusse</cp:lastModifiedBy>
  <cp:revision>426</cp:revision>
  <dcterms:created xsi:type="dcterms:W3CDTF">2020-10-26T16:07:06Z</dcterms:created>
  <dcterms:modified xsi:type="dcterms:W3CDTF">2026-05-01T10:57:04Z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Widescreen</vt:lpwstr>
  </property>
  <property fmtid="{D5CDD505-2E9C-101B-9397-08002B2CF9AE}" pid="4" name="Slides">
    <vt:i4>123</vt:i4>
  </property>
</Properties>
</file>